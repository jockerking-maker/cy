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27"/>
  </p:notesMasterIdLst>
  <p:sldIdLst>
    <p:sldId id="479" r:id="rId2"/>
    <p:sldId id="257" r:id="rId3"/>
    <p:sldId id="299" r:id="rId4"/>
    <p:sldId id="466" r:id="rId5"/>
    <p:sldId id="468" r:id="rId6"/>
    <p:sldId id="480" r:id="rId7"/>
    <p:sldId id="469" r:id="rId8"/>
    <p:sldId id="470" r:id="rId9"/>
    <p:sldId id="471" r:id="rId10"/>
    <p:sldId id="472" r:id="rId11"/>
    <p:sldId id="473" r:id="rId12"/>
    <p:sldId id="481" r:id="rId13"/>
    <p:sldId id="474" r:id="rId14"/>
    <p:sldId id="475" r:id="rId15"/>
    <p:sldId id="476" r:id="rId16"/>
    <p:sldId id="477" r:id="rId17"/>
    <p:sldId id="478" r:id="rId18"/>
    <p:sldId id="488" r:id="rId19"/>
    <p:sldId id="482" r:id="rId20"/>
    <p:sldId id="483" r:id="rId21"/>
    <p:sldId id="484" r:id="rId22"/>
    <p:sldId id="485" r:id="rId23"/>
    <p:sldId id="486" r:id="rId24"/>
    <p:sldId id="487" r:id="rId25"/>
    <p:sldId id="298"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776B"/>
    <a:srgbClr val="E44C3C"/>
    <a:srgbClr val="BC291A"/>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50" autoAdjust="0"/>
    <p:restoredTop sz="95232" autoAdjust="0"/>
  </p:normalViewPr>
  <p:slideViewPr>
    <p:cSldViewPr snapToGrid="0">
      <p:cViewPr>
        <p:scale>
          <a:sx n="75" d="100"/>
          <a:sy n="75" d="100"/>
        </p:scale>
        <p:origin x="264" y="-48"/>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4" name="PlaceHolder 1"/>
          <p:cNvSpPr>
            <a:spLocks noGrp="1" noRot="1" noChangeAspect="1"/>
          </p:cNvSpPr>
          <p:nvPr>
            <p:ph type="sldImg"/>
          </p:nvPr>
        </p:nvSpPr>
        <p:spPr>
          <a:xfrm>
            <a:off x="76680" y="726440"/>
            <a:ext cx="6704640" cy="3771360"/>
          </a:xfrm>
          <a:prstGeom prst="rect">
            <a:avLst/>
          </a:prstGeom>
        </p:spPr>
        <p:txBody>
          <a:bodyPr lIns="0" tIns="0" rIns="0" bIns="0" anchor="ctr"/>
          <a:lstStyle/>
          <a:p>
            <a:r>
              <a:rPr lang="en-US" sz="1800" b="0" strike="noStrike" spc="-1">
                <a:solidFill>
                  <a:srgbClr val="000000"/>
                </a:solidFill>
                <a:latin typeface="Arial"/>
              </a:rPr>
              <a:t>Click to move the slide</a:t>
            </a:r>
          </a:p>
        </p:txBody>
      </p:sp>
      <p:sp>
        <p:nvSpPr>
          <p:cNvPr id="215"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216"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a:rPr>
              <a:t>&lt;header&gt;</a:t>
            </a:r>
          </a:p>
        </p:txBody>
      </p:sp>
      <p:sp>
        <p:nvSpPr>
          <p:cNvPr id="217"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a:rPr>
              <a:t>&lt;date/time&gt;</a:t>
            </a:r>
          </a:p>
        </p:txBody>
      </p:sp>
      <p:sp>
        <p:nvSpPr>
          <p:cNvPr id="218"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a:rPr>
              <a:t>&lt;footer&gt;</a:t>
            </a:r>
          </a:p>
        </p:txBody>
      </p:sp>
      <p:sp>
        <p:nvSpPr>
          <p:cNvPr id="219" name="PlaceHolder 6"/>
          <p:cNvSpPr>
            <a:spLocks noGrp="1"/>
          </p:cNvSpPr>
          <p:nvPr>
            <p:ph type="sldNum"/>
          </p:nvPr>
        </p:nvSpPr>
        <p:spPr>
          <a:xfrm>
            <a:off x="4399200" y="9555480"/>
            <a:ext cx="3372840" cy="502560"/>
          </a:xfrm>
          <a:prstGeom prst="rect">
            <a:avLst/>
          </a:prstGeom>
        </p:spPr>
        <p:txBody>
          <a:bodyPr lIns="0" tIns="0" rIns="0" bIns="0" anchor="b"/>
          <a:lstStyle/>
          <a:p>
            <a:pPr algn="r"/>
            <a:fld id="{1435F71D-641E-4ECC-830F-6558CD869574}"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512153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381000" y="685800"/>
            <a:ext cx="6096000" cy="3429000"/>
          </a:xfrm>
          <a:prstGeom prst="rect">
            <a:avLst/>
          </a:prstGeom>
        </p:spPr>
      </p:sp>
      <p:sp>
        <p:nvSpPr>
          <p:cNvPr id="518" name="PlaceHolder 2"/>
          <p:cNvSpPr>
            <a:spLocks noGrp="1"/>
          </p:cNvSpPr>
          <p:nvPr>
            <p:ph type="body"/>
          </p:nvPr>
        </p:nvSpPr>
        <p:spPr>
          <a:xfrm>
            <a:off x="914400" y="4343400"/>
            <a:ext cx="5028840" cy="4114440"/>
          </a:xfrm>
          <a:prstGeom prst="rect">
            <a:avLst/>
          </a:prstGeom>
        </p:spPr>
        <p:txBody>
          <a:bodyPr lIns="90000" tIns="45000" rIns="90000" bIns="45000"/>
          <a:lstStyle/>
          <a:p>
            <a:endParaRPr lang="en-US" sz="2000" b="0" strike="noStrike" spc="-1">
              <a:latin typeface="Arial"/>
            </a:endParaRPr>
          </a:p>
        </p:txBody>
      </p:sp>
      <p:sp>
        <p:nvSpPr>
          <p:cNvPr id="519" name="TextShape 3"/>
          <p:cNvSpPr txBox="1"/>
          <p:nvPr/>
        </p:nvSpPr>
        <p:spPr>
          <a:xfrm>
            <a:off x="3884760" y="8685360"/>
            <a:ext cx="2971440" cy="458280"/>
          </a:xfrm>
          <a:prstGeom prst="rect">
            <a:avLst/>
          </a:prstGeom>
          <a:noFill/>
          <a:ln>
            <a:noFill/>
          </a:ln>
        </p:spPr>
        <p:txBody>
          <a:bodyPr lIns="90000" tIns="45000" rIns="90000" bIns="45000"/>
          <a:lstStyle/>
          <a:p>
            <a:pPr algn="r">
              <a:lnSpc>
                <a:spcPct val="100000"/>
              </a:lnSpc>
            </a:pPr>
            <a:fld id="{821FE408-3839-4F4C-98BA-50DB1117324D}" type="slidenum">
              <a:rPr lang="en-US" sz="1200" b="0" strike="noStrike" spc="-1">
                <a:solidFill>
                  <a:srgbClr val="000000"/>
                </a:solidFill>
                <a:latin typeface="Arial"/>
                <a:ea typeface="宋体"/>
              </a:rPr>
              <a:t>1</a:t>
            </a:fld>
            <a:endParaRPr lang="en-US" sz="1200" b="0" strike="noStrike" spc="-1">
              <a:latin typeface="Times New Roman"/>
            </a:endParaRPr>
          </a:p>
        </p:txBody>
      </p:sp>
    </p:spTree>
    <p:extLst>
      <p:ext uri="{BB962C8B-B14F-4D97-AF65-F5344CB8AC3E}">
        <p14:creationId xmlns:p14="http://schemas.microsoft.com/office/powerpoint/2010/main" val="3766269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381000" y="685800"/>
            <a:ext cx="6096000" cy="3429000"/>
          </a:xfrm>
          <a:prstGeom prst="rect">
            <a:avLst/>
          </a:prstGeom>
        </p:spPr>
      </p:sp>
      <p:sp>
        <p:nvSpPr>
          <p:cNvPr id="518" name="PlaceHolder 2"/>
          <p:cNvSpPr>
            <a:spLocks noGrp="1"/>
          </p:cNvSpPr>
          <p:nvPr>
            <p:ph type="body"/>
          </p:nvPr>
        </p:nvSpPr>
        <p:spPr>
          <a:xfrm>
            <a:off x="914400" y="4343400"/>
            <a:ext cx="5028840" cy="4114440"/>
          </a:xfrm>
          <a:prstGeom prst="rect">
            <a:avLst/>
          </a:prstGeom>
        </p:spPr>
        <p:txBody>
          <a:bodyPr lIns="90000" tIns="45000" rIns="90000" bIns="45000"/>
          <a:lstStyle/>
          <a:p>
            <a:endParaRPr lang="en-US" sz="2000" b="0" strike="noStrike" spc="-1">
              <a:latin typeface="Arial"/>
            </a:endParaRPr>
          </a:p>
        </p:txBody>
      </p:sp>
      <p:sp>
        <p:nvSpPr>
          <p:cNvPr id="519" name="TextShape 3"/>
          <p:cNvSpPr txBox="1"/>
          <p:nvPr/>
        </p:nvSpPr>
        <p:spPr>
          <a:xfrm>
            <a:off x="3884760" y="8685360"/>
            <a:ext cx="2971440" cy="458280"/>
          </a:xfrm>
          <a:prstGeom prst="rect">
            <a:avLst/>
          </a:prstGeom>
          <a:noFill/>
          <a:ln>
            <a:noFill/>
          </a:ln>
        </p:spPr>
        <p:txBody>
          <a:bodyPr lIns="90000" tIns="45000" rIns="90000" bIns="45000"/>
          <a:lstStyle/>
          <a:p>
            <a:pPr algn="r">
              <a:lnSpc>
                <a:spcPct val="100000"/>
              </a:lnSpc>
            </a:pPr>
            <a:fld id="{821FE408-3839-4F4C-98BA-50DB1117324D}" type="slidenum">
              <a:rPr lang="en-US" sz="1200" b="0" strike="noStrike" spc="-1">
                <a:solidFill>
                  <a:srgbClr val="000000"/>
                </a:solidFill>
                <a:latin typeface="Arial"/>
                <a:ea typeface="宋体"/>
              </a:rPr>
              <a:t>2</a:t>
            </a:fld>
            <a:endParaRPr lang="en-US" sz="1200" b="0" strike="noStrike" spc="-1">
              <a:latin typeface="Times New Roman"/>
            </a:endParaRPr>
          </a:p>
        </p:txBody>
      </p:sp>
    </p:spTree>
    <p:extLst>
      <p:ext uri="{BB962C8B-B14F-4D97-AF65-F5344CB8AC3E}">
        <p14:creationId xmlns:p14="http://schemas.microsoft.com/office/powerpoint/2010/main" val="572353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xfrm>
            <a:off x="77788" y="727075"/>
            <a:ext cx="6702425" cy="3770313"/>
          </a:xfrm>
          <a:ln/>
        </p:spPr>
      </p:sp>
      <p:sp>
        <p:nvSpPr>
          <p:cNvPr id="48131" name="备注占位符 2"/>
          <p:cNvSpPr>
            <a:spLocks noGrp="1"/>
          </p:cNvSpPr>
          <p:nvPr>
            <p:ph type="body" idx="1"/>
          </p:nvPr>
        </p:nvSpPr>
        <p:spPr>
          <a:noFill/>
          <a:ln/>
        </p:spPr>
        <p:txBody>
          <a:bodyPr/>
          <a:lstStyle/>
          <a:p>
            <a:r>
              <a:rPr lang="zh-CN" altLang="en-US">
                <a:latin typeface="Arial" pitchFamily="34" charset="0"/>
              </a:rPr>
              <a:t>讲解广域网和局域网的概念。</a:t>
            </a:r>
            <a:endParaRPr lang="en-US" altLang="zh-CN">
              <a:latin typeface="Arial" pitchFamily="34" charset="0"/>
            </a:endParaRPr>
          </a:p>
          <a:p>
            <a:r>
              <a:rPr lang="zh-CN" altLang="en-US" b="1">
                <a:latin typeface="Arial" pitchFamily="34" charset="0"/>
              </a:rPr>
              <a:t>需要明确：</a:t>
            </a:r>
            <a:endParaRPr lang="en-US" altLang="zh-CN" b="1">
              <a:latin typeface="Arial" pitchFamily="34" charset="0"/>
            </a:endParaRPr>
          </a:p>
          <a:p>
            <a:r>
              <a:rPr lang="zh-CN" altLang="en-US">
                <a:latin typeface="Arial" pitchFamily="34" charset="0"/>
              </a:rPr>
              <a:t>这两个概念在现如今的网络中区分的已经不是很明显了，以前人们预定俗成，一般将采用以太网技术的网络定义为局域网，而且一般来说当时的以太网跨越的地域确实不大。通过各种各样的</a:t>
            </a:r>
            <a:r>
              <a:rPr lang="en-US" altLang="zh-CN">
                <a:latin typeface="Arial" pitchFamily="34" charset="0"/>
              </a:rPr>
              <a:t>WAN</a:t>
            </a:r>
            <a:r>
              <a:rPr lang="zh-CN" altLang="en-US">
                <a:latin typeface="Arial" pitchFamily="34" charset="0"/>
              </a:rPr>
              <a:t>技术将这些</a:t>
            </a:r>
            <a:r>
              <a:rPr lang="en-US" altLang="zh-CN">
                <a:latin typeface="Arial" pitchFamily="34" charset="0"/>
              </a:rPr>
              <a:t>LAN</a:t>
            </a:r>
            <a:r>
              <a:rPr lang="zh-CN" altLang="en-US">
                <a:latin typeface="Arial" pitchFamily="34" charset="0"/>
              </a:rPr>
              <a:t>连接起来。后来随着</a:t>
            </a:r>
            <a:r>
              <a:rPr lang="en-US" altLang="zh-CN">
                <a:latin typeface="Arial" pitchFamily="34" charset="0"/>
              </a:rPr>
              <a:t>VPN</a:t>
            </a:r>
            <a:r>
              <a:rPr lang="zh-CN" altLang="en-US">
                <a:latin typeface="Arial" pitchFamily="34" charset="0"/>
              </a:rPr>
              <a:t>，专线等技术的发展出现的类似城域以太网等大型、超大型“局域网”，使得很难区分这两个概念。现在这两个概念都已是相对的，而不是绝对的了。</a:t>
            </a:r>
            <a:endParaRPr lang="en-US" altLang="zh-CN">
              <a:latin typeface="Arial" pitchFamily="34" charset="0"/>
            </a:endParaRPr>
          </a:p>
        </p:txBody>
      </p:sp>
      <p:sp>
        <p:nvSpPr>
          <p:cNvPr id="50180" name="灯片编号占位符 3"/>
          <p:cNvSpPr>
            <a:spLocks noGrp="1"/>
          </p:cNvSpPr>
          <p:nvPr>
            <p:ph type="sldNum" sz="quarter" idx="5"/>
          </p:nvPr>
        </p:nvSpPr>
        <p:spPr/>
        <p:txBody>
          <a:bodyPr/>
          <a:lstStyle/>
          <a:p>
            <a:pPr>
              <a:defRPr/>
            </a:pPr>
            <a:fld id="{2CA57135-99C8-4228-A747-B14B6646449A}" type="slidenum">
              <a:rPr lang="en-US" altLang="zh-CN" smtClean="0"/>
              <a:pPr>
                <a:defRPr/>
              </a:pPr>
              <a:t>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xfrm>
            <a:off x="77788" y="727075"/>
            <a:ext cx="6702425" cy="3770313"/>
          </a:xfrm>
          <a:ln/>
        </p:spPr>
      </p:sp>
      <p:sp>
        <p:nvSpPr>
          <p:cNvPr id="50179" name="备注占位符 2"/>
          <p:cNvSpPr>
            <a:spLocks noGrp="1"/>
          </p:cNvSpPr>
          <p:nvPr>
            <p:ph type="body" idx="1"/>
          </p:nvPr>
        </p:nvSpPr>
        <p:spPr>
          <a:noFill/>
          <a:ln/>
        </p:spPr>
        <p:txBody>
          <a:bodyPr/>
          <a:lstStyle/>
          <a:p>
            <a:r>
              <a:rPr lang="zh-CN" altLang="en-US">
                <a:latin typeface="Arial" pitchFamily="34" charset="0"/>
              </a:rPr>
              <a:t>这是整本书第一次提到相关网络设备，这里讲解的目的不是让学员彻底明白这两种设备的原理，只是为了形成一个大致的概念。</a:t>
            </a:r>
          </a:p>
          <a:p>
            <a:r>
              <a:rPr lang="zh-CN" altLang="en-US">
                <a:latin typeface="Arial" pitchFamily="34" charset="0"/>
              </a:rPr>
              <a:t>可以通过实例来说明，比如在网吧里面放置了一些的交换路由设备，交换机用于将网吧的主机连接在一起，实现网吧内部的通讯；而路由器则是负责是网吧可以和外网相连以实现网吧内的每台计算机可以访问</a:t>
            </a:r>
            <a:r>
              <a:rPr lang="en-US" altLang="zh-CN">
                <a:latin typeface="Arial" pitchFamily="34" charset="0"/>
              </a:rPr>
              <a:t>Internet</a:t>
            </a:r>
            <a:r>
              <a:rPr lang="zh-CN" altLang="en-US">
                <a:latin typeface="Arial" pitchFamily="34" charset="0"/>
              </a:rPr>
              <a:t>。</a:t>
            </a:r>
          </a:p>
          <a:p>
            <a:r>
              <a:rPr lang="zh-CN" altLang="en-US">
                <a:latin typeface="Arial" pitchFamily="34" charset="0"/>
              </a:rPr>
              <a:t>如今的网络中，路由和交换的概念越来越模糊了，很多交换机也具有路由的功能。</a:t>
            </a:r>
            <a:endParaRPr lang="en-US" altLang="zh-CN">
              <a:latin typeface="Arial" pitchFamily="34" charset="0"/>
            </a:endParaRPr>
          </a:p>
          <a:p>
            <a:r>
              <a:rPr lang="zh-CN" altLang="en-US">
                <a:latin typeface="Arial" pitchFamily="34" charset="0"/>
              </a:rPr>
              <a:t>随着网络的发展公司信息安全越来越受到重视，为了保证网络信息安全，不少企业在网关处添加了硬件防火墙以加强企业内网安全。</a:t>
            </a:r>
            <a:endParaRPr lang="en-US" altLang="zh-CN">
              <a:latin typeface="Arial" pitchFamily="34" charset="0"/>
            </a:endParaRPr>
          </a:p>
          <a:p>
            <a:r>
              <a:rPr lang="zh-CN" altLang="en-US">
                <a:latin typeface="Arial" pitchFamily="34" charset="0"/>
              </a:rPr>
              <a:t>对于远程访问内部服务器的信息安全可言通过加密的</a:t>
            </a:r>
            <a:r>
              <a:rPr lang="en-US" altLang="zh-CN">
                <a:latin typeface="Arial" pitchFamily="34" charset="0"/>
              </a:rPr>
              <a:t>VPN</a:t>
            </a:r>
            <a:r>
              <a:rPr lang="zh-CN" altLang="en-US">
                <a:latin typeface="Arial" pitchFamily="34" charset="0"/>
              </a:rPr>
              <a:t>技术来实现，</a:t>
            </a:r>
            <a:r>
              <a:rPr lang="en-US" altLang="zh-CN">
                <a:latin typeface="Arial" pitchFamily="34" charset="0"/>
              </a:rPr>
              <a:t>Cisco</a:t>
            </a:r>
            <a:r>
              <a:rPr lang="zh-CN" altLang="en-US">
                <a:latin typeface="Arial" pitchFamily="34" charset="0"/>
              </a:rPr>
              <a:t>有专门的</a:t>
            </a:r>
            <a:r>
              <a:rPr lang="en-US" altLang="zh-CN">
                <a:latin typeface="Arial" pitchFamily="34" charset="0"/>
              </a:rPr>
              <a:t>VPN</a:t>
            </a:r>
            <a:r>
              <a:rPr lang="zh-CN" altLang="en-US">
                <a:latin typeface="Arial" pitchFamily="34" charset="0"/>
              </a:rPr>
              <a:t>设备，有时处于成本考虑可以在路由器或防火墙上配置</a:t>
            </a:r>
            <a:r>
              <a:rPr lang="en-US" altLang="zh-CN">
                <a:latin typeface="Arial" pitchFamily="34" charset="0"/>
              </a:rPr>
              <a:t>VPN</a:t>
            </a:r>
            <a:r>
              <a:rPr lang="zh-CN" altLang="en-US">
                <a:latin typeface="Arial" pitchFamily="34" charset="0"/>
              </a:rPr>
              <a:t>，实现网络信息安全。</a:t>
            </a:r>
          </a:p>
          <a:p>
            <a:r>
              <a:rPr lang="zh-CN" altLang="en-US">
                <a:latin typeface="Arial" pitchFamily="34" charset="0"/>
              </a:rPr>
              <a:t>在布线不方便时，可以采用无线通信组建局域网。</a:t>
            </a:r>
            <a:endParaRPr lang="en-US" altLang="zh-CN">
              <a:latin typeface="Arial" pitchFamily="34" charset="0"/>
            </a:endParaRPr>
          </a:p>
          <a:p>
            <a:r>
              <a:rPr lang="zh-CN" altLang="en-US">
                <a:latin typeface="Arial" pitchFamily="34" charset="0"/>
              </a:rPr>
              <a:t>应该在这里让学员参观实物。</a:t>
            </a:r>
            <a:endParaRPr lang="en-US" altLang="zh-CN" b="1">
              <a:latin typeface="Arial" pitchFamily="34" charset="0"/>
            </a:endParaRPr>
          </a:p>
          <a:p>
            <a:r>
              <a:rPr lang="zh-CN" altLang="en-US" b="1">
                <a:latin typeface="Arial" pitchFamily="34" charset="0"/>
              </a:rPr>
              <a:t>补充知识 ：</a:t>
            </a:r>
            <a:endParaRPr lang="en-US" altLang="zh-CN" b="1">
              <a:latin typeface="Arial" pitchFamily="34" charset="0"/>
            </a:endParaRPr>
          </a:p>
          <a:p>
            <a:r>
              <a:rPr lang="en-GB" altLang="zh-CN">
                <a:latin typeface="Arial" pitchFamily="34" charset="0"/>
              </a:rPr>
              <a:t>PCMCIA</a:t>
            </a:r>
            <a:endParaRPr lang="zh-CN" altLang="en-US">
              <a:latin typeface="Arial" pitchFamily="34" charset="0"/>
            </a:endParaRPr>
          </a:p>
          <a:p>
            <a:r>
              <a:rPr lang="en-GB" altLang="zh-CN">
                <a:latin typeface="Arial" pitchFamily="34" charset="0"/>
              </a:rPr>
              <a:t>Personal Computer Memory Card International Association</a:t>
            </a:r>
            <a:r>
              <a:rPr lang="zh-CN" altLang="en-US">
                <a:latin typeface="Arial" pitchFamily="34" charset="0"/>
              </a:rPr>
              <a:t>是指由个人计算机存储卡国际协会所指定的一套标准，是专门用在笔记本或</a:t>
            </a:r>
            <a:r>
              <a:rPr lang="en-GB" altLang="zh-CN">
                <a:latin typeface="Arial" pitchFamily="34" charset="0"/>
              </a:rPr>
              <a:t>PDA</a:t>
            </a:r>
            <a:r>
              <a:rPr lang="zh-CN" altLang="en-US">
                <a:latin typeface="Arial" pitchFamily="34" charset="0"/>
              </a:rPr>
              <a:t>、数码相机等便携设备上的一种接口规范</a:t>
            </a:r>
            <a:r>
              <a:rPr lang="en-GB" altLang="zh-CN">
                <a:latin typeface="Arial" pitchFamily="34" charset="0"/>
              </a:rPr>
              <a:t>/</a:t>
            </a:r>
            <a:r>
              <a:rPr lang="zh-CN" altLang="en-US">
                <a:latin typeface="Arial" pitchFamily="34" charset="0"/>
              </a:rPr>
              <a:t>总线结构，也被称做</a:t>
            </a:r>
            <a:r>
              <a:rPr lang="en-GB" altLang="zh-CN">
                <a:latin typeface="Arial" pitchFamily="34" charset="0"/>
              </a:rPr>
              <a:t>PC Card</a:t>
            </a:r>
            <a:r>
              <a:rPr lang="zh-CN" altLang="en-US">
                <a:latin typeface="Arial" pitchFamily="34" charset="0"/>
              </a:rPr>
              <a:t>，个人计算机卡</a:t>
            </a:r>
            <a:endParaRPr lang="en-US" altLang="zh-CN">
              <a:latin typeface="Arial" pitchFamily="34" charset="0"/>
            </a:endParaRPr>
          </a:p>
        </p:txBody>
      </p:sp>
      <p:sp>
        <p:nvSpPr>
          <p:cNvPr id="52228" name="灯片编号占位符 3"/>
          <p:cNvSpPr>
            <a:spLocks noGrp="1"/>
          </p:cNvSpPr>
          <p:nvPr>
            <p:ph type="sldNum" sz="quarter" idx="5"/>
          </p:nvPr>
        </p:nvSpPr>
        <p:spPr/>
        <p:txBody>
          <a:bodyPr/>
          <a:lstStyle/>
          <a:p>
            <a:pPr>
              <a:defRPr/>
            </a:pPr>
            <a:fld id="{443C5B11-7591-46DD-A856-065D2F0AD5D6}" type="slidenum">
              <a:rPr lang="en-US" altLang="zh-CN" smtClean="0"/>
              <a:pPr>
                <a:defRPr/>
              </a:pPr>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381000" y="685800"/>
            <a:ext cx="6096000" cy="3429000"/>
          </a:xfrm>
          <a:prstGeom prst="rect">
            <a:avLst/>
          </a:prstGeom>
        </p:spPr>
      </p:sp>
      <p:sp>
        <p:nvSpPr>
          <p:cNvPr id="518" name="PlaceHolder 2"/>
          <p:cNvSpPr>
            <a:spLocks noGrp="1"/>
          </p:cNvSpPr>
          <p:nvPr>
            <p:ph type="body"/>
          </p:nvPr>
        </p:nvSpPr>
        <p:spPr>
          <a:xfrm>
            <a:off x="914400" y="4343400"/>
            <a:ext cx="5028840" cy="4114440"/>
          </a:xfrm>
          <a:prstGeom prst="rect">
            <a:avLst/>
          </a:prstGeom>
        </p:spPr>
        <p:txBody>
          <a:bodyPr lIns="90000" tIns="45000" rIns="90000" bIns="45000"/>
          <a:lstStyle/>
          <a:p>
            <a:endParaRPr lang="en-US" sz="2000" b="0" strike="noStrike" spc="-1">
              <a:latin typeface="Arial"/>
            </a:endParaRPr>
          </a:p>
        </p:txBody>
      </p:sp>
      <p:sp>
        <p:nvSpPr>
          <p:cNvPr id="519" name="TextShape 3"/>
          <p:cNvSpPr txBox="1"/>
          <p:nvPr/>
        </p:nvSpPr>
        <p:spPr>
          <a:xfrm>
            <a:off x="3884760" y="8685360"/>
            <a:ext cx="2971440" cy="458280"/>
          </a:xfrm>
          <a:prstGeom prst="rect">
            <a:avLst/>
          </a:prstGeom>
          <a:noFill/>
          <a:ln>
            <a:noFill/>
          </a:ln>
        </p:spPr>
        <p:txBody>
          <a:bodyPr lIns="90000" tIns="45000" rIns="90000" bIns="45000"/>
          <a:lstStyle/>
          <a:p>
            <a:pPr algn="r">
              <a:lnSpc>
                <a:spcPct val="100000"/>
              </a:lnSpc>
            </a:pPr>
            <a:fld id="{821FE408-3839-4F4C-98BA-50DB1117324D}" type="slidenum">
              <a:rPr lang="en-US" sz="1200" b="0" strike="noStrike" spc="-1">
                <a:solidFill>
                  <a:srgbClr val="000000"/>
                </a:solidFill>
                <a:latin typeface="Arial"/>
                <a:ea typeface="宋体"/>
              </a:rPr>
              <a:t>6</a:t>
            </a:fld>
            <a:endParaRPr lang="en-US" sz="1200" b="0" strike="noStrike" spc="-1">
              <a:latin typeface="Times New Roman"/>
            </a:endParaRPr>
          </a:p>
        </p:txBody>
      </p:sp>
    </p:spTree>
    <p:extLst>
      <p:ext uri="{BB962C8B-B14F-4D97-AF65-F5344CB8AC3E}">
        <p14:creationId xmlns:p14="http://schemas.microsoft.com/office/powerpoint/2010/main" val="1685227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381000" y="685800"/>
            <a:ext cx="6096000" cy="3429000"/>
          </a:xfrm>
          <a:prstGeom prst="rect">
            <a:avLst/>
          </a:prstGeom>
        </p:spPr>
      </p:sp>
      <p:sp>
        <p:nvSpPr>
          <p:cNvPr id="518" name="PlaceHolder 2"/>
          <p:cNvSpPr>
            <a:spLocks noGrp="1"/>
          </p:cNvSpPr>
          <p:nvPr>
            <p:ph type="body"/>
          </p:nvPr>
        </p:nvSpPr>
        <p:spPr>
          <a:xfrm>
            <a:off x="914400" y="4343400"/>
            <a:ext cx="5028840" cy="4114440"/>
          </a:xfrm>
          <a:prstGeom prst="rect">
            <a:avLst/>
          </a:prstGeom>
        </p:spPr>
        <p:txBody>
          <a:bodyPr lIns="90000" tIns="45000" rIns="90000" bIns="45000"/>
          <a:lstStyle/>
          <a:p>
            <a:endParaRPr lang="en-US" sz="2000" b="0" strike="noStrike" spc="-1">
              <a:latin typeface="Arial"/>
            </a:endParaRPr>
          </a:p>
        </p:txBody>
      </p:sp>
      <p:sp>
        <p:nvSpPr>
          <p:cNvPr id="519" name="TextShape 3"/>
          <p:cNvSpPr txBox="1"/>
          <p:nvPr/>
        </p:nvSpPr>
        <p:spPr>
          <a:xfrm>
            <a:off x="3884760" y="8685360"/>
            <a:ext cx="2971440" cy="458280"/>
          </a:xfrm>
          <a:prstGeom prst="rect">
            <a:avLst/>
          </a:prstGeom>
          <a:noFill/>
          <a:ln>
            <a:noFill/>
          </a:ln>
        </p:spPr>
        <p:txBody>
          <a:bodyPr lIns="90000" tIns="45000" rIns="90000" bIns="45000"/>
          <a:lstStyle/>
          <a:p>
            <a:pPr algn="r">
              <a:lnSpc>
                <a:spcPct val="100000"/>
              </a:lnSpc>
            </a:pPr>
            <a:fld id="{821FE408-3839-4F4C-98BA-50DB1117324D}" type="slidenum">
              <a:rPr lang="en-US" sz="1200" b="0" strike="noStrike" spc="-1">
                <a:solidFill>
                  <a:srgbClr val="000000"/>
                </a:solidFill>
                <a:latin typeface="Arial"/>
                <a:ea typeface="宋体"/>
              </a:rPr>
              <a:t>12</a:t>
            </a:fld>
            <a:endParaRPr lang="en-US" sz="1200" b="0" strike="noStrike" spc="-1">
              <a:latin typeface="Times New Roman"/>
            </a:endParaRPr>
          </a:p>
        </p:txBody>
      </p:sp>
    </p:spTree>
    <p:extLst>
      <p:ext uri="{BB962C8B-B14F-4D97-AF65-F5344CB8AC3E}">
        <p14:creationId xmlns:p14="http://schemas.microsoft.com/office/powerpoint/2010/main" val="2054933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381000" y="685800"/>
            <a:ext cx="6096000" cy="3429000"/>
          </a:xfrm>
          <a:prstGeom prst="rect">
            <a:avLst/>
          </a:prstGeom>
        </p:spPr>
      </p:sp>
      <p:sp>
        <p:nvSpPr>
          <p:cNvPr id="518" name="PlaceHolder 2"/>
          <p:cNvSpPr>
            <a:spLocks noGrp="1"/>
          </p:cNvSpPr>
          <p:nvPr>
            <p:ph type="body"/>
          </p:nvPr>
        </p:nvSpPr>
        <p:spPr>
          <a:xfrm>
            <a:off x="914400" y="4343400"/>
            <a:ext cx="5028840" cy="4114440"/>
          </a:xfrm>
          <a:prstGeom prst="rect">
            <a:avLst/>
          </a:prstGeom>
        </p:spPr>
        <p:txBody>
          <a:bodyPr lIns="90000" tIns="45000" rIns="90000" bIns="45000"/>
          <a:lstStyle/>
          <a:p>
            <a:endParaRPr lang="en-US" sz="2000" b="0" strike="noStrike" spc="-1">
              <a:latin typeface="Arial"/>
            </a:endParaRPr>
          </a:p>
        </p:txBody>
      </p:sp>
      <p:sp>
        <p:nvSpPr>
          <p:cNvPr id="519" name="TextShape 3"/>
          <p:cNvSpPr txBox="1"/>
          <p:nvPr/>
        </p:nvSpPr>
        <p:spPr>
          <a:xfrm>
            <a:off x="3884760" y="8685360"/>
            <a:ext cx="2971440" cy="458280"/>
          </a:xfrm>
          <a:prstGeom prst="rect">
            <a:avLst/>
          </a:prstGeom>
          <a:noFill/>
          <a:ln>
            <a:noFill/>
          </a:ln>
        </p:spPr>
        <p:txBody>
          <a:bodyPr lIns="90000" tIns="45000" rIns="90000" bIns="45000"/>
          <a:lstStyle/>
          <a:p>
            <a:pPr algn="r">
              <a:lnSpc>
                <a:spcPct val="100000"/>
              </a:lnSpc>
            </a:pPr>
            <a:fld id="{821FE408-3839-4F4C-98BA-50DB1117324D}" type="slidenum">
              <a:rPr lang="en-US" sz="1200" b="0" strike="noStrike" spc="-1">
                <a:solidFill>
                  <a:srgbClr val="000000"/>
                </a:solidFill>
                <a:latin typeface="Arial"/>
                <a:ea typeface="宋体"/>
              </a:rPr>
              <a:t>18</a:t>
            </a:fld>
            <a:endParaRPr lang="en-US" sz="1200" b="0" strike="noStrike" spc="-1">
              <a:latin typeface="Times New Roman"/>
            </a:endParaRPr>
          </a:p>
        </p:txBody>
      </p:sp>
    </p:spTree>
    <p:extLst>
      <p:ext uri="{BB962C8B-B14F-4D97-AF65-F5344CB8AC3E}">
        <p14:creationId xmlns:p14="http://schemas.microsoft.com/office/powerpoint/2010/main" val="984759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33400" y="763588"/>
            <a:ext cx="6704013" cy="37719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p:nvPr>
        </p:nvSpPr>
        <p:spPr/>
        <p:txBody>
          <a:bodyPr/>
          <a:lstStyle/>
          <a:p>
            <a:pPr algn="r"/>
            <a:fld id="{1435F71D-641E-4ECC-830F-6558CD869574}" type="slidenum">
              <a:rPr lang="en-US" sz="1400" b="0" strike="noStrike" spc="-1" smtClean="0">
                <a:latin typeface="Times New Roman"/>
              </a:rPr>
              <a:t>25</a:t>
            </a:fld>
            <a:endParaRPr lang="en-US" sz="1400" b="0" strike="noStrike" spc="-1">
              <a:latin typeface="Times New Roman"/>
            </a:endParaRPr>
          </a:p>
        </p:txBody>
      </p:sp>
    </p:spTree>
    <p:extLst>
      <p:ext uri="{BB962C8B-B14F-4D97-AF65-F5344CB8AC3E}">
        <p14:creationId xmlns:p14="http://schemas.microsoft.com/office/powerpoint/2010/main" val="4272068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4AA452-31F6-42F1-88E2-2BEAFFB3D008}" type="datetimeFigureOut">
              <a:rPr lang="zh-CN" altLang="en-US" smtClean="0"/>
              <a:t>2021/10/14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9A76C8-063D-4826-91C2-CB3A25A9B564}" type="slidenum">
              <a:rPr lang="zh-CN" altLang="en-US" smtClean="0"/>
              <a:t>‹#›</a:t>
            </a:fld>
            <a:endParaRPr lang="zh-CN" altLang="en-US"/>
          </a:p>
        </p:txBody>
      </p:sp>
    </p:spTree>
    <p:extLst>
      <p:ext uri="{BB962C8B-B14F-4D97-AF65-F5344CB8AC3E}">
        <p14:creationId xmlns:p14="http://schemas.microsoft.com/office/powerpoint/2010/main" val="2247613748"/>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2520" y="6760080"/>
            <a:ext cx="12186720" cy="121320"/>
          </a:xfrm>
          <a:prstGeom prst="rect">
            <a:avLst/>
          </a:prstGeom>
          <a:gradFill rotWithShape="0">
            <a:gsLst>
              <a:gs pos="0">
                <a:srgbClr val="007BF7"/>
              </a:gs>
              <a:gs pos="100000">
                <a:srgbClr val="0BB3E8"/>
              </a:gs>
            </a:gsLst>
            <a:lin ang="3600000"/>
          </a:gradFill>
          <a:ln w="12600">
            <a:noFill/>
          </a:ln>
        </p:spPr>
        <p:style>
          <a:lnRef idx="0">
            <a:scrgbClr r="0" g="0" b="0"/>
          </a:lnRef>
          <a:fillRef idx="0">
            <a:scrgbClr r="0" g="0" b="0"/>
          </a:fillRef>
          <a:effectRef idx="0">
            <a:scrgbClr r="0" g="0" b="0"/>
          </a:effectRef>
          <a:fontRef idx="minor"/>
        </p:style>
      </p:sp>
      <p:sp>
        <p:nvSpPr>
          <p:cNvPr id="43" name="CustomShape 2"/>
          <p:cNvSpPr/>
          <p:nvPr/>
        </p:nvSpPr>
        <p:spPr>
          <a:xfrm>
            <a:off x="334440" y="6515640"/>
            <a:ext cx="672840" cy="204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spcBef>
                <a:spcPts val="666"/>
              </a:spcBef>
            </a:pPr>
            <a:fld id="{BE2697B1-93DF-4FA3-9179-2157CC991DBC}" type="slidenum">
              <a:rPr lang="en-US" sz="1340" b="0" strike="noStrike" spc="-1">
                <a:solidFill>
                  <a:srgbClr val="5A5A5A"/>
                </a:solidFill>
                <a:latin typeface="Myriad Pro"/>
                <a:ea typeface="微软雅黑"/>
              </a:rPr>
              <a:t>‹#›</a:t>
            </a:fld>
            <a:endParaRPr lang="en-US" sz="1340" b="0" strike="noStrike" spc="-1">
              <a:latin typeface="Arial"/>
            </a:endParaRPr>
          </a:p>
        </p:txBody>
      </p:sp>
      <p:sp>
        <p:nvSpPr>
          <p:cNvPr id="44" name="CustomShape 3"/>
          <p:cNvSpPr/>
          <p:nvPr/>
        </p:nvSpPr>
        <p:spPr>
          <a:xfrm>
            <a:off x="0" y="165240"/>
            <a:ext cx="670680" cy="286920"/>
          </a:xfrm>
          <a:prstGeom prst="rect">
            <a:avLst/>
          </a:prstGeom>
          <a:solidFill>
            <a:schemeClr val="accent1">
              <a:lumMod val="75000"/>
            </a:schemeClr>
          </a:solidFill>
          <a:ln w="9360">
            <a:noFill/>
          </a:ln>
        </p:spPr>
        <p:style>
          <a:lnRef idx="0">
            <a:scrgbClr r="0" g="0" b="0"/>
          </a:lnRef>
          <a:fillRef idx="0">
            <a:scrgbClr r="0" g="0" b="0"/>
          </a:fillRef>
          <a:effectRef idx="0">
            <a:scrgbClr r="0" g="0" b="0"/>
          </a:effectRef>
          <a:fontRef idx="minor"/>
        </p:style>
      </p:sp>
      <p:sp>
        <p:nvSpPr>
          <p:cNvPr id="45" name="PlaceHolder 4"/>
          <p:cNvSpPr>
            <a:spLocks noGrp="1"/>
          </p:cNvSpPr>
          <p:nvPr>
            <p:ph type="title"/>
          </p:nvPr>
        </p:nvSpPr>
        <p:spPr>
          <a:xfrm>
            <a:off x="609480" y="273600"/>
            <a:ext cx="10972440" cy="1144800"/>
          </a:xfrm>
          <a:prstGeom prst="rect">
            <a:avLst/>
          </a:prstGeom>
        </p:spPr>
        <p:txBody>
          <a:bodyPr lIns="0" tIns="0" rIns="0" bIns="0" anchor="ctr"/>
          <a:lstStyle/>
          <a:p>
            <a:r>
              <a:rPr lang="en-US" sz="1800" b="0" strike="noStrike" spc="-1">
                <a:solidFill>
                  <a:srgbClr val="000000"/>
                </a:solidFill>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3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3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3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6.wmf"/><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4.wmf"/><Relationship Id="rId2" Type="http://schemas.openxmlformats.org/officeDocument/2006/relationships/image" Target="../media/image2.wmf"/><Relationship Id="rId1" Type="http://schemas.openxmlformats.org/officeDocument/2006/relationships/slideLayout" Target="../slideLayouts/slideLayout13.xml"/><Relationship Id="rId6" Type="http://schemas.openxmlformats.org/officeDocument/2006/relationships/image" Target="../media/image23.wmf"/><Relationship Id="rId5" Type="http://schemas.openxmlformats.org/officeDocument/2006/relationships/image" Target="../media/image22.png"/><Relationship Id="rId4" Type="http://schemas.openxmlformats.org/officeDocument/2006/relationships/image" Target="../media/image21.wmf"/></Relationships>
</file>

<file path=ppt/slides/_rels/slide1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694080" y="753034"/>
            <a:ext cx="10261080" cy="58724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zh-CN" altLang="en-US" sz="4400" dirty="0"/>
              <a:t>目标</a:t>
            </a:r>
            <a:endParaRPr lang="en-US" sz="4400" b="1" spc="-1" dirty="0">
              <a:solidFill>
                <a:srgbClr val="4472C4"/>
              </a:solidFill>
              <a:latin typeface="微软雅黑"/>
              <a:ea typeface="微软雅黑"/>
              <a:cs typeface="+mj-cs"/>
            </a:endParaRPr>
          </a:p>
        </p:txBody>
      </p:sp>
      <p:pic>
        <p:nvPicPr>
          <p:cNvPr id="238" name="图片 237"/>
          <p:cNvPicPr/>
          <p:nvPr/>
        </p:nvPicPr>
        <p:blipFill>
          <a:blip r:embed="rId3"/>
          <a:stretch/>
        </p:blipFill>
        <p:spPr>
          <a:xfrm>
            <a:off x="360" y="0"/>
            <a:ext cx="203040" cy="152280"/>
          </a:xfrm>
          <a:prstGeom prst="rect">
            <a:avLst/>
          </a:prstGeom>
          <a:ln>
            <a:noFill/>
          </a:ln>
        </p:spPr>
      </p:pic>
      <p:sp>
        <p:nvSpPr>
          <p:cNvPr id="2" name="文本框 1">
            <a:extLst>
              <a:ext uri="{FF2B5EF4-FFF2-40B4-BE49-F238E27FC236}">
                <a16:creationId xmlns:a16="http://schemas.microsoft.com/office/drawing/2014/main" id="{34B18D5B-7D90-4FE2-B21C-0484B2517CD4}"/>
              </a:ext>
            </a:extLst>
          </p:cNvPr>
          <p:cNvSpPr txBox="1"/>
          <p:nvPr/>
        </p:nvSpPr>
        <p:spPr>
          <a:xfrm>
            <a:off x="2212316" y="1951099"/>
            <a:ext cx="7917628" cy="4801314"/>
          </a:xfrm>
          <a:prstGeom prst="rect">
            <a:avLst/>
          </a:prstGeom>
          <a:noFill/>
        </p:spPr>
        <p:txBody>
          <a:bodyPr wrap="square" rtlCol="0">
            <a:spAutoFit/>
          </a:bodyPr>
          <a:lstStyle/>
          <a:p>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pPr marL="514350" indent="-514350">
              <a:buAutoNum type="arabicPeriod"/>
            </a:pPr>
            <a:r>
              <a:rPr lang="zh-CN" altLang="en-US" sz="3200" dirty="0">
                <a:solidFill>
                  <a:prstClr val="black">
                    <a:lumMod val="75000"/>
                    <a:lumOff val="25000"/>
                  </a:prstClr>
                </a:solidFill>
                <a:latin typeface="包图粗黑体" panose="02000800000000000000" pitchFamily="2" charset="-122"/>
                <a:ea typeface="包图粗黑体" panose="02000800000000000000" pitchFamily="2" charset="-122"/>
              </a:rPr>
              <a:t>网络基础知识</a:t>
            </a:r>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pPr marL="514350" indent="-514350">
              <a:buAutoNum type="arabicPeriod"/>
            </a:pPr>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r>
              <a:rPr lang="en-US" altLang="zh-CN" sz="3200" dirty="0"/>
              <a:t>2. </a:t>
            </a:r>
            <a:r>
              <a:rPr lang="zh-CN" altLang="en-US" sz="3200" dirty="0"/>
              <a:t>网络模型</a:t>
            </a:r>
            <a:endParaRPr lang="en-US" altLang="zh-CN" sz="3200" dirty="0"/>
          </a:p>
          <a:p>
            <a:endParaRPr lang="zh-CN" altLang="en-US" sz="3200" dirty="0">
              <a:solidFill>
                <a:prstClr val="black">
                  <a:lumMod val="75000"/>
                  <a:lumOff val="25000"/>
                </a:prstClr>
              </a:solidFill>
              <a:latin typeface="包图粗黑体" panose="02000800000000000000" pitchFamily="2" charset="-122"/>
              <a:ea typeface="包图粗黑体" panose="02000800000000000000" pitchFamily="2" charset="-122"/>
            </a:endParaRPr>
          </a:p>
          <a:p>
            <a:r>
              <a:rPr lang="en-US" altLang="zh-CN" sz="3200" dirty="0"/>
              <a:t>3. </a:t>
            </a:r>
            <a:r>
              <a:rPr lang="zh-CN" altLang="en-US" sz="3200" dirty="0"/>
              <a:t>交换机工作原理</a:t>
            </a:r>
            <a:endParaRPr lang="en-US" altLang="zh-CN" sz="3200" dirty="0"/>
          </a:p>
          <a:p>
            <a:endParaRPr lang="en-US" altLang="zh-CN" sz="3200" dirty="0"/>
          </a:p>
          <a:p>
            <a:r>
              <a:rPr lang="en-US" altLang="zh-CN" sz="3200" dirty="0"/>
              <a:t>4. IP</a:t>
            </a:r>
            <a:r>
              <a:rPr lang="zh-CN" altLang="en-US" sz="3200" dirty="0"/>
              <a:t>地址及测试工具</a:t>
            </a:r>
            <a:endParaRPr lang="en-US" altLang="zh-CN" sz="3200" dirty="0"/>
          </a:p>
          <a:p>
            <a:endParaRPr lang="zh-CN" altLang="en-US" sz="3200" dirty="0"/>
          </a:p>
          <a:p>
            <a:endParaRPr lang="zh-CN" altLang="en-US" dirty="0"/>
          </a:p>
        </p:txBody>
      </p:sp>
    </p:spTree>
    <p:extLst>
      <p:ext uri="{BB962C8B-B14F-4D97-AF65-F5344CB8AC3E}">
        <p14:creationId xmlns:p14="http://schemas.microsoft.com/office/powerpoint/2010/main" val="221132610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694080" y="753034"/>
            <a:ext cx="10261080" cy="58724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4400" b="1" spc="-1" dirty="0">
              <a:solidFill>
                <a:srgbClr val="4472C4"/>
              </a:solidFill>
              <a:latin typeface="微软雅黑"/>
              <a:ea typeface="微软雅黑"/>
              <a:cs typeface="+mj-cs"/>
            </a:endParaRPr>
          </a:p>
        </p:txBody>
      </p:sp>
      <p:pic>
        <p:nvPicPr>
          <p:cNvPr id="238" name="图片 237"/>
          <p:cNvPicPr/>
          <p:nvPr/>
        </p:nvPicPr>
        <p:blipFill>
          <a:blip r:embed="rId3"/>
          <a:stretch/>
        </p:blipFill>
        <p:spPr>
          <a:xfrm>
            <a:off x="360" y="0"/>
            <a:ext cx="203040" cy="152280"/>
          </a:xfrm>
          <a:prstGeom prst="rect">
            <a:avLst/>
          </a:prstGeom>
          <a:ln>
            <a:noFill/>
          </a:ln>
        </p:spPr>
      </p:pic>
      <p:sp>
        <p:nvSpPr>
          <p:cNvPr id="2" name="文本框 1">
            <a:extLst>
              <a:ext uri="{FF2B5EF4-FFF2-40B4-BE49-F238E27FC236}">
                <a16:creationId xmlns:a16="http://schemas.microsoft.com/office/drawing/2014/main" id="{34B18D5B-7D90-4FE2-B21C-0484B2517CD4}"/>
              </a:ext>
            </a:extLst>
          </p:cNvPr>
          <p:cNvSpPr txBox="1"/>
          <p:nvPr/>
        </p:nvSpPr>
        <p:spPr>
          <a:xfrm>
            <a:off x="2847583" y="1190702"/>
            <a:ext cx="7917628" cy="3816429"/>
          </a:xfrm>
          <a:prstGeom prst="rect">
            <a:avLst/>
          </a:prstGeom>
          <a:noFill/>
        </p:spPr>
        <p:txBody>
          <a:bodyPr wrap="square" rtlCol="0">
            <a:spAutoFit/>
          </a:bodyPr>
          <a:lstStyle/>
          <a:p>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r>
              <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rPr>
              <a:t>1. </a:t>
            </a:r>
            <a:r>
              <a:rPr lang="zh-CN" altLang="en-US" sz="3200" dirty="0"/>
              <a:t>网络拓扑结构</a:t>
            </a:r>
            <a:endParaRPr lang="zh-CN" altLang="zh-CN" sz="3200" dirty="0"/>
          </a:p>
          <a:p>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r>
              <a:rPr lang="en-US" altLang="zh-CN" sz="3200" dirty="0"/>
              <a:t>2. WAN </a:t>
            </a:r>
            <a:r>
              <a:rPr lang="zh-CN" altLang="en-US" sz="3200" dirty="0"/>
              <a:t>与</a:t>
            </a:r>
            <a:r>
              <a:rPr lang="en-US" altLang="zh-CN" sz="3200" dirty="0"/>
              <a:t>LAN</a:t>
            </a:r>
          </a:p>
          <a:p>
            <a:endParaRPr lang="zh-CN" altLang="en-US" sz="3200" dirty="0">
              <a:solidFill>
                <a:prstClr val="black">
                  <a:lumMod val="75000"/>
                  <a:lumOff val="25000"/>
                </a:prstClr>
              </a:solidFill>
              <a:latin typeface="包图粗黑体" panose="02000800000000000000" pitchFamily="2" charset="-122"/>
              <a:ea typeface="包图粗黑体" panose="02000800000000000000" pitchFamily="2" charset="-122"/>
            </a:endParaRPr>
          </a:p>
          <a:p>
            <a:r>
              <a:rPr lang="en-US" altLang="zh-CN" sz="3200" dirty="0"/>
              <a:t>3. </a:t>
            </a:r>
            <a:r>
              <a:rPr lang="zh-CN" altLang="en-US" sz="3200" dirty="0"/>
              <a:t>网络常见设备</a:t>
            </a:r>
            <a:br>
              <a:rPr lang="en-US" altLang="zh-CN" sz="3200" dirty="0"/>
            </a:br>
            <a:endParaRPr lang="zh-CN" altLang="en-US" sz="3200" dirty="0"/>
          </a:p>
          <a:p>
            <a:endParaRPr lang="zh-CN" altLang="en-US" dirty="0"/>
          </a:p>
        </p:txBody>
      </p:sp>
      <p:sp>
        <p:nvSpPr>
          <p:cNvPr id="6" name="文本框 5">
            <a:extLst>
              <a:ext uri="{FF2B5EF4-FFF2-40B4-BE49-F238E27FC236}">
                <a16:creationId xmlns:a16="http://schemas.microsoft.com/office/drawing/2014/main" id="{EA272EB8-85A6-47FB-A13F-91D417A2CF4F}"/>
              </a:ext>
            </a:extLst>
          </p:cNvPr>
          <p:cNvSpPr txBox="1"/>
          <p:nvPr/>
        </p:nvSpPr>
        <p:spPr>
          <a:xfrm>
            <a:off x="101880" y="568368"/>
            <a:ext cx="6097604" cy="769441"/>
          </a:xfrm>
          <a:prstGeom prst="rect">
            <a:avLst/>
          </a:prstGeom>
          <a:noFill/>
        </p:spPr>
        <p:txBody>
          <a:bodyPr wrap="square">
            <a:spAutoFit/>
          </a:bodyPr>
          <a:lstStyle/>
          <a:p>
            <a:r>
              <a:rPr lang="zh-CN" altLang="en-US" sz="4400" dirty="0">
                <a:solidFill>
                  <a:prstClr val="black">
                    <a:lumMod val="75000"/>
                    <a:lumOff val="25000"/>
                  </a:prstClr>
                </a:solidFill>
                <a:latin typeface="包图粗黑体" panose="02000800000000000000" pitchFamily="2" charset="-122"/>
                <a:ea typeface="包图粗黑体" panose="02000800000000000000" pitchFamily="2" charset="-122"/>
              </a:rPr>
              <a:t>网络基础知识</a:t>
            </a:r>
            <a:endParaRPr lang="en-US" altLang="zh-CN" sz="4400" dirty="0">
              <a:solidFill>
                <a:prstClr val="black">
                  <a:lumMod val="75000"/>
                  <a:lumOff val="25000"/>
                </a:prstClr>
              </a:solidFill>
              <a:latin typeface="包图粗黑体" panose="02000800000000000000" pitchFamily="2" charset="-122"/>
              <a:ea typeface="包图粗黑体" panose="02000800000000000000" pitchFamily="2" charset="-122"/>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7">
            <a:extLst>
              <a:ext uri="{FF2B5EF4-FFF2-40B4-BE49-F238E27FC236}">
                <a16:creationId xmlns:a16="http://schemas.microsoft.com/office/drawing/2014/main" id="{2181EB9D-32D8-40FA-91B9-4D778A395C13}"/>
              </a:ext>
            </a:extLst>
          </p:cNvPr>
          <p:cNvSpPr txBox="1">
            <a:spLocks/>
          </p:cNvSpPr>
          <p:nvPr/>
        </p:nvSpPr>
        <p:spPr>
          <a:xfrm>
            <a:off x="52138" y="1366394"/>
            <a:ext cx="8501062" cy="5143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zh-CN" altLang="en-US"/>
              <a:t>星型拓扑</a:t>
            </a:r>
            <a:endParaRPr lang="en-US" altLang="zh-CN"/>
          </a:p>
          <a:p>
            <a:pPr lvl="1">
              <a:spcBef>
                <a:spcPts val="475"/>
              </a:spcBef>
            </a:pPr>
            <a:r>
              <a:rPr lang="zh-CN" altLang="en-US"/>
              <a:t>优点</a:t>
            </a:r>
            <a:endParaRPr lang="en-US" altLang="zh-CN"/>
          </a:p>
          <a:p>
            <a:pPr lvl="2">
              <a:spcBef>
                <a:spcPct val="0"/>
              </a:spcBef>
            </a:pPr>
            <a:r>
              <a:rPr lang="zh-CN" altLang="en-US"/>
              <a:t>易于实现</a:t>
            </a:r>
          </a:p>
          <a:p>
            <a:pPr lvl="2">
              <a:spcBef>
                <a:spcPct val="0"/>
              </a:spcBef>
            </a:pPr>
            <a:r>
              <a:rPr lang="zh-CN" altLang="en-US"/>
              <a:t>易于网络扩展</a:t>
            </a:r>
          </a:p>
          <a:p>
            <a:pPr lvl="2">
              <a:spcBef>
                <a:spcPct val="0"/>
              </a:spcBef>
            </a:pPr>
            <a:r>
              <a:rPr lang="zh-CN" altLang="en-US"/>
              <a:t>易于故障排查</a:t>
            </a:r>
          </a:p>
          <a:p>
            <a:pPr lvl="1">
              <a:spcBef>
                <a:spcPts val="475"/>
              </a:spcBef>
            </a:pPr>
            <a:r>
              <a:rPr lang="zh-CN" altLang="en-US"/>
              <a:t>缺点</a:t>
            </a:r>
            <a:endParaRPr lang="en-US" altLang="zh-CN"/>
          </a:p>
          <a:p>
            <a:pPr lvl="2">
              <a:spcBef>
                <a:spcPct val="0"/>
              </a:spcBef>
            </a:pPr>
            <a:r>
              <a:rPr lang="zh-CN" altLang="en-US"/>
              <a:t>中心节点压力大</a:t>
            </a:r>
            <a:endParaRPr lang="en-US" altLang="zh-CN"/>
          </a:p>
          <a:p>
            <a:pPr lvl="2">
              <a:spcBef>
                <a:spcPct val="0"/>
              </a:spcBef>
            </a:pPr>
            <a:r>
              <a:rPr lang="zh-CN" altLang="en-US"/>
              <a:t>组网成本较高</a:t>
            </a:r>
          </a:p>
          <a:p>
            <a:pPr>
              <a:spcBef>
                <a:spcPts val="675"/>
              </a:spcBef>
            </a:pPr>
            <a:r>
              <a:rPr lang="zh-CN" altLang="en-US"/>
              <a:t>网型拓扑</a:t>
            </a:r>
            <a:endParaRPr lang="en-US" altLang="zh-CN"/>
          </a:p>
          <a:p>
            <a:pPr lvl="1">
              <a:spcBef>
                <a:spcPts val="475"/>
              </a:spcBef>
            </a:pPr>
            <a:r>
              <a:rPr lang="zh-CN" altLang="en-US"/>
              <a:t>各个节点至少与其他两个节点相连</a:t>
            </a:r>
            <a:endParaRPr lang="en-US" altLang="zh-CN"/>
          </a:p>
          <a:p>
            <a:pPr lvl="1">
              <a:spcBef>
                <a:spcPts val="475"/>
              </a:spcBef>
            </a:pPr>
            <a:r>
              <a:rPr lang="zh-CN" altLang="en-US"/>
              <a:t>可靠性高、组网成本也高</a:t>
            </a:r>
          </a:p>
        </p:txBody>
      </p:sp>
      <p:sp>
        <p:nvSpPr>
          <p:cNvPr id="6" name="Rectangle 2">
            <a:extLst>
              <a:ext uri="{FF2B5EF4-FFF2-40B4-BE49-F238E27FC236}">
                <a16:creationId xmlns:a16="http://schemas.microsoft.com/office/drawing/2014/main" id="{B5C6E6EA-589F-4CE3-A8AF-DE9AD5136FDF}"/>
              </a:ext>
            </a:extLst>
          </p:cNvPr>
          <p:cNvSpPr txBox="1">
            <a:spLocks noChangeArrowheads="1"/>
          </p:cNvSpPr>
          <p:nvPr/>
        </p:nvSpPr>
        <p:spPr>
          <a:xfrm>
            <a:off x="87929" y="482203"/>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网络拓扑结构</a:t>
            </a:r>
            <a:endParaRPr lang="zh-CN" altLang="zh-CN" dirty="0"/>
          </a:p>
        </p:txBody>
      </p:sp>
      <p:grpSp>
        <p:nvGrpSpPr>
          <p:cNvPr id="7" name="组合 124">
            <a:extLst>
              <a:ext uri="{FF2B5EF4-FFF2-40B4-BE49-F238E27FC236}">
                <a16:creationId xmlns:a16="http://schemas.microsoft.com/office/drawing/2014/main" id="{9C9B3659-08A4-420C-88E1-318128D7C429}"/>
              </a:ext>
            </a:extLst>
          </p:cNvPr>
          <p:cNvGrpSpPr>
            <a:grpSpLocks/>
          </p:cNvGrpSpPr>
          <p:nvPr/>
        </p:nvGrpSpPr>
        <p:grpSpPr bwMode="auto">
          <a:xfrm>
            <a:off x="4292600" y="1566863"/>
            <a:ext cx="4186238" cy="4454525"/>
            <a:chOff x="4293349" y="1566837"/>
            <a:chExt cx="4185542" cy="4454585"/>
          </a:xfrm>
        </p:grpSpPr>
        <p:pic>
          <p:nvPicPr>
            <p:cNvPr id="8" name="Picture 4">
              <a:extLst>
                <a:ext uri="{FF2B5EF4-FFF2-40B4-BE49-F238E27FC236}">
                  <a16:creationId xmlns:a16="http://schemas.microsoft.com/office/drawing/2014/main" id="{9268FA8C-E754-4016-A632-0225805978C9}"/>
                </a:ext>
              </a:extLst>
            </p:cNvPr>
            <p:cNvPicPr>
              <a:picLocks noChangeAspect="1" noChangeArrowheads="1"/>
            </p:cNvPicPr>
            <p:nvPr/>
          </p:nvPicPr>
          <p:blipFill>
            <a:blip r:embed="rId2"/>
            <a:srcRect/>
            <a:stretch>
              <a:fillRect/>
            </a:stretch>
          </p:blipFill>
          <p:spPr bwMode="auto">
            <a:xfrm>
              <a:off x="6056368" y="1566837"/>
              <a:ext cx="761960" cy="322087"/>
            </a:xfrm>
            <a:prstGeom prst="rect">
              <a:avLst/>
            </a:prstGeom>
            <a:noFill/>
            <a:ln w="9525">
              <a:noFill/>
              <a:miter lim="800000"/>
              <a:headEnd/>
              <a:tailEnd/>
            </a:ln>
          </p:spPr>
        </p:pic>
        <p:pic>
          <p:nvPicPr>
            <p:cNvPr id="9" name="Picture 5">
              <a:extLst>
                <a:ext uri="{FF2B5EF4-FFF2-40B4-BE49-F238E27FC236}">
                  <a16:creationId xmlns:a16="http://schemas.microsoft.com/office/drawing/2014/main" id="{4F024E8E-F64B-4A12-9C66-95B5BA4F47AD}"/>
                </a:ext>
              </a:extLst>
            </p:cNvPr>
            <p:cNvPicPr>
              <a:picLocks noChangeAspect="1" noChangeArrowheads="1"/>
            </p:cNvPicPr>
            <p:nvPr/>
          </p:nvPicPr>
          <p:blipFill>
            <a:blip r:embed="rId3"/>
            <a:srcRect/>
            <a:stretch>
              <a:fillRect/>
            </a:stretch>
          </p:blipFill>
          <p:spPr bwMode="auto">
            <a:xfrm>
              <a:off x="5632435" y="2735554"/>
              <a:ext cx="677920" cy="633131"/>
            </a:xfrm>
            <a:prstGeom prst="rect">
              <a:avLst/>
            </a:prstGeom>
            <a:noFill/>
            <a:ln w="9525">
              <a:noFill/>
              <a:miter lim="800000"/>
              <a:headEnd/>
              <a:tailEnd/>
            </a:ln>
          </p:spPr>
        </p:pic>
        <p:pic>
          <p:nvPicPr>
            <p:cNvPr id="10" name="Picture 6">
              <a:extLst>
                <a:ext uri="{FF2B5EF4-FFF2-40B4-BE49-F238E27FC236}">
                  <a16:creationId xmlns:a16="http://schemas.microsoft.com/office/drawing/2014/main" id="{A9AE4AA6-9872-428E-B7CC-D2B8B3298BF5}"/>
                </a:ext>
              </a:extLst>
            </p:cNvPr>
            <p:cNvPicPr>
              <a:picLocks noChangeAspect="1" noChangeArrowheads="1"/>
            </p:cNvPicPr>
            <p:nvPr/>
          </p:nvPicPr>
          <p:blipFill>
            <a:blip r:embed="rId3"/>
            <a:srcRect/>
            <a:stretch>
              <a:fillRect/>
            </a:stretch>
          </p:blipFill>
          <p:spPr bwMode="auto">
            <a:xfrm>
              <a:off x="4786435" y="2735554"/>
              <a:ext cx="677920" cy="633131"/>
            </a:xfrm>
            <a:prstGeom prst="rect">
              <a:avLst/>
            </a:prstGeom>
            <a:noFill/>
            <a:ln w="9525">
              <a:noFill/>
              <a:miter lim="800000"/>
              <a:headEnd/>
              <a:tailEnd/>
            </a:ln>
          </p:spPr>
        </p:pic>
        <p:pic>
          <p:nvPicPr>
            <p:cNvPr id="11" name="Picture 7">
              <a:extLst>
                <a:ext uri="{FF2B5EF4-FFF2-40B4-BE49-F238E27FC236}">
                  <a16:creationId xmlns:a16="http://schemas.microsoft.com/office/drawing/2014/main" id="{6537EA12-33CD-497B-AE32-306443295D45}"/>
                </a:ext>
              </a:extLst>
            </p:cNvPr>
            <p:cNvPicPr>
              <a:picLocks noChangeAspect="1" noChangeArrowheads="1"/>
            </p:cNvPicPr>
            <p:nvPr/>
          </p:nvPicPr>
          <p:blipFill>
            <a:blip r:embed="rId3"/>
            <a:srcRect/>
            <a:stretch>
              <a:fillRect/>
            </a:stretch>
          </p:blipFill>
          <p:spPr bwMode="auto">
            <a:xfrm>
              <a:off x="7326302" y="2735554"/>
              <a:ext cx="677920" cy="633131"/>
            </a:xfrm>
            <a:prstGeom prst="rect">
              <a:avLst/>
            </a:prstGeom>
            <a:noFill/>
            <a:ln w="9525">
              <a:noFill/>
              <a:miter lim="800000"/>
              <a:headEnd/>
              <a:tailEnd/>
            </a:ln>
          </p:spPr>
        </p:pic>
        <p:pic>
          <p:nvPicPr>
            <p:cNvPr id="12" name="Picture 8">
              <a:extLst>
                <a:ext uri="{FF2B5EF4-FFF2-40B4-BE49-F238E27FC236}">
                  <a16:creationId xmlns:a16="http://schemas.microsoft.com/office/drawing/2014/main" id="{0CD40881-16C9-4995-B10A-C8717BD88B40}"/>
                </a:ext>
              </a:extLst>
            </p:cNvPr>
            <p:cNvPicPr>
              <a:picLocks noChangeAspect="1" noChangeArrowheads="1"/>
            </p:cNvPicPr>
            <p:nvPr/>
          </p:nvPicPr>
          <p:blipFill>
            <a:blip r:embed="rId3"/>
            <a:srcRect/>
            <a:stretch>
              <a:fillRect/>
            </a:stretch>
          </p:blipFill>
          <p:spPr bwMode="auto">
            <a:xfrm>
              <a:off x="6480302" y="2735554"/>
              <a:ext cx="677920" cy="633131"/>
            </a:xfrm>
            <a:prstGeom prst="rect">
              <a:avLst/>
            </a:prstGeom>
            <a:noFill/>
            <a:ln w="9525">
              <a:noFill/>
              <a:miter lim="800000"/>
              <a:headEnd/>
              <a:tailEnd/>
            </a:ln>
          </p:spPr>
        </p:pic>
        <p:cxnSp>
          <p:nvCxnSpPr>
            <p:cNvPr id="13" name="AutoShape 9">
              <a:extLst>
                <a:ext uri="{FF2B5EF4-FFF2-40B4-BE49-F238E27FC236}">
                  <a16:creationId xmlns:a16="http://schemas.microsoft.com/office/drawing/2014/main" id="{A249B182-8EA1-4309-9783-981B27901719}"/>
                </a:ext>
              </a:extLst>
            </p:cNvPr>
            <p:cNvCxnSpPr>
              <a:cxnSpLocks noChangeShapeType="1"/>
            </p:cNvCxnSpPr>
            <p:nvPr/>
          </p:nvCxnSpPr>
          <p:spPr bwMode="auto">
            <a:xfrm flipH="1">
              <a:off x="5126329" y="1888924"/>
              <a:ext cx="1311019" cy="846629"/>
            </a:xfrm>
            <a:prstGeom prst="straightConnector1">
              <a:avLst/>
            </a:prstGeom>
            <a:noFill/>
            <a:ln w="31750">
              <a:solidFill>
                <a:srgbClr val="FF0000"/>
              </a:solidFill>
              <a:round/>
              <a:headEnd/>
              <a:tailEnd/>
            </a:ln>
          </p:spPr>
        </p:cxnSp>
        <p:cxnSp>
          <p:nvCxnSpPr>
            <p:cNvPr id="14" name="AutoShape 10">
              <a:extLst>
                <a:ext uri="{FF2B5EF4-FFF2-40B4-BE49-F238E27FC236}">
                  <a16:creationId xmlns:a16="http://schemas.microsoft.com/office/drawing/2014/main" id="{160BEF8E-E97F-4635-BC7A-476C1348D5E5}"/>
                </a:ext>
              </a:extLst>
            </p:cNvPr>
            <p:cNvCxnSpPr>
              <a:cxnSpLocks noChangeShapeType="1"/>
            </p:cNvCxnSpPr>
            <p:nvPr/>
          </p:nvCxnSpPr>
          <p:spPr bwMode="auto">
            <a:xfrm flipH="1">
              <a:off x="5972329" y="1888924"/>
              <a:ext cx="465020" cy="846629"/>
            </a:xfrm>
            <a:prstGeom prst="straightConnector1">
              <a:avLst/>
            </a:prstGeom>
            <a:noFill/>
            <a:ln w="31750">
              <a:solidFill>
                <a:srgbClr val="FF0000"/>
              </a:solidFill>
              <a:round/>
              <a:headEnd/>
              <a:tailEnd/>
            </a:ln>
          </p:spPr>
        </p:cxnSp>
        <p:cxnSp>
          <p:nvCxnSpPr>
            <p:cNvPr id="15" name="AutoShape 11">
              <a:extLst>
                <a:ext uri="{FF2B5EF4-FFF2-40B4-BE49-F238E27FC236}">
                  <a16:creationId xmlns:a16="http://schemas.microsoft.com/office/drawing/2014/main" id="{2EB927C4-8511-4E87-8624-FF623B219CAD}"/>
                </a:ext>
              </a:extLst>
            </p:cNvPr>
            <p:cNvCxnSpPr>
              <a:cxnSpLocks noChangeShapeType="1"/>
            </p:cNvCxnSpPr>
            <p:nvPr/>
          </p:nvCxnSpPr>
          <p:spPr bwMode="auto">
            <a:xfrm>
              <a:off x="6437348" y="1888924"/>
              <a:ext cx="382848" cy="846629"/>
            </a:xfrm>
            <a:prstGeom prst="straightConnector1">
              <a:avLst/>
            </a:prstGeom>
            <a:noFill/>
            <a:ln w="31750">
              <a:solidFill>
                <a:srgbClr val="FF0000"/>
              </a:solidFill>
              <a:round/>
              <a:headEnd/>
              <a:tailEnd/>
            </a:ln>
          </p:spPr>
        </p:cxnSp>
        <p:cxnSp>
          <p:nvCxnSpPr>
            <p:cNvPr id="16" name="AutoShape 12">
              <a:extLst>
                <a:ext uri="{FF2B5EF4-FFF2-40B4-BE49-F238E27FC236}">
                  <a16:creationId xmlns:a16="http://schemas.microsoft.com/office/drawing/2014/main" id="{6B5A3BB2-138C-43E0-A33D-0F6486757853}"/>
                </a:ext>
              </a:extLst>
            </p:cNvPr>
            <p:cNvCxnSpPr>
              <a:cxnSpLocks noChangeShapeType="1"/>
            </p:cNvCxnSpPr>
            <p:nvPr/>
          </p:nvCxnSpPr>
          <p:spPr bwMode="auto">
            <a:xfrm>
              <a:off x="6437348" y="1888924"/>
              <a:ext cx="1228847" cy="846629"/>
            </a:xfrm>
            <a:prstGeom prst="straightConnector1">
              <a:avLst/>
            </a:prstGeom>
            <a:noFill/>
            <a:ln w="31750">
              <a:solidFill>
                <a:srgbClr val="FF0000"/>
              </a:solidFill>
              <a:round/>
              <a:headEnd/>
              <a:tailEnd/>
            </a:ln>
          </p:spPr>
        </p:cxnSp>
        <p:grpSp>
          <p:nvGrpSpPr>
            <p:cNvPr id="17" name="Group 48">
              <a:extLst>
                <a:ext uri="{FF2B5EF4-FFF2-40B4-BE49-F238E27FC236}">
                  <a16:creationId xmlns:a16="http://schemas.microsoft.com/office/drawing/2014/main" id="{F58E3787-8A42-4734-96DD-F8EFFA3EB1BE}"/>
                </a:ext>
              </a:extLst>
            </p:cNvPr>
            <p:cNvGrpSpPr>
              <a:grpSpLocks/>
            </p:cNvGrpSpPr>
            <p:nvPr/>
          </p:nvGrpSpPr>
          <p:grpSpPr bwMode="auto">
            <a:xfrm>
              <a:off x="7519945" y="5056710"/>
              <a:ext cx="958946" cy="578442"/>
              <a:chOff x="3470" y="2205"/>
              <a:chExt cx="499" cy="301"/>
            </a:xfrm>
          </p:grpSpPr>
          <p:pic>
            <p:nvPicPr>
              <p:cNvPr id="42" name="Picture 49">
                <a:extLst>
                  <a:ext uri="{FF2B5EF4-FFF2-40B4-BE49-F238E27FC236}">
                    <a16:creationId xmlns:a16="http://schemas.microsoft.com/office/drawing/2014/main" id="{72A69A65-D4D8-4B7D-84A4-D09BD8DDD571}"/>
                  </a:ext>
                </a:extLst>
              </p:cNvPr>
              <p:cNvPicPr>
                <a:picLocks noChangeAspect="1" noChangeArrowheads="1"/>
              </p:cNvPicPr>
              <p:nvPr/>
            </p:nvPicPr>
            <p:blipFill>
              <a:blip r:embed="rId4"/>
              <a:srcRect/>
              <a:stretch>
                <a:fillRect/>
              </a:stretch>
            </p:blipFill>
            <p:spPr bwMode="auto">
              <a:xfrm>
                <a:off x="3470" y="2205"/>
                <a:ext cx="499" cy="301"/>
              </a:xfrm>
              <a:prstGeom prst="rect">
                <a:avLst/>
              </a:prstGeom>
              <a:noFill/>
              <a:ln w="9525">
                <a:noFill/>
                <a:miter lim="800000"/>
                <a:headEnd/>
                <a:tailEnd/>
              </a:ln>
            </p:spPr>
          </p:pic>
          <p:sp>
            <p:nvSpPr>
              <p:cNvPr id="43" name="Text Box 50">
                <a:extLst>
                  <a:ext uri="{FF2B5EF4-FFF2-40B4-BE49-F238E27FC236}">
                    <a16:creationId xmlns:a16="http://schemas.microsoft.com/office/drawing/2014/main" id="{B3849D81-68D4-49DC-B241-11EBE1E919A0}"/>
                  </a:ext>
                </a:extLst>
              </p:cNvPr>
              <p:cNvSpPr txBox="1">
                <a:spLocks noChangeArrowheads="1"/>
              </p:cNvSpPr>
              <p:nvPr/>
            </p:nvSpPr>
            <p:spPr bwMode="auto">
              <a:xfrm>
                <a:off x="3542" y="2278"/>
                <a:ext cx="363" cy="204"/>
              </a:xfrm>
              <a:prstGeom prst="rect">
                <a:avLst/>
              </a:prstGeom>
              <a:noFill/>
              <a:ln w="9525" algn="ctr">
                <a:noFill/>
                <a:miter lim="800000"/>
                <a:headEnd/>
                <a:tailEnd/>
              </a:ln>
            </p:spPr>
            <p:txBody>
              <a:bodyPr anchorCtr="1">
                <a:spAutoFit/>
              </a:bodyPr>
              <a:lstStyle/>
              <a:p>
                <a:r>
                  <a:rPr lang="en-US" altLang="zh-CN" sz="1500" b="1">
                    <a:latin typeface="宋体" pitchFamily="2" charset="-122"/>
                  </a:rPr>
                  <a:t>……</a:t>
                </a:r>
                <a:endParaRPr lang="en-US" altLang="zh-CN" sz="1500" b="1"/>
              </a:p>
            </p:txBody>
          </p:sp>
        </p:grpSp>
        <p:grpSp>
          <p:nvGrpSpPr>
            <p:cNvPr id="18" name="Group 45">
              <a:extLst>
                <a:ext uri="{FF2B5EF4-FFF2-40B4-BE49-F238E27FC236}">
                  <a16:creationId xmlns:a16="http://schemas.microsoft.com/office/drawing/2014/main" id="{36627131-C74F-4572-BDAC-1DE80413BAD5}"/>
                </a:ext>
              </a:extLst>
            </p:cNvPr>
            <p:cNvGrpSpPr>
              <a:grpSpLocks/>
            </p:cNvGrpSpPr>
            <p:nvPr/>
          </p:nvGrpSpPr>
          <p:grpSpPr bwMode="auto">
            <a:xfrm>
              <a:off x="6735877" y="5143188"/>
              <a:ext cx="958946" cy="578443"/>
              <a:chOff x="3470" y="2205"/>
              <a:chExt cx="499" cy="301"/>
            </a:xfrm>
          </p:grpSpPr>
          <p:pic>
            <p:nvPicPr>
              <p:cNvPr id="40" name="Picture 46">
                <a:extLst>
                  <a:ext uri="{FF2B5EF4-FFF2-40B4-BE49-F238E27FC236}">
                    <a16:creationId xmlns:a16="http://schemas.microsoft.com/office/drawing/2014/main" id="{F636371B-9AB2-4031-A05C-CFE6B6683075}"/>
                  </a:ext>
                </a:extLst>
              </p:cNvPr>
              <p:cNvPicPr>
                <a:picLocks noChangeAspect="1" noChangeArrowheads="1"/>
              </p:cNvPicPr>
              <p:nvPr/>
            </p:nvPicPr>
            <p:blipFill>
              <a:blip r:embed="rId4"/>
              <a:srcRect/>
              <a:stretch>
                <a:fillRect/>
              </a:stretch>
            </p:blipFill>
            <p:spPr bwMode="auto">
              <a:xfrm>
                <a:off x="3470" y="2205"/>
                <a:ext cx="499" cy="301"/>
              </a:xfrm>
              <a:prstGeom prst="rect">
                <a:avLst/>
              </a:prstGeom>
              <a:noFill/>
              <a:ln w="9525">
                <a:noFill/>
                <a:miter lim="800000"/>
                <a:headEnd/>
                <a:tailEnd/>
              </a:ln>
            </p:spPr>
          </p:pic>
          <p:sp>
            <p:nvSpPr>
              <p:cNvPr id="41" name="Text Box 47">
                <a:extLst>
                  <a:ext uri="{FF2B5EF4-FFF2-40B4-BE49-F238E27FC236}">
                    <a16:creationId xmlns:a16="http://schemas.microsoft.com/office/drawing/2014/main" id="{E0BA4E8D-C004-4804-8487-9050A7DE4DC3}"/>
                  </a:ext>
                </a:extLst>
              </p:cNvPr>
              <p:cNvSpPr txBox="1">
                <a:spLocks noChangeArrowheads="1"/>
              </p:cNvSpPr>
              <p:nvPr/>
            </p:nvSpPr>
            <p:spPr bwMode="auto">
              <a:xfrm>
                <a:off x="3542" y="2278"/>
                <a:ext cx="363" cy="204"/>
              </a:xfrm>
              <a:prstGeom prst="rect">
                <a:avLst/>
              </a:prstGeom>
              <a:noFill/>
              <a:ln w="9525" algn="ctr">
                <a:noFill/>
                <a:miter lim="800000"/>
                <a:headEnd/>
                <a:tailEnd/>
              </a:ln>
            </p:spPr>
            <p:txBody>
              <a:bodyPr anchorCtr="1">
                <a:spAutoFit/>
              </a:bodyPr>
              <a:lstStyle/>
              <a:p>
                <a:r>
                  <a:rPr lang="en-US" altLang="zh-CN" sz="1500" b="1">
                    <a:latin typeface="宋体" pitchFamily="2" charset="-122"/>
                  </a:rPr>
                  <a:t>……</a:t>
                </a:r>
                <a:endParaRPr lang="en-US" altLang="zh-CN" sz="1500" b="1"/>
              </a:p>
            </p:txBody>
          </p:sp>
        </p:grpSp>
        <p:grpSp>
          <p:nvGrpSpPr>
            <p:cNvPr id="19" name="Group 44">
              <a:extLst>
                <a:ext uri="{FF2B5EF4-FFF2-40B4-BE49-F238E27FC236}">
                  <a16:creationId xmlns:a16="http://schemas.microsoft.com/office/drawing/2014/main" id="{F7082FA0-E2E7-4353-84E5-B9FEE228AA74}"/>
                </a:ext>
              </a:extLst>
            </p:cNvPr>
            <p:cNvGrpSpPr>
              <a:grpSpLocks/>
            </p:cNvGrpSpPr>
            <p:nvPr/>
          </p:nvGrpSpPr>
          <p:grpSpPr bwMode="auto">
            <a:xfrm>
              <a:off x="5865329" y="5229667"/>
              <a:ext cx="958947" cy="578442"/>
              <a:chOff x="3470" y="2205"/>
              <a:chExt cx="499" cy="301"/>
            </a:xfrm>
          </p:grpSpPr>
          <p:pic>
            <p:nvPicPr>
              <p:cNvPr id="38" name="Picture 38">
                <a:extLst>
                  <a:ext uri="{FF2B5EF4-FFF2-40B4-BE49-F238E27FC236}">
                    <a16:creationId xmlns:a16="http://schemas.microsoft.com/office/drawing/2014/main" id="{03A069ED-59DB-464F-9A98-3621F74A0E90}"/>
                  </a:ext>
                </a:extLst>
              </p:cNvPr>
              <p:cNvPicPr>
                <a:picLocks noChangeAspect="1" noChangeArrowheads="1"/>
              </p:cNvPicPr>
              <p:nvPr/>
            </p:nvPicPr>
            <p:blipFill>
              <a:blip r:embed="rId4"/>
              <a:srcRect/>
              <a:stretch>
                <a:fillRect/>
              </a:stretch>
            </p:blipFill>
            <p:spPr bwMode="auto">
              <a:xfrm>
                <a:off x="3470" y="2205"/>
                <a:ext cx="499" cy="301"/>
              </a:xfrm>
              <a:prstGeom prst="rect">
                <a:avLst/>
              </a:prstGeom>
              <a:noFill/>
              <a:ln w="9525">
                <a:noFill/>
                <a:miter lim="800000"/>
                <a:headEnd/>
                <a:tailEnd/>
              </a:ln>
            </p:spPr>
          </p:pic>
          <p:sp>
            <p:nvSpPr>
              <p:cNvPr id="39" name="Text Box 43">
                <a:extLst>
                  <a:ext uri="{FF2B5EF4-FFF2-40B4-BE49-F238E27FC236}">
                    <a16:creationId xmlns:a16="http://schemas.microsoft.com/office/drawing/2014/main" id="{1D59A0FA-50B4-4D65-961F-5B19B163A353}"/>
                  </a:ext>
                </a:extLst>
              </p:cNvPr>
              <p:cNvSpPr txBox="1">
                <a:spLocks noChangeArrowheads="1"/>
              </p:cNvSpPr>
              <p:nvPr/>
            </p:nvSpPr>
            <p:spPr bwMode="auto">
              <a:xfrm>
                <a:off x="3542" y="2278"/>
                <a:ext cx="363" cy="204"/>
              </a:xfrm>
              <a:prstGeom prst="rect">
                <a:avLst/>
              </a:prstGeom>
              <a:noFill/>
              <a:ln w="9525" algn="ctr">
                <a:noFill/>
                <a:miter lim="800000"/>
                <a:headEnd/>
                <a:tailEnd/>
              </a:ln>
            </p:spPr>
            <p:txBody>
              <a:bodyPr anchorCtr="1">
                <a:spAutoFit/>
              </a:bodyPr>
              <a:lstStyle/>
              <a:p>
                <a:r>
                  <a:rPr lang="en-US" altLang="zh-CN" sz="1500" b="1">
                    <a:latin typeface="宋体" pitchFamily="2" charset="-122"/>
                  </a:rPr>
                  <a:t>……</a:t>
                </a:r>
                <a:endParaRPr lang="en-US" altLang="zh-CN" sz="1500" b="1"/>
              </a:p>
            </p:txBody>
          </p:sp>
        </p:grpSp>
        <p:pic>
          <p:nvPicPr>
            <p:cNvPr id="20" name="Picture 36">
              <a:extLst>
                <a:ext uri="{FF2B5EF4-FFF2-40B4-BE49-F238E27FC236}">
                  <a16:creationId xmlns:a16="http://schemas.microsoft.com/office/drawing/2014/main" id="{93AACED2-9208-4B07-9CFD-B33FD184A47A}"/>
                </a:ext>
              </a:extLst>
            </p:cNvPr>
            <p:cNvPicPr>
              <a:picLocks noChangeAspect="1" noChangeArrowheads="1"/>
            </p:cNvPicPr>
            <p:nvPr/>
          </p:nvPicPr>
          <p:blipFill>
            <a:blip r:embed="rId4"/>
            <a:srcRect/>
            <a:stretch>
              <a:fillRect/>
            </a:stretch>
          </p:blipFill>
          <p:spPr bwMode="auto">
            <a:xfrm>
              <a:off x="4293349" y="4968310"/>
              <a:ext cx="1744937" cy="1053112"/>
            </a:xfrm>
            <a:prstGeom prst="rect">
              <a:avLst/>
            </a:prstGeom>
            <a:noFill/>
            <a:ln w="9525">
              <a:noFill/>
              <a:miter lim="800000"/>
              <a:headEnd/>
              <a:tailEnd/>
            </a:ln>
          </p:spPr>
        </p:pic>
        <p:pic>
          <p:nvPicPr>
            <p:cNvPr id="21" name="Picture 15">
              <a:extLst>
                <a:ext uri="{FF2B5EF4-FFF2-40B4-BE49-F238E27FC236}">
                  <a16:creationId xmlns:a16="http://schemas.microsoft.com/office/drawing/2014/main" id="{2FEDBECA-B297-4EAA-87FC-FD1A5F647812}"/>
                </a:ext>
              </a:extLst>
            </p:cNvPr>
            <p:cNvPicPr>
              <a:picLocks noChangeAspect="1" noChangeArrowheads="1"/>
            </p:cNvPicPr>
            <p:nvPr/>
          </p:nvPicPr>
          <p:blipFill>
            <a:blip r:embed="rId2"/>
            <a:srcRect/>
            <a:stretch>
              <a:fillRect/>
            </a:stretch>
          </p:blipFill>
          <p:spPr bwMode="auto">
            <a:xfrm>
              <a:off x="4894853" y="4532076"/>
              <a:ext cx="515025" cy="219078"/>
            </a:xfrm>
            <a:prstGeom prst="rect">
              <a:avLst/>
            </a:prstGeom>
            <a:noFill/>
            <a:ln w="9525">
              <a:noFill/>
              <a:miter lim="800000"/>
              <a:headEnd/>
              <a:tailEnd/>
            </a:ln>
          </p:spPr>
        </p:pic>
        <p:pic>
          <p:nvPicPr>
            <p:cNvPr id="22" name="Picture 17">
              <a:extLst>
                <a:ext uri="{FF2B5EF4-FFF2-40B4-BE49-F238E27FC236}">
                  <a16:creationId xmlns:a16="http://schemas.microsoft.com/office/drawing/2014/main" id="{A8E27A95-E5F2-4329-A36A-4C6F36EEA17E}"/>
                </a:ext>
              </a:extLst>
            </p:cNvPr>
            <p:cNvPicPr>
              <a:picLocks noChangeAspect="1" noChangeArrowheads="1"/>
            </p:cNvPicPr>
            <p:nvPr/>
          </p:nvPicPr>
          <p:blipFill>
            <a:blip r:embed="rId3"/>
            <a:srcRect/>
            <a:stretch>
              <a:fillRect/>
            </a:stretch>
          </p:blipFill>
          <p:spPr bwMode="auto">
            <a:xfrm>
              <a:off x="4470149" y="5318066"/>
              <a:ext cx="459296" cy="428547"/>
            </a:xfrm>
            <a:prstGeom prst="rect">
              <a:avLst/>
            </a:prstGeom>
            <a:noFill/>
            <a:ln w="9525">
              <a:noFill/>
              <a:miter lim="800000"/>
              <a:headEnd/>
              <a:tailEnd/>
            </a:ln>
          </p:spPr>
        </p:pic>
        <p:pic>
          <p:nvPicPr>
            <p:cNvPr id="23" name="Picture 18">
              <a:extLst>
                <a:ext uri="{FF2B5EF4-FFF2-40B4-BE49-F238E27FC236}">
                  <a16:creationId xmlns:a16="http://schemas.microsoft.com/office/drawing/2014/main" id="{8198D580-9CA2-4E97-837F-24C272A0ACE0}"/>
                </a:ext>
              </a:extLst>
            </p:cNvPr>
            <p:cNvPicPr>
              <a:picLocks noChangeAspect="1" noChangeArrowheads="1"/>
            </p:cNvPicPr>
            <p:nvPr/>
          </p:nvPicPr>
          <p:blipFill>
            <a:blip r:embed="rId3"/>
            <a:srcRect/>
            <a:stretch>
              <a:fillRect/>
            </a:stretch>
          </p:blipFill>
          <p:spPr bwMode="auto">
            <a:xfrm>
              <a:off x="5340696" y="5325753"/>
              <a:ext cx="459294" cy="428547"/>
            </a:xfrm>
            <a:prstGeom prst="rect">
              <a:avLst/>
            </a:prstGeom>
            <a:noFill/>
            <a:ln w="9525">
              <a:noFill/>
              <a:miter lim="800000"/>
              <a:headEnd/>
              <a:tailEnd/>
            </a:ln>
          </p:spPr>
        </p:pic>
        <p:cxnSp>
          <p:nvCxnSpPr>
            <p:cNvPr id="24" name="AutoShape 20">
              <a:extLst>
                <a:ext uri="{FF2B5EF4-FFF2-40B4-BE49-F238E27FC236}">
                  <a16:creationId xmlns:a16="http://schemas.microsoft.com/office/drawing/2014/main" id="{490A5A09-E546-409A-BA65-BE06F91D73BD}"/>
                </a:ext>
              </a:extLst>
            </p:cNvPr>
            <p:cNvCxnSpPr>
              <a:cxnSpLocks noChangeShapeType="1"/>
            </p:cNvCxnSpPr>
            <p:nvPr/>
          </p:nvCxnSpPr>
          <p:spPr bwMode="auto">
            <a:xfrm flipH="1">
              <a:off x="4700757" y="4751154"/>
              <a:ext cx="451609" cy="566913"/>
            </a:xfrm>
            <a:prstGeom prst="straightConnector1">
              <a:avLst/>
            </a:prstGeom>
            <a:noFill/>
            <a:ln w="31750">
              <a:solidFill>
                <a:srgbClr val="FF0000"/>
              </a:solidFill>
              <a:round/>
              <a:headEnd/>
              <a:tailEnd/>
            </a:ln>
          </p:spPr>
        </p:cxnSp>
        <p:cxnSp>
          <p:nvCxnSpPr>
            <p:cNvPr id="25" name="AutoShape 23">
              <a:extLst>
                <a:ext uri="{FF2B5EF4-FFF2-40B4-BE49-F238E27FC236}">
                  <a16:creationId xmlns:a16="http://schemas.microsoft.com/office/drawing/2014/main" id="{260F7DA8-542D-446C-AA5E-2DC31AE96F2C}"/>
                </a:ext>
              </a:extLst>
            </p:cNvPr>
            <p:cNvCxnSpPr>
              <a:cxnSpLocks noChangeShapeType="1"/>
            </p:cNvCxnSpPr>
            <p:nvPr/>
          </p:nvCxnSpPr>
          <p:spPr bwMode="auto">
            <a:xfrm>
              <a:off x="5152366" y="4751154"/>
              <a:ext cx="418939" cy="574600"/>
            </a:xfrm>
            <a:prstGeom prst="straightConnector1">
              <a:avLst/>
            </a:prstGeom>
            <a:noFill/>
            <a:ln w="31750">
              <a:solidFill>
                <a:srgbClr val="FF0000"/>
              </a:solidFill>
              <a:round/>
              <a:headEnd/>
              <a:tailEnd/>
            </a:ln>
          </p:spPr>
        </p:cxnSp>
        <p:pic>
          <p:nvPicPr>
            <p:cNvPr id="26" name="Picture 24">
              <a:extLst>
                <a:ext uri="{FF2B5EF4-FFF2-40B4-BE49-F238E27FC236}">
                  <a16:creationId xmlns:a16="http://schemas.microsoft.com/office/drawing/2014/main" id="{18F51AD0-3985-4D01-8A15-53EE61D3FEDD}"/>
                </a:ext>
              </a:extLst>
            </p:cNvPr>
            <p:cNvPicPr>
              <a:picLocks noChangeAspect="1" noChangeArrowheads="1"/>
            </p:cNvPicPr>
            <p:nvPr/>
          </p:nvPicPr>
          <p:blipFill>
            <a:blip r:embed="rId2"/>
            <a:srcRect/>
            <a:stretch>
              <a:fillRect/>
            </a:stretch>
          </p:blipFill>
          <p:spPr bwMode="auto">
            <a:xfrm>
              <a:off x="5688530" y="4532076"/>
              <a:ext cx="524635" cy="224844"/>
            </a:xfrm>
            <a:prstGeom prst="rect">
              <a:avLst/>
            </a:prstGeom>
            <a:noFill/>
            <a:ln w="9525">
              <a:noFill/>
              <a:miter lim="800000"/>
              <a:headEnd/>
              <a:tailEnd/>
            </a:ln>
          </p:spPr>
        </p:pic>
        <p:pic>
          <p:nvPicPr>
            <p:cNvPr id="27" name="Picture 25">
              <a:extLst>
                <a:ext uri="{FF2B5EF4-FFF2-40B4-BE49-F238E27FC236}">
                  <a16:creationId xmlns:a16="http://schemas.microsoft.com/office/drawing/2014/main" id="{CA31E1FD-0F25-4E4B-9AFB-363DBDC30CFE}"/>
                </a:ext>
              </a:extLst>
            </p:cNvPr>
            <p:cNvPicPr>
              <a:picLocks noChangeAspect="1" noChangeArrowheads="1"/>
            </p:cNvPicPr>
            <p:nvPr/>
          </p:nvPicPr>
          <p:blipFill>
            <a:blip r:embed="rId5"/>
            <a:srcRect/>
            <a:stretch>
              <a:fillRect/>
            </a:stretch>
          </p:blipFill>
          <p:spPr bwMode="auto">
            <a:xfrm>
              <a:off x="6126686" y="3575051"/>
              <a:ext cx="434312" cy="426625"/>
            </a:xfrm>
            <a:prstGeom prst="rect">
              <a:avLst/>
            </a:prstGeom>
            <a:noFill/>
            <a:ln w="9525">
              <a:noFill/>
              <a:miter lim="800000"/>
              <a:headEnd/>
              <a:tailEnd/>
            </a:ln>
          </p:spPr>
        </p:pic>
        <p:pic>
          <p:nvPicPr>
            <p:cNvPr id="28" name="Picture 26">
              <a:extLst>
                <a:ext uri="{FF2B5EF4-FFF2-40B4-BE49-F238E27FC236}">
                  <a16:creationId xmlns:a16="http://schemas.microsoft.com/office/drawing/2014/main" id="{6F855C84-DD7D-4B45-A528-125DF96F2AC3}"/>
                </a:ext>
              </a:extLst>
            </p:cNvPr>
            <p:cNvPicPr>
              <a:picLocks noChangeAspect="1" noChangeArrowheads="1"/>
            </p:cNvPicPr>
            <p:nvPr/>
          </p:nvPicPr>
          <p:blipFill>
            <a:blip r:embed="rId2"/>
            <a:srcRect/>
            <a:stretch>
              <a:fillRect/>
            </a:stretch>
          </p:blipFill>
          <p:spPr bwMode="auto">
            <a:xfrm>
              <a:off x="6560998" y="4532076"/>
              <a:ext cx="524635" cy="224844"/>
            </a:xfrm>
            <a:prstGeom prst="rect">
              <a:avLst/>
            </a:prstGeom>
            <a:noFill/>
            <a:ln w="9525">
              <a:noFill/>
              <a:miter lim="800000"/>
              <a:headEnd/>
              <a:tailEnd/>
            </a:ln>
          </p:spPr>
        </p:pic>
        <p:pic>
          <p:nvPicPr>
            <p:cNvPr id="29" name="Picture 27">
              <a:extLst>
                <a:ext uri="{FF2B5EF4-FFF2-40B4-BE49-F238E27FC236}">
                  <a16:creationId xmlns:a16="http://schemas.microsoft.com/office/drawing/2014/main" id="{21FAAE5E-F290-48E6-A59C-A4EEBE445372}"/>
                </a:ext>
              </a:extLst>
            </p:cNvPr>
            <p:cNvPicPr>
              <a:picLocks noChangeAspect="1" noChangeArrowheads="1"/>
            </p:cNvPicPr>
            <p:nvPr/>
          </p:nvPicPr>
          <p:blipFill>
            <a:blip r:embed="rId2"/>
            <a:srcRect/>
            <a:stretch>
              <a:fillRect/>
            </a:stretch>
          </p:blipFill>
          <p:spPr bwMode="auto">
            <a:xfrm>
              <a:off x="7433466" y="4532076"/>
              <a:ext cx="524635" cy="224844"/>
            </a:xfrm>
            <a:prstGeom prst="rect">
              <a:avLst/>
            </a:prstGeom>
            <a:noFill/>
            <a:ln w="9525">
              <a:noFill/>
              <a:miter lim="800000"/>
              <a:headEnd/>
              <a:tailEnd/>
            </a:ln>
          </p:spPr>
        </p:pic>
        <p:cxnSp>
          <p:nvCxnSpPr>
            <p:cNvPr id="30" name="AutoShape 28">
              <a:extLst>
                <a:ext uri="{FF2B5EF4-FFF2-40B4-BE49-F238E27FC236}">
                  <a16:creationId xmlns:a16="http://schemas.microsoft.com/office/drawing/2014/main" id="{F0388190-3687-4E3E-9DBD-E3C0AE80385F}"/>
                </a:ext>
              </a:extLst>
            </p:cNvPr>
            <p:cNvCxnSpPr>
              <a:cxnSpLocks noChangeShapeType="1"/>
            </p:cNvCxnSpPr>
            <p:nvPr/>
          </p:nvCxnSpPr>
          <p:spPr bwMode="auto">
            <a:xfrm flipH="1">
              <a:off x="5152366" y="4001676"/>
              <a:ext cx="1191477" cy="530399"/>
            </a:xfrm>
            <a:prstGeom prst="straightConnector1">
              <a:avLst/>
            </a:prstGeom>
            <a:noFill/>
            <a:ln w="31750">
              <a:solidFill>
                <a:srgbClr val="FF0000"/>
              </a:solidFill>
              <a:round/>
              <a:headEnd/>
              <a:tailEnd/>
            </a:ln>
          </p:spPr>
        </p:cxnSp>
        <p:cxnSp>
          <p:nvCxnSpPr>
            <p:cNvPr id="31" name="AutoShape 29">
              <a:extLst>
                <a:ext uri="{FF2B5EF4-FFF2-40B4-BE49-F238E27FC236}">
                  <a16:creationId xmlns:a16="http://schemas.microsoft.com/office/drawing/2014/main" id="{1A6683B8-633B-4D3E-9B2F-65E2B5B8246C}"/>
                </a:ext>
              </a:extLst>
            </p:cNvPr>
            <p:cNvCxnSpPr>
              <a:cxnSpLocks noChangeShapeType="1"/>
            </p:cNvCxnSpPr>
            <p:nvPr/>
          </p:nvCxnSpPr>
          <p:spPr bwMode="auto">
            <a:xfrm flipH="1">
              <a:off x="5951808" y="4001676"/>
              <a:ext cx="392034" cy="530399"/>
            </a:xfrm>
            <a:prstGeom prst="straightConnector1">
              <a:avLst/>
            </a:prstGeom>
            <a:noFill/>
            <a:ln w="31750">
              <a:solidFill>
                <a:srgbClr val="FF0000"/>
              </a:solidFill>
              <a:round/>
              <a:headEnd/>
              <a:tailEnd/>
            </a:ln>
          </p:spPr>
        </p:cxnSp>
        <p:cxnSp>
          <p:nvCxnSpPr>
            <p:cNvPr id="32" name="AutoShape 30">
              <a:extLst>
                <a:ext uri="{FF2B5EF4-FFF2-40B4-BE49-F238E27FC236}">
                  <a16:creationId xmlns:a16="http://schemas.microsoft.com/office/drawing/2014/main" id="{694CC004-2266-4A80-AD1B-FB4AC10B3E1D}"/>
                </a:ext>
              </a:extLst>
            </p:cNvPr>
            <p:cNvCxnSpPr>
              <a:cxnSpLocks noChangeShapeType="1"/>
            </p:cNvCxnSpPr>
            <p:nvPr/>
          </p:nvCxnSpPr>
          <p:spPr bwMode="auto">
            <a:xfrm>
              <a:off x="6343842" y="4001676"/>
              <a:ext cx="480434" cy="530399"/>
            </a:xfrm>
            <a:prstGeom prst="straightConnector1">
              <a:avLst/>
            </a:prstGeom>
            <a:noFill/>
            <a:ln w="31750">
              <a:solidFill>
                <a:srgbClr val="FF0000"/>
              </a:solidFill>
              <a:round/>
              <a:headEnd/>
              <a:tailEnd/>
            </a:ln>
          </p:spPr>
        </p:cxnSp>
        <p:cxnSp>
          <p:nvCxnSpPr>
            <p:cNvPr id="33" name="AutoShape 31">
              <a:extLst>
                <a:ext uri="{FF2B5EF4-FFF2-40B4-BE49-F238E27FC236}">
                  <a16:creationId xmlns:a16="http://schemas.microsoft.com/office/drawing/2014/main" id="{68BE769A-E4D4-4618-9ACF-8A84384D8070}"/>
                </a:ext>
              </a:extLst>
            </p:cNvPr>
            <p:cNvCxnSpPr>
              <a:cxnSpLocks noChangeShapeType="1"/>
            </p:cNvCxnSpPr>
            <p:nvPr/>
          </p:nvCxnSpPr>
          <p:spPr bwMode="auto">
            <a:xfrm>
              <a:off x="6343842" y="4001676"/>
              <a:ext cx="1352902" cy="530399"/>
            </a:xfrm>
            <a:prstGeom prst="straightConnector1">
              <a:avLst/>
            </a:prstGeom>
            <a:noFill/>
            <a:ln w="31750">
              <a:solidFill>
                <a:srgbClr val="FF0000"/>
              </a:solidFill>
              <a:round/>
              <a:headEnd/>
              <a:tailEnd/>
            </a:ln>
          </p:spPr>
        </p:cxnSp>
        <p:sp>
          <p:nvSpPr>
            <p:cNvPr id="34" name="Text Box 42">
              <a:extLst>
                <a:ext uri="{FF2B5EF4-FFF2-40B4-BE49-F238E27FC236}">
                  <a16:creationId xmlns:a16="http://schemas.microsoft.com/office/drawing/2014/main" id="{98D844CD-B8EE-4129-B69B-1C0CD91FB112}"/>
                </a:ext>
              </a:extLst>
            </p:cNvPr>
            <p:cNvSpPr txBox="1">
              <a:spLocks noChangeArrowheads="1"/>
            </p:cNvSpPr>
            <p:nvPr/>
          </p:nvSpPr>
          <p:spPr bwMode="auto">
            <a:xfrm>
              <a:off x="4817984" y="5393014"/>
              <a:ext cx="697590" cy="391205"/>
            </a:xfrm>
            <a:prstGeom prst="rect">
              <a:avLst/>
            </a:prstGeom>
            <a:noFill/>
            <a:ln w="9525" algn="ctr">
              <a:noFill/>
              <a:miter lim="800000"/>
              <a:headEnd/>
              <a:tailEnd/>
            </a:ln>
          </p:spPr>
          <p:txBody>
            <a:bodyPr anchorCtr="1">
              <a:spAutoFit/>
            </a:bodyPr>
            <a:lstStyle/>
            <a:p>
              <a:r>
                <a:rPr lang="en-US" altLang="zh-CN" sz="1500" b="1">
                  <a:latin typeface="宋体" pitchFamily="2" charset="-122"/>
                </a:rPr>
                <a:t>……</a:t>
              </a:r>
              <a:endParaRPr lang="en-US" altLang="zh-CN" sz="1500" b="1"/>
            </a:p>
          </p:txBody>
        </p:sp>
        <p:cxnSp>
          <p:nvCxnSpPr>
            <p:cNvPr id="35" name="AutoShape 51">
              <a:extLst>
                <a:ext uri="{FF2B5EF4-FFF2-40B4-BE49-F238E27FC236}">
                  <a16:creationId xmlns:a16="http://schemas.microsoft.com/office/drawing/2014/main" id="{E99E119C-CACE-4E3A-8E1E-3F7458CE82AD}"/>
                </a:ext>
              </a:extLst>
            </p:cNvPr>
            <p:cNvCxnSpPr>
              <a:cxnSpLocks noChangeShapeType="1"/>
            </p:cNvCxnSpPr>
            <p:nvPr/>
          </p:nvCxnSpPr>
          <p:spPr bwMode="auto">
            <a:xfrm>
              <a:off x="5951808" y="4756919"/>
              <a:ext cx="393955" cy="472747"/>
            </a:xfrm>
            <a:prstGeom prst="straightConnector1">
              <a:avLst/>
            </a:prstGeom>
            <a:noFill/>
            <a:ln w="31750">
              <a:solidFill>
                <a:srgbClr val="FF0000"/>
              </a:solidFill>
              <a:prstDash val="dash"/>
              <a:round/>
              <a:headEnd/>
              <a:tailEnd/>
            </a:ln>
          </p:spPr>
        </p:cxnSp>
        <p:cxnSp>
          <p:nvCxnSpPr>
            <p:cNvPr id="36" name="AutoShape 52">
              <a:extLst>
                <a:ext uri="{FF2B5EF4-FFF2-40B4-BE49-F238E27FC236}">
                  <a16:creationId xmlns:a16="http://schemas.microsoft.com/office/drawing/2014/main" id="{A5576627-3A1D-49F4-9A96-36E4E6435F92}"/>
                </a:ext>
              </a:extLst>
            </p:cNvPr>
            <p:cNvCxnSpPr>
              <a:cxnSpLocks noChangeShapeType="1"/>
            </p:cNvCxnSpPr>
            <p:nvPr/>
          </p:nvCxnSpPr>
          <p:spPr bwMode="auto">
            <a:xfrm>
              <a:off x="6824277" y="4756919"/>
              <a:ext cx="392034" cy="386268"/>
            </a:xfrm>
            <a:prstGeom prst="straightConnector1">
              <a:avLst/>
            </a:prstGeom>
            <a:noFill/>
            <a:ln w="31750">
              <a:solidFill>
                <a:srgbClr val="FF0000"/>
              </a:solidFill>
              <a:prstDash val="dash"/>
              <a:round/>
              <a:headEnd/>
              <a:tailEnd/>
            </a:ln>
          </p:spPr>
        </p:cxnSp>
        <p:cxnSp>
          <p:nvCxnSpPr>
            <p:cNvPr id="37" name="AutoShape 53">
              <a:extLst>
                <a:ext uri="{FF2B5EF4-FFF2-40B4-BE49-F238E27FC236}">
                  <a16:creationId xmlns:a16="http://schemas.microsoft.com/office/drawing/2014/main" id="{C5336CFF-4C36-4EFF-ADD0-7DC983525B26}"/>
                </a:ext>
              </a:extLst>
            </p:cNvPr>
            <p:cNvCxnSpPr>
              <a:cxnSpLocks noChangeShapeType="1"/>
            </p:cNvCxnSpPr>
            <p:nvPr/>
          </p:nvCxnSpPr>
          <p:spPr bwMode="auto">
            <a:xfrm>
              <a:off x="7696745" y="4756919"/>
              <a:ext cx="303634" cy="299791"/>
            </a:xfrm>
            <a:prstGeom prst="straightConnector1">
              <a:avLst/>
            </a:prstGeom>
            <a:noFill/>
            <a:ln w="31750">
              <a:solidFill>
                <a:srgbClr val="FF0000"/>
              </a:solidFill>
              <a:prstDash val="dash"/>
              <a:round/>
              <a:headEnd/>
              <a:tailEnd/>
            </a:ln>
          </p:spPr>
        </p:cxnSp>
      </p:grpSp>
      <p:grpSp>
        <p:nvGrpSpPr>
          <p:cNvPr id="44" name="组合 162">
            <a:extLst>
              <a:ext uri="{FF2B5EF4-FFF2-40B4-BE49-F238E27FC236}">
                <a16:creationId xmlns:a16="http://schemas.microsoft.com/office/drawing/2014/main" id="{D9F0A582-1440-4103-BD3F-AF76EB764AEC}"/>
              </a:ext>
            </a:extLst>
          </p:cNvPr>
          <p:cNvGrpSpPr>
            <a:grpSpLocks/>
          </p:cNvGrpSpPr>
          <p:nvPr/>
        </p:nvGrpSpPr>
        <p:grpSpPr bwMode="auto">
          <a:xfrm>
            <a:off x="5072063" y="1303338"/>
            <a:ext cx="4005262" cy="4911725"/>
            <a:chOff x="4566447" y="1165193"/>
            <a:chExt cx="4124357" cy="4983237"/>
          </a:xfrm>
        </p:grpSpPr>
        <p:pic>
          <p:nvPicPr>
            <p:cNvPr id="45" name="Picture 5">
              <a:extLst>
                <a:ext uri="{FF2B5EF4-FFF2-40B4-BE49-F238E27FC236}">
                  <a16:creationId xmlns:a16="http://schemas.microsoft.com/office/drawing/2014/main" id="{51A9EF57-D003-4134-A1D3-75EA136041D7}"/>
                </a:ext>
              </a:extLst>
            </p:cNvPr>
            <p:cNvPicPr>
              <a:picLocks noChangeArrowheads="1"/>
            </p:cNvPicPr>
            <p:nvPr/>
          </p:nvPicPr>
          <p:blipFill>
            <a:blip r:embed="rId6"/>
            <a:srcRect/>
            <a:stretch>
              <a:fillRect/>
            </a:stretch>
          </p:blipFill>
          <p:spPr bwMode="auto">
            <a:xfrm>
              <a:off x="4645026" y="1791547"/>
              <a:ext cx="730260" cy="432524"/>
            </a:xfrm>
            <a:prstGeom prst="rect">
              <a:avLst/>
            </a:prstGeom>
            <a:noFill/>
            <a:ln w="9525">
              <a:noFill/>
              <a:miter lim="800000"/>
              <a:headEnd/>
              <a:tailEnd/>
            </a:ln>
          </p:spPr>
        </p:pic>
        <p:pic>
          <p:nvPicPr>
            <p:cNvPr id="46" name="Picture 6">
              <a:extLst>
                <a:ext uri="{FF2B5EF4-FFF2-40B4-BE49-F238E27FC236}">
                  <a16:creationId xmlns:a16="http://schemas.microsoft.com/office/drawing/2014/main" id="{1CB5D833-7D34-47F2-8989-5DC182286BB7}"/>
                </a:ext>
              </a:extLst>
            </p:cNvPr>
            <p:cNvPicPr>
              <a:picLocks noChangeArrowheads="1"/>
            </p:cNvPicPr>
            <p:nvPr/>
          </p:nvPicPr>
          <p:blipFill>
            <a:blip r:embed="rId6"/>
            <a:srcRect/>
            <a:stretch>
              <a:fillRect/>
            </a:stretch>
          </p:blipFill>
          <p:spPr bwMode="auto">
            <a:xfrm>
              <a:off x="6528034" y="1165193"/>
              <a:ext cx="730259" cy="432525"/>
            </a:xfrm>
            <a:prstGeom prst="rect">
              <a:avLst/>
            </a:prstGeom>
            <a:noFill/>
            <a:ln w="9525">
              <a:noFill/>
              <a:miter lim="800000"/>
              <a:headEnd/>
              <a:tailEnd/>
            </a:ln>
          </p:spPr>
        </p:pic>
        <p:pic>
          <p:nvPicPr>
            <p:cNvPr id="47" name="Picture 8">
              <a:extLst>
                <a:ext uri="{FF2B5EF4-FFF2-40B4-BE49-F238E27FC236}">
                  <a16:creationId xmlns:a16="http://schemas.microsoft.com/office/drawing/2014/main" id="{F0934FB7-0ECF-4B78-8C1B-1F1BC2BC3194}"/>
                </a:ext>
              </a:extLst>
            </p:cNvPr>
            <p:cNvPicPr>
              <a:picLocks noChangeArrowheads="1"/>
            </p:cNvPicPr>
            <p:nvPr/>
          </p:nvPicPr>
          <p:blipFill>
            <a:blip r:embed="rId6"/>
            <a:srcRect/>
            <a:stretch>
              <a:fillRect/>
            </a:stretch>
          </p:blipFill>
          <p:spPr bwMode="auto">
            <a:xfrm>
              <a:off x="6974582" y="3405835"/>
              <a:ext cx="730259" cy="432525"/>
            </a:xfrm>
            <a:prstGeom prst="rect">
              <a:avLst/>
            </a:prstGeom>
            <a:noFill/>
            <a:ln w="9525">
              <a:noFill/>
              <a:miter lim="800000"/>
              <a:headEnd/>
              <a:tailEnd/>
            </a:ln>
          </p:spPr>
        </p:pic>
        <p:cxnSp>
          <p:nvCxnSpPr>
            <p:cNvPr id="48" name="AutoShape 9">
              <a:extLst>
                <a:ext uri="{FF2B5EF4-FFF2-40B4-BE49-F238E27FC236}">
                  <a16:creationId xmlns:a16="http://schemas.microsoft.com/office/drawing/2014/main" id="{DC8B302D-1DF6-40E4-AF20-F491547665A6}"/>
                </a:ext>
              </a:extLst>
            </p:cNvPr>
            <p:cNvCxnSpPr>
              <a:cxnSpLocks noChangeShapeType="1"/>
            </p:cNvCxnSpPr>
            <p:nvPr/>
          </p:nvCxnSpPr>
          <p:spPr bwMode="auto">
            <a:xfrm>
              <a:off x="5004635" y="2149180"/>
              <a:ext cx="268719" cy="808133"/>
            </a:xfrm>
            <a:prstGeom prst="straightConnector1">
              <a:avLst/>
            </a:prstGeom>
            <a:noFill/>
            <a:ln w="31750">
              <a:solidFill>
                <a:srgbClr val="FF0000"/>
              </a:solidFill>
              <a:round/>
              <a:headEnd/>
              <a:tailEnd/>
            </a:ln>
          </p:spPr>
        </p:cxnSp>
        <p:cxnSp>
          <p:nvCxnSpPr>
            <p:cNvPr id="49" name="AutoShape 10">
              <a:extLst>
                <a:ext uri="{FF2B5EF4-FFF2-40B4-BE49-F238E27FC236}">
                  <a16:creationId xmlns:a16="http://schemas.microsoft.com/office/drawing/2014/main" id="{48AE940E-1C68-4643-A596-359465BB7E5F}"/>
                </a:ext>
              </a:extLst>
            </p:cNvPr>
            <p:cNvCxnSpPr>
              <a:cxnSpLocks noChangeShapeType="1"/>
            </p:cNvCxnSpPr>
            <p:nvPr/>
          </p:nvCxnSpPr>
          <p:spPr bwMode="auto">
            <a:xfrm>
              <a:off x="5630988" y="3137117"/>
              <a:ext cx="1343595" cy="448524"/>
            </a:xfrm>
            <a:prstGeom prst="straightConnector1">
              <a:avLst/>
            </a:prstGeom>
            <a:noFill/>
            <a:ln w="31750">
              <a:solidFill>
                <a:srgbClr val="FF0000"/>
              </a:solidFill>
              <a:round/>
              <a:headEnd/>
              <a:tailEnd/>
            </a:ln>
          </p:spPr>
        </p:cxnSp>
        <p:cxnSp>
          <p:nvCxnSpPr>
            <p:cNvPr id="50" name="AutoShape 11">
              <a:extLst>
                <a:ext uri="{FF2B5EF4-FFF2-40B4-BE49-F238E27FC236}">
                  <a16:creationId xmlns:a16="http://schemas.microsoft.com/office/drawing/2014/main" id="{BD849F12-8FDB-4590-8644-E771532CD75F}"/>
                </a:ext>
              </a:extLst>
            </p:cNvPr>
            <p:cNvCxnSpPr>
              <a:cxnSpLocks noChangeShapeType="1"/>
            </p:cNvCxnSpPr>
            <p:nvPr/>
          </p:nvCxnSpPr>
          <p:spPr bwMode="auto">
            <a:xfrm flipH="1">
              <a:off x="7691825" y="2688594"/>
              <a:ext cx="628328" cy="897047"/>
            </a:xfrm>
            <a:prstGeom prst="straightConnector1">
              <a:avLst/>
            </a:prstGeom>
            <a:noFill/>
            <a:ln w="31750">
              <a:solidFill>
                <a:srgbClr val="FF0000"/>
              </a:solidFill>
              <a:round/>
              <a:headEnd/>
              <a:tailEnd/>
            </a:ln>
          </p:spPr>
        </p:cxnSp>
        <p:cxnSp>
          <p:nvCxnSpPr>
            <p:cNvPr id="51" name="AutoShape 12">
              <a:extLst>
                <a:ext uri="{FF2B5EF4-FFF2-40B4-BE49-F238E27FC236}">
                  <a16:creationId xmlns:a16="http://schemas.microsoft.com/office/drawing/2014/main" id="{51777DAF-DB83-44E0-9064-8AF71C0E1D3F}"/>
                </a:ext>
              </a:extLst>
            </p:cNvPr>
            <p:cNvCxnSpPr>
              <a:cxnSpLocks noChangeShapeType="1"/>
            </p:cNvCxnSpPr>
            <p:nvPr/>
          </p:nvCxnSpPr>
          <p:spPr bwMode="auto">
            <a:xfrm flipH="1">
              <a:off x="5004635" y="1344999"/>
              <a:ext cx="1523400" cy="446548"/>
            </a:xfrm>
            <a:prstGeom prst="straightConnector1">
              <a:avLst/>
            </a:prstGeom>
            <a:noFill/>
            <a:ln w="31750">
              <a:solidFill>
                <a:srgbClr val="FF0000"/>
              </a:solidFill>
              <a:round/>
              <a:headEnd/>
              <a:tailEnd/>
            </a:ln>
          </p:spPr>
        </p:cxnSp>
        <p:cxnSp>
          <p:nvCxnSpPr>
            <p:cNvPr id="52" name="AutoShape 13">
              <a:extLst>
                <a:ext uri="{FF2B5EF4-FFF2-40B4-BE49-F238E27FC236}">
                  <a16:creationId xmlns:a16="http://schemas.microsoft.com/office/drawing/2014/main" id="{7D74C709-8928-4D55-9D77-10DAB5D72649}"/>
                </a:ext>
              </a:extLst>
            </p:cNvPr>
            <p:cNvCxnSpPr>
              <a:cxnSpLocks noChangeShapeType="1"/>
            </p:cNvCxnSpPr>
            <p:nvPr/>
          </p:nvCxnSpPr>
          <p:spPr bwMode="auto">
            <a:xfrm>
              <a:off x="7245277" y="1344999"/>
              <a:ext cx="1074876" cy="985961"/>
            </a:xfrm>
            <a:prstGeom prst="straightConnector1">
              <a:avLst/>
            </a:prstGeom>
            <a:noFill/>
            <a:ln w="31750">
              <a:solidFill>
                <a:srgbClr val="FF0000"/>
              </a:solidFill>
              <a:round/>
              <a:headEnd/>
              <a:tailEnd/>
            </a:ln>
          </p:spPr>
        </p:cxnSp>
        <p:sp>
          <p:nvSpPr>
            <p:cNvPr id="53" name="Line 18">
              <a:extLst>
                <a:ext uri="{FF2B5EF4-FFF2-40B4-BE49-F238E27FC236}">
                  <a16:creationId xmlns:a16="http://schemas.microsoft.com/office/drawing/2014/main" id="{00944B9F-1529-43DE-A5A8-9D850B8DB6C7}"/>
                </a:ext>
              </a:extLst>
            </p:cNvPr>
            <p:cNvSpPr>
              <a:spLocks noChangeShapeType="1"/>
            </p:cNvSpPr>
            <p:nvPr/>
          </p:nvSpPr>
          <p:spPr bwMode="auto">
            <a:xfrm>
              <a:off x="5362547" y="2062304"/>
              <a:ext cx="2599179" cy="446140"/>
            </a:xfrm>
            <a:prstGeom prst="line">
              <a:avLst/>
            </a:prstGeom>
            <a:noFill/>
            <a:ln w="31750">
              <a:solidFill>
                <a:srgbClr val="FF0000"/>
              </a:solidFill>
              <a:round/>
              <a:headEnd/>
              <a:tailEnd/>
            </a:ln>
          </p:spPr>
          <p:txBody>
            <a:bodyPr wrap="none" anchor="ctr" anchorCtr="1"/>
            <a:lstStyle/>
            <a:p>
              <a:pPr>
                <a:defRPr/>
              </a:pPr>
              <a:endParaRPr lang="zh-CN" altLang="en-US" sz="1600" b="1">
                <a:latin typeface="+mj-lt"/>
                <a:ea typeface="黑体" pitchFamily="2" charset="-122"/>
              </a:endParaRPr>
            </a:p>
          </p:txBody>
        </p:sp>
        <p:sp>
          <p:nvSpPr>
            <p:cNvPr id="54" name="Line 19">
              <a:extLst>
                <a:ext uri="{FF2B5EF4-FFF2-40B4-BE49-F238E27FC236}">
                  <a16:creationId xmlns:a16="http://schemas.microsoft.com/office/drawing/2014/main" id="{BDA2E471-DA8B-4CFD-9EC7-5722BCBBE0E5}"/>
                </a:ext>
              </a:extLst>
            </p:cNvPr>
            <p:cNvSpPr>
              <a:spLocks noChangeShapeType="1"/>
            </p:cNvSpPr>
            <p:nvPr/>
          </p:nvSpPr>
          <p:spPr bwMode="auto">
            <a:xfrm>
              <a:off x="5362547" y="2062304"/>
              <a:ext cx="1883179" cy="1343251"/>
            </a:xfrm>
            <a:prstGeom prst="line">
              <a:avLst/>
            </a:prstGeom>
            <a:noFill/>
            <a:ln w="31750">
              <a:solidFill>
                <a:srgbClr val="FF0000"/>
              </a:solidFill>
              <a:round/>
              <a:headEnd/>
              <a:tailEnd/>
            </a:ln>
          </p:spPr>
          <p:txBody>
            <a:bodyPr wrap="none" anchor="ctr" anchorCtr="1"/>
            <a:lstStyle/>
            <a:p>
              <a:pPr>
                <a:defRPr/>
              </a:pPr>
              <a:endParaRPr lang="zh-CN" altLang="en-US" sz="1600" b="1">
                <a:latin typeface="+mj-lt"/>
                <a:ea typeface="黑体" pitchFamily="2" charset="-122"/>
              </a:endParaRPr>
            </a:p>
          </p:txBody>
        </p:sp>
        <p:sp>
          <p:nvSpPr>
            <p:cNvPr id="55" name="Line 21">
              <a:extLst>
                <a:ext uri="{FF2B5EF4-FFF2-40B4-BE49-F238E27FC236}">
                  <a16:creationId xmlns:a16="http://schemas.microsoft.com/office/drawing/2014/main" id="{C635D5C0-B096-4736-BD36-04C369D4A36A}"/>
                </a:ext>
              </a:extLst>
            </p:cNvPr>
            <p:cNvSpPr>
              <a:spLocks noChangeShapeType="1"/>
            </p:cNvSpPr>
            <p:nvPr/>
          </p:nvSpPr>
          <p:spPr bwMode="auto">
            <a:xfrm flipH="1">
              <a:off x="5540730" y="1522749"/>
              <a:ext cx="1345361" cy="1523640"/>
            </a:xfrm>
            <a:prstGeom prst="line">
              <a:avLst/>
            </a:prstGeom>
            <a:noFill/>
            <a:ln w="31750">
              <a:solidFill>
                <a:srgbClr val="FF0000"/>
              </a:solidFill>
              <a:round/>
              <a:headEnd/>
              <a:tailEnd/>
            </a:ln>
          </p:spPr>
          <p:txBody>
            <a:bodyPr wrap="none" anchor="ctr" anchorCtr="1"/>
            <a:lstStyle/>
            <a:p>
              <a:pPr>
                <a:defRPr/>
              </a:pPr>
              <a:endParaRPr lang="zh-CN" altLang="en-US" sz="1600" b="1">
                <a:latin typeface="+mj-lt"/>
                <a:ea typeface="黑体" pitchFamily="2" charset="-122"/>
              </a:endParaRPr>
            </a:p>
          </p:txBody>
        </p:sp>
        <p:sp>
          <p:nvSpPr>
            <p:cNvPr id="56" name="Line 22">
              <a:extLst>
                <a:ext uri="{FF2B5EF4-FFF2-40B4-BE49-F238E27FC236}">
                  <a16:creationId xmlns:a16="http://schemas.microsoft.com/office/drawing/2014/main" id="{021EDD3F-5B1D-40F5-B190-E17B97BDF498}"/>
                </a:ext>
              </a:extLst>
            </p:cNvPr>
            <p:cNvSpPr>
              <a:spLocks noChangeShapeType="1"/>
            </p:cNvSpPr>
            <p:nvPr/>
          </p:nvSpPr>
          <p:spPr bwMode="auto">
            <a:xfrm flipV="1">
              <a:off x="5540730" y="2508444"/>
              <a:ext cx="2510905" cy="537945"/>
            </a:xfrm>
            <a:prstGeom prst="line">
              <a:avLst/>
            </a:prstGeom>
            <a:noFill/>
            <a:ln w="31750">
              <a:solidFill>
                <a:srgbClr val="FF0000"/>
              </a:solidFill>
              <a:round/>
              <a:headEnd/>
              <a:tailEnd/>
            </a:ln>
          </p:spPr>
          <p:txBody>
            <a:bodyPr wrap="none" anchor="ctr" anchorCtr="1"/>
            <a:lstStyle/>
            <a:p>
              <a:pPr>
                <a:defRPr/>
              </a:pPr>
              <a:endParaRPr lang="zh-CN" altLang="en-US" sz="1600" b="1">
                <a:latin typeface="+mj-lt"/>
                <a:ea typeface="黑体" pitchFamily="2" charset="-122"/>
              </a:endParaRPr>
            </a:p>
          </p:txBody>
        </p:sp>
        <p:sp>
          <p:nvSpPr>
            <p:cNvPr id="57" name="Line 27">
              <a:extLst>
                <a:ext uri="{FF2B5EF4-FFF2-40B4-BE49-F238E27FC236}">
                  <a16:creationId xmlns:a16="http://schemas.microsoft.com/office/drawing/2014/main" id="{19DBE47C-3A4F-453B-9749-5868D880B833}"/>
                </a:ext>
              </a:extLst>
            </p:cNvPr>
            <p:cNvSpPr>
              <a:spLocks noChangeShapeType="1"/>
            </p:cNvSpPr>
            <p:nvPr/>
          </p:nvSpPr>
          <p:spPr bwMode="auto">
            <a:xfrm>
              <a:off x="6886091" y="1522749"/>
              <a:ext cx="359635" cy="1882806"/>
            </a:xfrm>
            <a:prstGeom prst="line">
              <a:avLst/>
            </a:prstGeom>
            <a:noFill/>
            <a:ln w="31750">
              <a:solidFill>
                <a:srgbClr val="FF0000"/>
              </a:solidFill>
              <a:round/>
              <a:headEnd/>
              <a:tailEnd/>
            </a:ln>
          </p:spPr>
          <p:txBody>
            <a:bodyPr wrap="none" anchor="ctr" anchorCtr="1"/>
            <a:lstStyle/>
            <a:p>
              <a:pPr>
                <a:defRPr/>
              </a:pPr>
              <a:endParaRPr lang="zh-CN" altLang="en-US" sz="1600" b="1">
                <a:latin typeface="+mj-lt"/>
                <a:ea typeface="黑体" pitchFamily="2" charset="-122"/>
              </a:endParaRPr>
            </a:p>
          </p:txBody>
        </p:sp>
        <p:sp>
          <p:nvSpPr>
            <p:cNvPr id="58" name="Text Box 28">
              <a:extLst>
                <a:ext uri="{FF2B5EF4-FFF2-40B4-BE49-F238E27FC236}">
                  <a16:creationId xmlns:a16="http://schemas.microsoft.com/office/drawing/2014/main" id="{F4A84206-FB68-4793-B4AA-FC235B2C56F2}"/>
                </a:ext>
              </a:extLst>
            </p:cNvPr>
            <p:cNvSpPr txBox="1">
              <a:spLocks noChangeArrowheads="1"/>
            </p:cNvSpPr>
            <p:nvPr/>
          </p:nvSpPr>
          <p:spPr bwMode="auto">
            <a:xfrm>
              <a:off x="6704639" y="1332697"/>
              <a:ext cx="361269" cy="338229"/>
            </a:xfrm>
            <a:prstGeom prst="rect">
              <a:avLst/>
            </a:prstGeom>
            <a:noFill/>
            <a:ln w="9525" algn="ctr">
              <a:noFill/>
              <a:miter lim="800000"/>
              <a:headEnd/>
              <a:tailEnd/>
            </a:ln>
          </p:spPr>
          <p:txBody>
            <a:bodyPr anchorCtr="1">
              <a:spAutoFit/>
            </a:bodyPr>
            <a:lstStyle/>
            <a:p>
              <a:pPr>
                <a:defRPr/>
              </a:pPr>
              <a:r>
                <a:rPr lang="en-US" altLang="zh-CN" sz="1600" b="1" dirty="0">
                  <a:solidFill>
                    <a:schemeClr val="bg1"/>
                  </a:solidFill>
                  <a:latin typeface="+mj-lt"/>
                  <a:ea typeface="黑体" pitchFamily="2" charset="-122"/>
                </a:rPr>
                <a:t>A</a:t>
              </a:r>
            </a:p>
          </p:txBody>
        </p:sp>
        <p:pic>
          <p:nvPicPr>
            <p:cNvPr id="59" name="Picture 7">
              <a:extLst>
                <a:ext uri="{FF2B5EF4-FFF2-40B4-BE49-F238E27FC236}">
                  <a16:creationId xmlns:a16="http://schemas.microsoft.com/office/drawing/2014/main" id="{6AF0D1DF-5D81-4427-A1EA-C7C237369FE5}"/>
                </a:ext>
              </a:extLst>
            </p:cNvPr>
            <p:cNvPicPr>
              <a:picLocks noChangeArrowheads="1"/>
            </p:cNvPicPr>
            <p:nvPr/>
          </p:nvPicPr>
          <p:blipFill>
            <a:blip r:embed="rId6"/>
            <a:srcRect/>
            <a:stretch>
              <a:fillRect/>
            </a:stretch>
          </p:blipFill>
          <p:spPr bwMode="auto">
            <a:xfrm>
              <a:off x="7960544" y="2330959"/>
              <a:ext cx="730260" cy="432525"/>
            </a:xfrm>
            <a:prstGeom prst="rect">
              <a:avLst/>
            </a:prstGeom>
            <a:noFill/>
            <a:ln w="9525">
              <a:noFill/>
              <a:miter lim="800000"/>
              <a:headEnd/>
              <a:tailEnd/>
            </a:ln>
          </p:spPr>
        </p:pic>
        <p:pic>
          <p:nvPicPr>
            <p:cNvPr id="60" name="Picture 4">
              <a:extLst>
                <a:ext uri="{FF2B5EF4-FFF2-40B4-BE49-F238E27FC236}">
                  <a16:creationId xmlns:a16="http://schemas.microsoft.com/office/drawing/2014/main" id="{EB690255-C9ED-4CDA-BAFC-C1B977E4181C}"/>
                </a:ext>
              </a:extLst>
            </p:cNvPr>
            <p:cNvPicPr>
              <a:picLocks noChangeArrowheads="1"/>
            </p:cNvPicPr>
            <p:nvPr/>
          </p:nvPicPr>
          <p:blipFill>
            <a:blip r:embed="rId6"/>
            <a:srcRect/>
            <a:stretch>
              <a:fillRect/>
            </a:stretch>
          </p:blipFill>
          <p:spPr bwMode="auto">
            <a:xfrm>
              <a:off x="4913745" y="2957313"/>
              <a:ext cx="730260" cy="432524"/>
            </a:xfrm>
            <a:prstGeom prst="rect">
              <a:avLst/>
            </a:prstGeom>
            <a:noFill/>
            <a:ln w="9525">
              <a:noFill/>
              <a:miter lim="800000"/>
              <a:headEnd/>
              <a:tailEnd/>
            </a:ln>
          </p:spPr>
        </p:pic>
        <p:sp>
          <p:nvSpPr>
            <p:cNvPr id="61" name="Text Box 29">
              <a:extLst>
                <a:ext uri="{FF2B5EF4-FFF2-40B4-BE49-F238E27FC236}">
                  <a16:creationId xmlns:a16="http://schemas.microsoft.com/office/drawing/2014/main" id="{ADE374F5-5175-41F3-8781-DB1823740A49}"/>
                </a:ext>
              </a:extLst>
            </p:cNvPr>
            <p:cNvSpPr txBox="1">
              <a:spLocks noChangeArrowheads="1"/>
            </p:cNvSpPr>
            <p:nvPr/>
          </p:nvSpPr>
          <p:spPr bwMode="auto">
            <a:xfrm>
              <a:off x="8146448" y="2497170"/>
              <a:ext cx="359635" cy="338229"/>
            </a:xfrm>
            <a:prstGeom prst="rect">
              <a:avLst/>
            </a:prstGeom>
            <a:noFill/>
            <a:ln w="9525" algn="ctr">
              <a:noFill/>
              <a:miter lim="800000"/>
              <a:headEnd/>
              <a:tailEnd/>
            </a:ln>
          </p:spPr>
          <p:txBody>
            <a:bodyPr anchorCtr="1">
              <a:spAutoFit/>
            </a:bodyPr>
            <a:lstStyle/>
            <a:p>
              <a:pPr>
                <a:defRPr/>
              </a:pPr>
              <a:r>
                <a:rPr lang="en-US" altLang="zh-CN" sz="1600" b="1" dirty="0">
                  <a:solidFill>
                    <a:schemeClr val="bg1"/>
                  </a:solidFill>
                  <a:latin typeface="+mj-lt"/>
                  <a:ea typeface="黑体" pitchFamily="2" charset="-122"/>
                </a:rPr>
                <a:t>E</a:t>
              </a:r>
            </a:p>
          </p:txBody>
        </p:sp>
        <p:sp>
          <p:nvSpPr>
            <p:cNvPr id="62" name="Text Box 30">
              <a:extLst>
                <a:ext uri="{FF2B5EF4-FFF2-40B4-BE49-F238E27FC236}">
                  <a16:creationId xmlns:a16="http://schemas.microsoft.com/office/drawing/2014/main" id="{B078800C-DC51-4A9E-844C-3BFE0E57F186}"/>
                </a:ext>
              </a:extLst>
            </p:cNvPr>
            <p:cNvSpPr txBox="1">
              <a:spLocks noChangeArrowheads="1"/>
            </p:cNvSpPr>
            <p:nvPr/>
          </p:nvSpPr>
          <p:spPr bwMode="auto">
            <a:xfrm>
              <a:off x="7165626" y="3581113"/>
              <a:ext cx="361269" cy="338229"/>
            </a:xfrm>
            <a:prstGeom prst="rect">
              <a:avLst/>
            </a:prstGeom>
            <a:noFill/>
            <a:ln w="9525" algn="ctr">
              <a:noFill/>
              <a:miter lim="800000"/>
              <a:headEnd/>
              <a:tailEnd/>
            </a:ln>
          </p:spPr>
          <p:txBody>
            <a:bodyPr anchorCtr="1">
              <a:spAutoFit/>
            </a:bodyPr>
            <a:lstStyle/>
            <a:p>
              <a:pPr>
                <a:defRPr/>
              </a:pPr>
              <a:r>
                <a:rPr lang="en-US" altLang="zh-CN" sz="1600" b="1" dirty="0">
                  <a:solidFill>
                    <a:schemeClr val="bg1"/>
                  </a:solidFill>
                  <a:latin typeface="+mj-lt"/>
                  <a:ea typeface="黑体" pitchFamily="2" charset="-122"/>
                </a:rPr>
                <a:t>D</a:t>
              </a:r>
            </a:p>
          </p:txBody>
        </p:sp>
        <p:sp>
          <p:nvSpPr>
            <p:cNvPr id="63" name="Text Box 31">
              <a:extLst>
                <a:ext uri="{FF2B5EF4-FFF2-40B4-BE49-F238E27FC236}">
                  <a16:creationId xmlns:a16="http://schemas.microsoft.com/office/drawing/2014/main" id="{57683122-B94E-44FE-A944-35474BDC9FC5}"/>
                </a:ext>
              </a:extLst>
            </p:cNvPr>
            <p:cNvSpPr txBox="1">
              <a:spLocks noChangeArrowheads="1"/>
            </p:cNvSpPr>
            <p:nvPr/>
          </p:nvSpPr>
          <p:spPr bwMode="auto">
            <a:xfrm>
              <a:off x="4836173" y="1959225"/>
              <a:ext cx="359635" cy="338229"/>
            </a:xfrm>
            <a:prstGeom prst="rect">
              <a:avLst/>
            </a:prstGeom>
            <a:noFill/>
            <a:ln w="9525" algn="ctr">
              <a:noFill/>
              <a:miter lim="800000"/>
              <a:headEnd/>
              <a:tailEnd/>
            </a:ln>
          </p:spPr>
          <p:txBody>
            <a:bodyPr anchorCtr="1">
              <a:spAutoFit/>
            </a:bodyPr>
            <a:lstStyle/>
            <a:p>
              <a:pPr>
                <a:defRPr/>
              </a:pPr>
              <a:r>
                <a:rPr lang="en-US" altLang="zh-CN" sz="1600" b="1" dirty="0">
                  <a:solidFill>
                    <a:schemeClr val="bg1"/>
                  </a:solidFill>
                  <a:latin typeface="+mj-lt"/>
                  <a:ea typeface="黑体" pitchFamily="2" charset="-122"/>
                </a:rPr>
                <a:t>B</a:t>
              </a:r>
            </a:p>
          </p:txBody>
        </p:sp>
        <p:sp>
          <p:nvSpPr>
            <p:cNvPr id="64" name="Text Box 32">
              <a:extLst>
                <a:ext uri="{FF2B5EF4-FFF2-40B4-BE49-F238E27FC236}">
                  <a16:creationId xmlns:a16="http://schemas.microsoft.com/office/drawing/2014/main" id="{424F08ED-3A5B-46C1-8D27-B1B93D5771C5}"/>
                </a:ext>
              </a:extLst>
            </p:cNvPr>
            <p:cNvSpPr txBox="1">
              <a:spLocks noChangeArrowheads="1"/>
            </p:cNvSpPr>
            <p:nvPr/>
          </p:nvSpPr>
          <p:spPr bwMode="auto">
            <a:xfrm>
              <a:off x="5102630" y="3128530"/>
              <a:ext cx="361269" cy="338229"/>
            </a:xfrm>
            <a:prstGeom prst="rect">
              <a:avLst/>
            </a:prstGeom>
            <a:noFill/>
            <a:ln w="9525" algn="ctr">
              <a:noFill/>
              <a:miter lim="800000"/>
              <a:headEnd/>
              <a:tailEnd/>
            </a:ln>
          </p:spPr>
          <p:txBody>
            <a:bodyPr anchorCtr="1">
              <a:spAutoFit/>
            </a:bodyPr>
            <a:lstStyle/>
            <a:p>
              <a:pPr>
                <a:defRPr/>
              </a:pPr>
              <a:r>
                <a:rPr lang="en-US" altLang="zh-CN" sz="1600" b="1" dirty="0">
                  <a:solidFill>
                    <a:schemeClr val="bg1"/>
                  </a:solidFill>
                  <a:latin typeface="+mj-lt"/>
                  <a:ea typeface="黑体" pitchFamily="2" charset="-122"/>
                </a:rPr>
                <a:t>C</a:t>
              </a:r>
            </a:p>
          </p:txBody>
        </p:sp>
        <p:pic>
          <p:nvPicPr>
            <p:cNvPr id="65" name="Picture 4">
              <a:extLst>
                <a:ext uri="{FF2B5EF4-FFF2-40B4-BE49-F238E27FC236}">
                  <a16:creationId xmlns:a16="http://schemas.microsoft.com/office/drawing/2014/main" id="{35EF9049-C3F8-4D97-BE5C-B823914D15E8}"/>
                </a:ext>
              </a:extLst>
            </p:cNvPr>
            <p:cNvPicPr>
              <a:picLocks noChangeAspect="1" noChangeArrowheads="1"/>
            </p:cNvPicPr>
            <p:nvPr/>
          </p:nvPicPr>
          <p:blipFill>
            <a:blip r:embed="rId5"/>
            <a:srcRect/>
            <a:stretch>
              <a:fillRect/>
            </a:stretch>
          </p:blipFill>
          <p:spPr bwMode="auto">
            <a:xfrm>
              <a:off x="5238138" y="4159260"/>
              <a:ext cx="610575" cy="600976"/>
            </a:xfrm>
            <a:prstGeom prst="rect">
              <a:avLst/>
            </a:prstGeom>
            <a:noFill/>
            <a:ln w="9525">
              <a:noFill/>
              <a:miter lim="800000"/>
              <a:headEnd/>
              <a:tailEnd/>
            </a:ln>
          </p:spPr>
        </p:pic>
        <p:pic>
          <p:nvPicPr>
            <p:cNvPr id="66" name="Picture 5">
              <a:extLst>
                <a:ext uri="{FF2B5EF4-FFF2-40B4-BE49-F238E27FC236}">
                  <a16:creationId xmlns:a16="http://schemas.microsoft.com/office/drawing/2014/main" id="{DA9223AE-E8D1-47C7-ABDC-68C280083F35}"/>
                </a:ext>
              </a:extLst>
            </p:cNvPr>
            <p:cNvPicPr>
              <a:picLocks noChangeAspect="1" noChangeArrowheads="1"/>
            </p:cNvPicPr>
            <p:nvPr/>
          </p:nvPicPr>
          <p:blipFill>
            <a:blip r:embed="rId5"/>
            <a:srcRect/>
            <a:stretch>
              <a:fillRect/>
            </a:stretch>
          </p:blipFill>
          <p:spPr bwMode="auto">
            <a:xfrm>
              <a:off x="6804897" y="4159260"/>
              <a:ext cx="610575" cy="600976"/>
            </a:xfrm>
            <a:prstGeom prst="rect">
              <a:avLst/>
            </a:prstGeom>
            <a:noFill/>
            <a:ln w="9525">
              <a:noFill/>
              <a:miter lim="800000"/>
              <a:headEnd/>
              <a:tailEnd/>
            </a:ln>
          </p:spPr>
        </p:pic>
        <p:pic>
          <p:nvPicPr>
            <p:cNvPr id="67" name="Picture 6">
              <a:extLst>
                <a:ext uri="{FF2B5EF4-FFF2-40B4-BE49-F238E27FC236}">
                  <a16:creationId xmlns:a16="http://schemas.microsoft.com/office/drawing/2014/main" id="{BD7BA3FC-7071-400A-84BA-D7E701CB6048}"/>
                </a:ext>
              </a:extLst>
            </p:cNvPr>
            <p:cNvPicPr>
              <a:picLocks noChangeAspect="1" noChangeArrowheads="1"/>
            </p:cNvPicPr>
            <p:nvPr/>
          </p:nvPicPr>
          <p:blipFill>
            <a:blip r:embed="rId2"/>
            <a:srcRect/>
            <a:stretch>
              <a:fillRect/>
            </a:stretch>
          </p:blipFill>
          <p:spPr bwMode="auto">
            <a:xfrm>
              <a:off x="4566447" y="5812422"/>
              <a:ext cx="783379" cy="336008"/>
            </a:xfrm>
            <a:prstGeom prst="rect">
              <a:avLst/>
            </a:prstGeom>
            <a:noFill/>
            <a:ln w="9525">
              <a:noFill/>
              <a:miter lim="800000"/>
              <a:headEnd/>
              <a:tailEnd/>
            </a:ln>
          </p:spPr>
        </p:pic>
        <p:pic>
          <p:nvPicPr>
            <p:cNvPr id="68" name="Picture 7">
              <a:extLst>
                <a:ext uri="{FF2B5EF4-FFF2-40B4-BE49-F238E27FC236}">
                  <a16:creationId xmlns:a16="http://schemas.microsoft.com/office/drawing/2014/main" id="{B31A55A1-175C-486F-B255-65808DF57790}"/>
                </a:ext>
              </a:extLst>
            </p:cNvPr>
            <p:cNvPicPr>
              <a:picLocks noChangeAspect="1" noChangeArrowheads="1"/>
            </p:cNvPicPr>
            <p:nvPr/>
          </p:nvPicPr>
          <p:blipFill>
            <a:blip r:embed="rId2"/>
            <a:srcRect/>
            <a:stretch>
              <a:fillRect/>
            </a:stretch>
          </p:blipFill>
          <p:spPr bwMode="auto">
            <a:xfrm>
              <a:off x="5596394" y="5812422"/>
              <a:ext cx="783380" cy="336008"/>
            </a:xfrm>
            <a:prstGeom prst="rect">
              <a:avLst/>
            </a:prstGeom>
            <a:noFill/>
            <a:ln w="9525">
              <a:noFill/>
              <a:miter lim="800000"/>
              <a:headEnd/>
              <a:tailEnd/>
            </a:ln>
          </p:spPr>
        </p:pic>
        <p:pic>
          <p:nvPicPr>
            <p:cNvPr id="69" name="Picture 8">
              <a:extLst>
                <a:ext uri="{FF2B5EF4-FFF2-40B4-BE49-F238E27FC236}">
                  <a16:creationId xmlns:a16="http://schemas.microsoft.com/office/drawing/2014/main" id="{499D06E3-67F2-485F-BDC1-02654DFA6053}"/>
                </a:ext>
              </a:extLst>
            </p:cNvPr>
            <p:cNvPicPr>
              <a:picLocks noChangeAspect="1" noChangeArrowheads="1"/>
            </p:cNvPicPr>
            <p:nvPr/>
          </p:nvPicPr>
          <p:blipFill>
            <a:blip r:embed="rId2"/>
            <a:srcRect/>
            <a:stretch>
              <a:fillRect/>
            </a:stretch>
          </p:blipFill>
          <p:spPr bwMode="auto">
            <a:xfrm>
              <a:off x="7582715" y="5812422"/>
              <a:ext cx="783379" cy="336008"/>
            </a:xfrm>
            <a:prstGeom prst="rect">
              <a:avLst/>
            </a:prstGeom>
            <a:noFill/>
            <a:ln w="9525">
              <a:noFill/>
              <a:miter lim="800000"/>
              <a:headEnd/>
              <a:tailEnd/>
            </a:ln>
          </p:spPr>
        </p:pic>
        <p:pic>
          <p:nvPicPr>
            <p:cNvPr id="70" name="Picture 9">
              <a:extLst>
                <a:ext uri="{FF2B5EF4-FFF2-40B4-BE49-F238E27FC236}">
                  <a16:creationId xmlns:a16="http://schemas.microsoft.com/office/drawing/2014/main" id="{08CD2BE6-8CA1-4AEB-B939-7A3C2F093BA0}"/>
                </a:ext>
              </a:extLst>
            </p:cNvPr>
            <p:cNvPicPr>
              <a:picLocks noChangeAspect="1" noChangeArrowheads="1"/>
            </p:cNvPicPr>
            <p:nvPr/>
          </p:nvPicPr>
          <p:blipFill>
            <a:blip r:embed="rId2"/>
            <a:srcRect/>
            <a:stretch>
              <a:fillRect/>
            </a:stretch>
          </p:blipFill>
          <p:spPr bwMode="auto">
            <a:xfrm>
              <a:off x="6630173" y="5812422"/>
              <a:ext cx="783380" cy="336008"/>
            </a:xfrm>
            <a:prstGeom prst="rect">
              <a:avLst/>
            </a:prstGeom>
            <a:noFill/>
            <a:ln w="9525">
              <a:noFill/>
              <a:miter lim="800000"/>
              <a:headEnd/>
              <a:tailEnd/>
            </a:ln>
          </p:spPr>
        </p:pic>
        <p:cxnSp>
          <p:nvCxnSpPr>
            <p:cNvPr id="71" name="AutoShape 10">
              <a:extLst>
                <a:ext uri="{FF2B5EF4-FFF2-40B4-BE49-F238E27FC236}">
                  <a16:creationId xmlns:a16="http://schemas.microsoft.com/office/drawing/2014/main" id="{94C495BB-D648-46E3-8A5A-B888241110CF}"/>
                </a:ext>
              </a:extLst>
            </p:cNvPr>
            <p:cNvCxnSpPr>
              <a:cxnSpLocks noChangeShapeType="1"/>
            </p:cNvCxnSpPr>
            <p:nvPr/>
          </p:nvCxnSpPr>
          <p:spPr bwMode="auto">
            <a:xfrm>
              <a:off x="5848713" y="4460708"/>
              <a:ext cx="956184" cy="0"/>
            </a:xfrm>
            <a:prstGeom prst="straightConnector1">
              <a:avLst/>
            </a:prstGeom>
            <a:noFill/>
            <a:ln w="31750">
              <a:solidFill>
                <a:srgbClr val="FF0000"/>
              </a:solidFill>
              <a:round/>
              <a:headEnd/>
              <a:tailEnd/>
            </a:ln>
          </p:spPr>
        </p:cxnSp>
        <p:cxnSp>
          <p:nvCxnSpPr>
            <p:cNvPr id="72" name="AutoShape 11">
              <a:extLst>
                <a:ext uri="{FF2B5EF4-FFF2-40B4-BE49-F238E27FC236}">
                  <a16:creationId xmlns:a16="http://schemas.microsoft.com/office/drawing/2014/main" id="{192B4199-D6AA-4519-B38C-7F8849F9401A}"/>
                </a:ext>
              </a:extLst>
            </p:cNvPr>
            <p:cNvCxnSpPr>
              <a:cxnSpLocks noChangeShapeType="1"/>
            </p:cNvCxnSpPr>
            <p:nvPr/>
          </p:nvCxnSpPr>
          <p:spPr bwMode="auto">
            <a:xfrm rot="5400000">
              <a:off x="4724685" y="4993688"/>
              <a:ext cx="1052185" cy="585283"/>
            </a:xfrm>
            <a:prstGeom prst="straightConnector1">
              <a:avLst/>
            </a:prstGeom>
            <a:noFill/>
            <a:ln w="31750">
              <a:solidFill>
                <a:srgbClr val="FF0000"/>
              </a:solidFill>
              <a:round/>
              <a:headEnd/>
              <a:tailEnd/>
            </a:ln>
          </p:spPr>
        </p:cxnSp>
        <p:cxnSp>
          <p:nvCxnSpPr>
            <p:cNvPr id="73" name="AutoShape 12">
              <a:extLst>
                <a:ext uri="{FF2B5EF4-FFF2-40B4-BE49-F238E27FC236}">
                  <a16:creationId xmlns:a16="http://schemas.microsoft.com/office/drawing/2014/main" id="{981937DD-4D48-4887-A29B-736DAC2B254B}"/>
                </a:ext>
              </a:extLst>
            </p:cNvPr>
            <p:cNvCxnSpPr>
              <a:cxnSpLocks noChangeShapeType="1"/>
            </p:cNvCxnSpPr>
            <p:nvPr/>
          </p:nvCxnSpPr>
          <p:spPr bwMode="auto">
            <a:xfrm rot="16200000" flipH="1">
              <a:off x="5239658" y="5063998"/>
              <a:ext cx="1052186" cy="444662"/>
            </a:xfrm>
            <a:prstGeom prst="straightConnector1">
              <a:avLst/>
            </a:prstGeom>
            <a:noFill/>
            <a:ln w="31750">
              <a:solidFill>
                <a:srgbClr val="FF0000"/>
              </a:solidFill>
              <a:round/>
              <a:headEnd/>
              <a:tailEnd/>
            </a:ln>
          </p:spPr>
        </p:cxnSp>
        <p:cxnSp>
          <p:nvCxnSpPr>
            <p:cNvPr id="74" name="AutoShape 13">
              <a:extLst>
                <a:ext uri="{FF2B5EF4-FFF2-40B4-BE49-F238E27FC236}">
                  <a16:creationId xmlns:a16="http://schemas.microsoft.com/office/drawing/2014/main" id="{4BDA7000-BDFD-44A2-BC37-64B9150190A9}"/>
                </a:ext>
              </a:extLst>
            </p:cNvPr>
            <p:cNvCxnSpPr>
              <a:cxnSpLocks noChangeShapeType="1"/>
            </p:cNvCxnSpPr>
            <p:nvPr/>
          </p:nvCxnSpPr>
          <p:spPr bwMode="auto">
            <a:xfrm>
              <a:off x="5543426" y="4760236"/>
              <a:ext cx="1478437" cy="1052186"/>
            </a:xfrm>
            <a:prstGeom prst="straightConnector1">
              <a:avLst/>
            </a:prstGeom>
            <a:noFill/>
            <a:ln w="31750">
              <a:solidFill>
                <a:srgbClr val="FF0000"/>
              </a:solidFill>
              <a:round/>
              <a:headEnd/>
              <a:tailEnd/>
            </a:ln>
          </p:spPr>
        </p:cxnSp>
        <p:cxnSp>
          <p:nvCxnSpPr>
            <p:cNvPr id="75" name="AutoShape 14">
              <a:extLst>
                <a:ext uri="{FF2B5EF4-FFF2-40B4-BE49-F238E27FC236}">
                  <a16:creationId xmlns:a16="http://schemas.microsoft.com/office/drawing/2014/main" id="{B8A9B35C-6CC7-4BAD-95AA-53DDB2022319}"/>
                </a:ext>
              </a:extLst>
            </p:cNvPr>
            <p:cNvCxnSpPr>
              <a:cxnSpLocks noChangeShapeType="1"/>
            </p:cNvCxnSpPr>
            <p:nvPr/>
          </p:nvCxnSpPr>
          <p:spPr bwMode="auto">
            <a:xfrm>
              <a:off x="5543420" y="4760236"/>
              <a:ext cx="2430985" cy="1052186"/>
            </a:xfrm>
            <a:prstGeom prst="straightConnector1">
              <a:avLst/>
            </a:prstGeom>
            <a:noFill/>
            <a:ln w="31750">
              <a:solidFill>
                <a:srgbClr val="FF0000"/>
              </a:solidFill>
              <a:round/>
              <a:headEnd/>
              <a:tailEnd/>
            </a:ln>
          </p:spPr>
        </p:cxnSp>
        <p:cxnSp>
          <p:nvCxnSpPr>
            <p:cNvPr id="76" name="AutoShape 15">
              <a:extLst>
                <a:ext uri="{FF2B5EF4-FFF2-40B4-BE49-F238E27FC236}">
                  <a16:creationId xmlns:a16="http://schemas.microsoft.com/office/drawing/2014/main" id="{7B4403DD-7520-4C0B-B068-EF1FFE06ED53}"/>
                </a:ext>
              </a:extLst>
            </p:cNvPr>
            <p:cNvCxnSpPr>
              <a:cxnSpLocks noChangeShapeType="1"/>
            </p:cNvCxnSpPr>
            <p:nvPr/>
          </p:nvCxnSpPr>
          <p:spPr bwMode="auto">
            <a:xfrm rot="5400000">
              <a:off x="5508065" y="4210309"/>
              <a:ext cx="1052185" cy="2152042"/>
            </a:xfrm>
            <a:prstGeom prst="straightConnector1">
              <a:avLst/>
            </a:prstGeom>
            <a:noFill/>
            <a:ln w="31750">
              <a:solidFill>
                <a:srgbClr val="FF0000"/>
              </a:solidFill>
              <a:prstDash val="dash"/>
              <a:round/>
              <a:headEnd/>
              <a:tailEnd/>
            </a:ln>
          </p:spPr>
        </p:cxnSp>
        <p:cxnSp>
          <p:nvCxnSpPr>
            <p:cNvPr id="77" name="AutoShape 16">
              <a:extLst>
                <a:ext uri="{FF2B5EF4-FFF2-40B4-BE49-F238E27FC236}">
                  <a16:creationId xmlns:a16="http://schemas.microsoft.com/office/drawing/2014/main" id="{CED5260E-D585-4C71-BF7A-48C280B295FB}"/>
                </a:ext>
              </a:extLst>
            </p:cNvPr>
            <p:cNvCxnSpPr>
              <a:cxnSpLocks noChangeShapeType="1"/>
            </p:cNvCxnSpPr>
            <p:nvPr/>
          </p:nvCxnSpPr>
          <p:spPr bwMode="auto">
            <a:xfrm rot="10800000" flipV="1">
              <a:off x="5988083" y="4760235"/>
              <a:ext cx="1122098" cy="1052186"/>
            </a:xfrm>
            <a:prstGeom prst="straightConnector1">
              <a:avLst/>
            </a:prstGeom>
            <a:noFill/>
            <a:ln w="31750">
              <a:solidFill>
                <a:srgbClr val="FF0000"/>
              </a:solidFill>
              <a:prstDash val="dash"/>
              <a:round/>
              <a:headEnd/>
              <a:tailEnd/>
            </a:ln>
          </p:spPr>
        </p:cxnSp>
        <p:cxnSp>
          <p:nvCxnSpPr>
            <p:cNvPr id="78" name="AutoShape 17">
              <a:extLst>
                <a:ext uri="{FF2B5EF4-FFF2-40B4-BE49-F238E27FC236}">
                  <a16:creationId xmlns:a16="http://schemas.microsoft.com/office/drawing/2014/main" id="{E7EB707A-156F-4EA5-AD46-B83887AAD2EB}"/>
                </a:ext>
              </a:extLst>
            </p:cNvPr>
            <p:cNvCxnSpPr>
              <a:cxnSpLocks noChangeShapeType="1"/>
            </p:cNvCxnSpPr>
            <p:nvPr/>
          </p:nvCxnSpPr>
          <p:spPr bwMode="auto">
            <a:xfrm flipH="1">
              <a:off x="7021863" y="4760236"/>
              <a:ext cx="88322" cy="1052186"/>
            </a:xfrm>
            <a:prstGeom prst="straightConnector1">
              <a:avLst/>
            </a:prstGeom>
            <a:noFill/>
            <a:ln w="31750">
              <a:solidFill>
                <a:srgbClr val="FF0000"/>
              </a:solidFill>
              <a:prstDash val="dash"/>
              <a:round/>
              <a:headEnd/>
              <a:tailEnd/>
            </a:ln>
          </p:spPr>
        </p:cxnSp>
        <p:cxnSp>
          <p:nvCxnSpPr>
            <p:cNvPr id="79" name="AutoShape 18">
              <a:extLst>
                <a:ext uri="{FF2B5EF4-FFF2-40B4-BE49-F238E27FC236}">
                  <a16:creationId xmlns:a16="http://schemas.microsoft.com/office/drawing/2014/main" id="{08CF16F5-E6A4-42C1-8360-EF202468A04F}"/>
                </a:ext>
              </a:extLst>
            </p:cNvPr>
            <p:cNvCxnSpPr>
              <a:cxnSpLocks noChangeShapeType="1"/>
            </p:cNvCxnSpPr>
            <p:nvPr/>
          </p:nvCxnSpPr>
          <p:spPr bwMode="auto">
            <a:xfrm rot="16200000" flipH="1">
              <a:off x="7016198" y="4854214"/>
              <a:ext cx="1052186" cy="864227"/>
            </a:xfrm>
            <a:prstGeom prst="straightConnector1">
              <a:avLst/>
            </a:prstGeom>
            <a:noFill/>
            <a:ln w="31750">
              <a:solidFill>
                <a:srgbClr val="FF0000"/>
              </a:solidFill>
              <a:prstDash val="dash"/>
              <a:round/>
              <a:headEnd/>
              <a:tailEnd/>
            </a:ln>
          </p:spPr>
        </p:cxnSp>
      </p:grpSp>
    </p:spTree>
    <p:extLst>
      <p:ext uri="{BB962C8B-B14F-4D97-AF65-F5344CB8AC3E}">
        <p14:creationId xmlns:p14="http://schemas.microsoft.com/office/powerpoint/2010/main" val="422720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5">
                                            <p:txEl>
                                              <p:pRg st="8" end="8"/>
                                            </p:txEl>
                                          </p:spTgt>
                                        </p:tgtEl>
                                        <p:attrNameLst>
                                          <p:attrName>style.visibility</p:attrName>
                                        </p:attrNameLst>
                                      </p:cBhvr>
                                      <p:to>
                                        <p:strVal val="visible"/>
                                      </p:to>
                                    </p:set>
                                    <p:animEffect transition="in" filter="blinds(horizontal)">
                                      <p:cBhvr>
                                        <p:cTn id="10" dur="500"/>
                                        <p:tgtEl>
                                          <p:spTgt spid="5">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animEffect transition="in" filter="blinds(horizontal)">
                                      <p:cBhvr>
                                        <p:cTn id="13" dur="500"/>
                                        <p:tgtEl>
                                          <p:spTgt spid="5">
                                            <p:txEl>
                                              <p:pRg st="9" end="9"/>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10" end="10"/>
                                            </p:txEl>
                                          </p:spTgt>
                                        </p:tgtEl>
                                        <p:attrNameLst>
                                          <p:attrName>style.visibility</p:attrName>
                                        </p:attrNameLst>
                                      </p:cBhvr>
                                      <p:to>
                                        <p:strVal val="visible"/>
                                      </p:to>
                                    </p:set>
                                    <p:animEffect transition="in" filter="blinds(horizontal)">
                                      <p:cBhvr>
                                        <p:cTn id="16" dur="500"/>
                                        <p:tgtEl>
                                          <p:spTgt spid="5">
                                            <p:txEl>
                                              <p:pRg st="10" end="10"/>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blinds(horizontal)">
                                      <p:cBhvr>
                                        <p:cTn id="1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4"/>
          <p:cNvSpPr>
            <a:spLocks noGrp="1"/>
          </p:cNvSpPr>
          <p:nvPr>
            <p:ph idx="1"/>
          </p:nvPr>
        </p:nvSpPr>
        <p:spPr>
          <a:xfrm>
            <a:off x="1038227" y="1229628"/>
            <a:ext cx="8501062" cy="5143500"/>
          </a:xfrm>
        </p:spPr>
        <p:txBody>
          <a:bodyPr/>
          <a:lstStyle/>
          <a:p>
            <a:pPr>
              <a:spcBef>
                <a:spcPts val="675"/>
              </a:spcBef>
            </a:pPr>
            <a:r>
              <a:rPr lang="en-US" altLang="zh-CN" dirty="0"/>
              <a:t>WAN</a:t>
            </a:r>
          </a:p>
          <a:p>
            <a:pPr lvl="1">
              <a:spcBef>
                <a:spcPts val="475"/>
              </a:spcBef>
            </a:pPr>
            <a:r>
              <a:rPr lang="zh-CN" altLang="en-US" dirty="0"/>
              <a:t>范围：几十到几千千米 </a:t>
            </a:r>
          </a:p>
          <a:p>
            <a:pPr lvl="1">
              <a:spcBef>
                <a:spcPts val="475"/>
              </a:spcBef>
            </a:pPr>
            <a:r>
              <a:rPr lang="zh-CN" altLang="en-US" dirty="0"/>
              <a:t>作用</a:t>
            </a:r>
            <a:r>
              <a:rPr lang="en-US" altLang="zh-CN" dirty="0"/>
              <a:t>:</a:t>
            </a:r>
            <a:r>
              <a:rPr lang="zh-CN" altLang="en-US" dirty="0"/>
              <a:t>用于连接</a:t>
            </a:r>
            <a:br>
              <a:rPr lang="zh-CN" altLang="en-US" dirty="0"/>
            </a:br>
            <a:r>
              <a:rPr lang="zh-CN" altLang="en-US" dirty="0"/>
              <a:t>远距离的计算机网络</a:t>
            </a:r>
          </a:p>
          <a:p>
            <a:pPr lvl="1">
              <a:spcBef>
                <a:spcPts val="475"/>
              </a:spcBef>
            </a:pPr>
            <a:r>
              <a:rPr lang="zh-CN" altLang="en-US" dirty="0"/>
              <a:t>典型应用</a:t>
            </a:r>
            <a:r>
              <a:rPr lang="en-US" altLang="zh-CN" dirty="0"/>
              <a:t>:Internet</a:t>
            </a:r>
          </a:p>
          <a:p>
            <a:pPr>
              <a:spcBef>
                <a:spcPts val="675"/>
              </a:spcBef>
            </a:pPr>
            <a:r>
              <a:rPr lang="en-US" altLang="zh-CN" dirty="0"/>
              <a:t>LAN</a:t>
            </a:r>
          </a:p>
          <a:p>
            <a:pPr lvl="1">
              <a:spcBef>
                <a:spcPts val="475"/>
              </a:spcBef>
            </a:pPr>
            <a:r>
              <a:rPr lang="zh-CN" altLang="en-US" dirty="0"/>
              <a:t>范围：</a:t>
            </a:r>
            <a:r>
              <a:rPr lang="en-US" altLang="zh-CN" dirty="0"/>
              <a:t>1km</a:t>
            </a:r>
            <a:r>
              <a:rPr lang="zh-CN" altLang="en-US" dirty="0"/>
              <a:t>左右 </a:t>
            </a:r>
          </a:p>
          <a:p>
            <a:pPr lvl="1">
              <a:spcBef>
                <a:spcPts val="475"/>
              </a:spcBef>
            </a:pPr>
            <a:r>
              <a:rPr lang="zh-CN" altLang="en-US" dirty="0"/>
              <a:t>作用</a:t>
            </a:r>
            <a:r>
              <a:rPr lang="en-US" altLang="zh-CN" dirty="0"/>
              <a:t>:</a:t>
            </a:r>
            <a:r>
              <a:rPr lang="zh-CN" altLang="en-US" dirty="0"/>
              <a:t>用于连接较短</a:t>
            </a:r>
            <a:br>
              <a:rPr lang="zh-CN" altLang="en-US" dirty="0"/>
            </a:br>
            <a:r>
              <a:rPr lang="zh-CN" altLang="en-US" dirty="0"/>
              <a:t>距离内的计算机</a:t>
            </a:r>
          </a:p>
          <a:p>
            <a:pPr lvl="1">
              <a:spcBef>
                <a:spcPts val="475"/>
              </a:spcBef>
            </a:pPr>
            <a:r>
              <a:rPr lang="zh-CN" altLang="en-US" dirty="0"/>
              <a:t>典型应用</a:t>
            </a:r>
            <a:r>
              <a:rPr lang="en-US" altLang="zh-CN" dirty="0"/>
              <a:t>:</a:t>
            </a:r>
            <a:r>
              <a:rPr lang="zh-CN" altLang="en-US" dirty="0"/>
              <a:t>企业网</a:t>
            </a:r>
            <a:r>
              <a:rPr lang="en-US" altLang="zh-CN" dirty="0"/>
              <a:t>,</a:t>
            </a:r>
            <a:br>
              <a:rPr lang="en-US" altLang="zh-CN" dirty="0"/>
            </a:br>
            <a:r>
              <a:rPr lang="zh-CN" altLang="en-US" dirty="0"/>
              <a:t>校园网</a:t>
            </a:r>
          </a:p>
        </p:txBody>
      </p:sp>
      <p:sp>
        <p:nvSpPr>
          <p:cNvPr id="18435" name="标题 1"/>
          <p:cNvSpPr>
            <a:spLocks noGrp="1"/>
          </p:cNvSpPr>
          <p:nvPr>
            <p:ph type="title"/>
          </p:nvPr>
        </p:nvSpPr>
        <p:spPr>
          <a:xfrm>
            <a:off x="0" y="232357"/>
            <a:ext cx="10972440" cy="1144800"/>
          </a:xfrm>
        </p:spPr>
        <p:txBody>
          <a:bodyPr/>
          <a:lstStyle/>
          <a:p>
            <a:r>
              <a:rPr lang="en-US" altLang="zh-CN" dirty="0"/>
              <a:t>WAN </a:t>
            </a:r>
            <a:r>
              <a:rPr lang="zh-CN" altLang="en-US" dirty="0"/>
              <a:t>与</a:t>
            </a:r>
            <a:r>
              <a:rPr lang="en-US" altLang="zh-CN" dirty="0"/>
              <a:t>LAN</a:t>
            </a:r>
            <a:endParaRPr lang="zh-CN" altLang="en-US" dirty="0"/>
          </a:p>
        </p:txBody>
      </p:sp>
      <p:sp>
        <p:nvSpPr>
          <p:cNvPr id="8" name="AutoShape 7"/>
          <p:cNvSpPr>
            <a:spLocks noChangeArrowheads="1"/>
          </p:cNvSpPr>
          <p:nvPr/>
        </p:nvSpPr>
        <p:spPr bwMode="auto">
          <a:xfrm>
            <a:off x="6600826" y="1341438"/>
            <a:ext cx="3095625" cy="2159000"/>
          </a:xfrm>
          <a:prstGeom prst="roundRect">
            <a:avLst>
              <a:gd name="adj" fmla="val 5472"/>
            </a:avLst>
          </a:prstGeom>
          <a:solidFill>
            <a:schemeClr val="bg1"/>
          </a:solidFill>
          <a:ln w="12700">
            <a:solidFill>
              <a:schemeClr val="folHlink"/>
            </a:solidFill>
            <a:round/>
            <a:headEnd/>
            <a:tailEnd/>
          </a:ln>
          <a:effectLst/>
        </p:spPr>
        <p:txBody>
          <a:bodyPr wrap="none" anchor="ctr"/>
          <a:lstStyle/>
          <a:p>
            <a:pPr>
              <a:defRPr/>
            </a:pPr>
            <a:endParaRPr lang="zh-CN" altLang="en-US">
              <a:effectLst>
                <a:outerShdw blurRad="38100" dist="38100" dir="2700000" algn="tl">
                  <a:srgbClr val="C0C0C0"/>
                </a:outerShdw>
              </a:effectLst>
              <a:latin typeface="Arial" charset="0"/>
              <a:ea typeface="宋体" pitchFamily="2" charset="-122"/>
            </a:endParaRPr>
          </a:p>
        </p:txBody>
      </p:sp>
      <p:pic>
        <p:nvPicPr>
          <p:cNvPr id="18437" name="Picture 5"/>
          <p:cNvPicPr>
            <a:picLocks noChangeAspect="1" noChangeArrowheads="1"/>
          </p:cNvPicPr>
          <p:nvPr/>
        </p:nvPicPr>
        <p:blipFill>
          <a:blip r:embed="rId3"/>
          <a:srcRect/>
          <a:stretch>
            <a:fillRect/>
          </a:stretch>
        </p:blipFill>
        <p:spPr bwMode="auto">
          <a:xfrm>
            <a:off x="6816725" y="1412875"/>
            <a:ext cx="2592388" cy="1919288"/>
          </a:xfrm>
          <a:prstGeom prst="rect">
            <a:avLst/>
          </a:prstGeom>
          <a:noFill/>
          <a:ln w="12700" algn="ctr">
            <a:noFill/>
            <a:miter lim="800000"/>
            <a:headEnd/>
            <a:tailEnd/>
          </a:ln>
        </p:spPr>
      </p:pic>
      <p:pic>
        <p:nvPicPr>
          <p:cNvPr id="18438" name="Picture 6"/>
          <p:cNvPicPr>
            <a:picLocks noChangeAspect="1" noChangeArrowheads="1"/>
          </p:cNvPicPr>
          <p:nvPr/>
        </p:nvPicPr>
        <p:blipFill>
          <a:blip r:embed="rId4"/>
          <a:srcRect/>
          <a:stretch>
            <a:fillRect/>
          </a:stretch>
        </p:blipFill>
        <p:spPr bwMode="auto">
          <a:xfrm>
            <a:off x="6804026" y="3716339"/>
            <a:ext cx="2735263" cy="2047875"/>
          </a:xfrm>
          <a:prstGeom prst="rect">
            <a:avLst/>
          </a:prstGeom>
          <a:noFill/>
          <a:ln w="12700" algn="ctr">
            <a:noFill/>
            <a:miter lim="800000"/>
            <a:headEnd/>
            <a:tailEnd/>
          </a:ln>
        </p:spPr>
      </p:pic>
      <p:sp>
        <p:nvSpPr>
          <p:cNvPr id="11" name="AutoShape 8"/>
          <p:cNvSpPr>
            <a:spLocks noChangeArrowheads="1"/>
          </p:cNvSpPr>
          <p:nvPr/>
        </p:nvSpPr>
        <p:spPr bwMode="auto">
          <a:xfrm>
            <a:off x="6600826" y="3646488"/>
            <a:ext cx="3095625" cy="2159000"/>
          </a:xfrm>
          <a:prstGeom prst="roundRect">
            <a:avLst>
              <a:gd name="adj" fmla="val 5472"/>
            </a:avLst>
          </a:prstGeom>
          <a:noFill/>
          <a:ln w="12700">
            <a:solidFill>
              <a:schemeClr val="folHlink"/>
            </a:solidFill>
            <a:round/>
            <a:headEnd/>
            <a:tailEnd/>
          </a:ln>
          <a:effectLst/>
        </p:spPr>
        <p:txBody>
          <a:bodyPr wrap="none" anchor="ctr"/>
          <a:lstStyle/>
          <a:p>
            <a:pPr>
              <a:defRPr/>
            </a:pPr>
            <a:endParaRPr lang="zh-CN" altLang="en-US">
              <a:effectLst>
                <a:outerShdw blurRad="38100" dist="38100" dir="2700000" algn="tl">
                  <a:srgbClr val="C0C0C0"/>
                </a:outerShdw>
              </a:effectLst>
              <a:latin typeface="Arial"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18"/>
          <p:cNvSpPr>
            <a:spLocks noGrp="1"/>
          </p:cNvSpPr>
          <p:nvPr>
            <p:ph idx="1"/>
          </p:nvPr>
        </p:nvSpPr>
        <p:spPr>
          <a:xfrm>
            <a:off x="1738313" y="1374003"/>
            <a:ext cx="8501062" cy="2643190"/>
          </a:xfrm>
        </p:spPr>
        <p:txBody>
          <a:bodyPr>
            <a:normAutofit fontScale="62500" lnSpcReduction="20000"/>
          </a:bodyPr>
          <a:lstStyle/>
          <a:p>
            <a:pPr>
              <a:spcBef>
                <a:spcPts val="675"/>
              </a:spcBef>
            </a:pPr>
            <a:r>
              <a:rPr lang="zh-CN" altLang="en-US" dirty="0"/>
              <a:t>交换路由设备</a:t>
            </a:r>
            <a:endParaRPr lang="en-US" altLang="zh-CN" dirty="0"/>
          </a:p>
          <a:p>
            <a:pPr>
              <a:spcBef>
                <a:spcPts val="675"/>
              </a:spcBef>
            </a:pPr>
            <a:r>
              <a:rPr lang="zh-CN" altLang="en-US" dirty="0"/>
              <a:t>网络安全设备</a:t>
            </a:r>
            <a:endParaRPr lang="en-US" altLang="zh-CN" dirty="0"/>
          </a:p>
          <a:p>
            <a:pPr lvl="1">
              <a:spcBef>
                <a:spcPts val="475"/>
              </a:spcBef>
            </a:pPr>
            <a:r>
              <a:rPr lang="zh-CN" altLang="en-US" dirty="0"/>
              <a:t>防火墙</a:t>
            </a:r>
            <a:endParaRPr lang="en-US" altLang="zh-CN" dirty="0"/>
          </a:p>
          <a:p>
            <a:pPr lvl="1">
              <a:spcBef>
                <a:spcPts val="475"/>
              </a:spcBef>
            </a:pPr>
            <a:r>
              <a:rPr lang="en-US" altLang="zh-CN" dirty="0"/>
              <a:t>VPN</a:t>
            </a:r>
            <a:r>
              <a:rPr lang="zh-CN" altLang="en-US" dirty="0"/>
              <a:t>设备</a:t>
            </a:r>
            <a:endParaRPr lang="en-US" altLang="zh-CN" dirty="0"/>
          </a:p>
          <a:p>
            <a:pPr>
              <a:spcBef>
                <a:spcPts val="675"/>
              </a:spcBef>
            </a:pPr>
            <a:r>
              <a:rPr lang="zh-CN" altLang="en-US" dirty="0"/>
              <a:t>无线网络设备</a:t>
            </a:r>
            <a:endParaRPr lang="en-US" altLang="zh-CN" dirty="0"/>
          </a:p>
          <a:p>
            <a:pPr>
              <a:spcBef>
                <a:spcPts val="675"/>
              </a:spcBef>
            </a:pPr>
            <a:endParaRPr lang="en-US" altLang="zh-CN" dirty="0"/>
          </a:p>
          <a:p>
            <a:pPr>
              <a:spcBef>
                <a:spcPts val="675"/>
              </a:spcBef>
            </a:pPr>
            <a:r>
              <a:rPr lang="zh-CN" altLang="en-US" dirty="0"/>
              <a:t>网络设备生产厂商</a:t>
            </a:r>
            <a:endParaRPr lang="en-US" altLang="zh-CN" dirty="0"/>
          </a:p>
          <a:p>
            <a:pPr lvl="1">
              <a:spcBef>
                <a:spcPts val="475"/>
              </a:spcBef>
            </a:pPr>
            <a:r>
              <a:rPr lang="en-US" altLang="zh-CN" dirty="0"/>
              <a:t>Cisco</a:t>
            </a:r>
            <a:r>
              <a:rPr lang="zh-CN" altLang="en-US" dirty="0"/>
              <a:t>（思科）</a:t>
            </a:r>
            <a:endParaRPr lang="en-US" altLang="zh-CN" dirty="0"/>
          </a:p>
          <a:p>
            <a:pPr lvl="1">
              <a:spcBef>
                <a:spcPts val="475"/>
              </a:spcBef>
            </a:pPr>
            <a:r>
              <a:rPr lang="zh-CN" altLang="en-US" dirty="0"/>
              <a:t>华为</a:t>
            </a:r>
            <a:endParaRPr lang="en-US" altLang="zh-CN" dirty="0"/>
          </a:p>
          <a:p>
            <a:pPr lvl="1">
              <a:spcBef>
                <a:spcPts val="475"/>
              </a:spcBef>
            </a:pPr>
            <a:r>
              <a:rPr lang="en-US" altLang="zh-CN" dirty="0"/>
              <a:t>H3C</a:t>
            </a:r>
            <a:endParaRPr lang="zh-CN" altLang="en-US" dirty="0"/>
          </a:p>
        </p:txBody>
      </p:sp>
      <p:sp>
        <p:nvSpPr>
          <p:cNvPr id="20484" name="Rectangle 2"/>
          <p:cNvSpPr>
            <a:spLocks noGrp="1" noChangeArrowheads="1"/>
          </p:cNvSpPr>
          <p:nvPr>
            <p:ph type="title"/>
          </p:nvPr>
        </p:nvSpPr>
        <p:spPr>
          <a:xfrm>
            <a:off x="0" y="335564"/>
            <a:ext cx="10972440" cy="835239"/>
          </a:xfrm>
        </p:spPr>
        <p:txBody>
          <a:bodyPr/>
          <a:lstStyle/>
          <a:p>
            <a:pPr eaLnBrk="1" hangingPunct="1"/>
            <a:r>
              <a:rPr lang="zh-CN" altLang="en-US" dirty="0"/>
              <a:t>网络常见设备</a:t>
            </a:r>
            <a:endParaRPr lang="en-US" altLang="zh-CN" dirty="0"/>
          </a:p>
        </p:txBody>
      </p:sp>
      <p:pic>
        <p:nvPicPr>
          <p:cNvPr id="15379" name="Picture 19" descr="Cisco3560"/>
          <p:cNvPicPr>
            <a:picLocks noChangeAspect="1" noChangeArrowheads="1"/>
          </p:cNvPicPr>
          <p:nvPr/>
        </p:nvPicPr>
        <p:blipFill>
          <a:blip r:embed="rId3"/>
          <a:srcRect/>
          <a:stretch>
            <a:fillRect/>
          </a:stretch>
        </p:blipFill>
        <p:spPr bwMode="auto">
          <a:xfrm>
            <a:off x="6424613" y="1688329"/>
            <a:ext cx="4049712" cy="3286125"/>
          </a:xfrm>
          <a:prstGeom prst="rect">
            <a:avLst/>
          </a:prstGeom>
          <a:noFill/>
          <a:ln w="9525">
            <a:noFill/>
            <a:miter lim="800000"/>
            <a:headEnd/>
            <a:tailEnd/>
          </a:ln>
        </p:spPr>
      </p:pic>
      <p:sp>
        <p:nvSpPr>
          <p:cNvPr id="26" name="TextBox 25"/>
          <p:cNvSpPr txBox="1">
            <a:spLocks noChangeArrowheads="1"/>
          </p:cNvSpPr>
          <p:nvPr/>
        </p:nvSpPr>
        <p:spPr bwMode="auto">
          <a:xfrm>
            <a:off x="1925639" y="4864916"/>
            <a:ext cx="3557587" cy="457200"/>
          </a:xfrm>
          <a:prstGeom prst="rect">
            <a:avLst/>
          </a:prstGeom>
          <a:noFill/>
          <a:ln w="9525">
            <a:noFill/>
            <a:miter lim="800000"/>
            <a:headEnd/>
            <a:tailEnd/>
          </a:ln>
        </p:spPr>
        <p:txBody>
          <a:bodyPr>
            <a:spAutoFit/>
          </a:bodyPr>
          <a:lstStyle/>
          <a:p>
            <a:pPr>
              <a:defRPr/>
            </a:pPr>
            <a:r>
              <a:rPr lang="en-US" altLang="zh-CN" sz="2400" b="1" dirty="0">
                <a:solidFill>
                  <a:schemeClr val="tx2"/>
                </a:solidFill>
                <a:latin typeface="+mj-lt"/>
                <a:ea typeface="黑体" pitchFamily="2" charset="-122"/>
              </a:rPr>
              <a:t>Cisco 2800</a:t>
            </a:r>
            <a:r>
              <a:rPr lang="zh-CN" altLang="en-US" sz="2400" b="1" dirty="0">
                <a:solidFill>
                  <a:schemeClr val="tx2"/>
                </a:solidFill>
                <a:latin typeface="+mj-lt"/>
                <a:ea typeface="黑体" pitchFamily="2" charset="-122"/>
              </a:rPr>
              <a:t>系列路由器</a:t>
            </a:r>
          </a:p>
        </p:txBody>
      </p:sp>
      <p:sp>
        <p:nvSpPr>
          <p:cNvPr id="28" name="TextBox 27"/>
          <p:cNvSpPr txBox="1">
            <a:spLocks noChangeArrowheads="1"/>
          </p:cNvSpPr>
          <p:nvPr/>
        </p:nvSpPr>
        <p:spPr bwMode="auto">
          <a:xfrm>
            <a:off x="6405564" y="4864916"/>
            <a:ext cx="3506787" cy="457200"/>
          </a:xfrm>
          <a:prstGeom prst="rect">
            <a:avLst/>
          </a:prstGeom>
          <a:noFill/>
          <a:ln w="9525">
            <a:noFill/>
            <a:miter lim="800000"/>
            <a:headEnd/>
            <a:tailEnd/>
          </a:ln>
        </p:spPr>
        <p:txBody>
          <a:bodyPr>
            <a:spAutoFit/>
          </a:bodyPr>
          <a:lstStyle/>
          <a:p>
            <a:pPr>
              <a:defRPr/>
            </a:pPr>
            <a:r>
              <a:rPr lang="en-US" altLang="zh-CN" sz="2400" b="1" dirty="0">
                <a:solidFill>
                  <a:schemeClr val="tx2"/>
                </a:solidFill>
                <a:latin typeface="+mj-lt"/>
                <a:ea typeface="黑体" pitchFamily="2" charset="-122"/>
              </a:rPr>
              <a:t>Cisco 3560</a:t>
            </a:r>
            <a:r>
              <a:rPr lang="zh-CN" altLang="en-US" sz="2400" b="1" dirty="0">
                <a:solidFill>
                  <a:schemeClr val="tx2"/>
                </a:solidFill>
                <a:latin typeface="+mj-lt"/>
                <a:ea typeface="黑体" pitchFamily="2" charset="-122"/>
              </a:rPr>
              <a:t>系列交换机</a:t>
            </a:r>
          </a:p>
        </p:txBody>
      </p:sp>
      <p:pic>
        <p:nvPicPr>
          <p:cNvPr id="29" name="图片 28" descr="图1.7 Cisco 2800系列路由器.tif"/>
          <p:cNvPicPr>
            <a:picLocks noChangeAspect="1"/>
          </p:cNvPicPr>
          <p:nvPr/>
        </p:nvPicPr>
        <p:blipFill>
          <a:blip r:embed="rId4"/>
          <a:srcRect/>
          <a:stretch>
            <a:fillRect/>
          </a:stretch>
        </p:blipFill>
        <p:spPr bwMode="auto">
          <a:xfrm>
            <a:off x="1933576" y="2255067"/>
            <a:ext cx="4271963" cy="2536825"/>
          </a:xfrm>
          <a:prstGeom prst="rect">
            <a:avLst/>
          </a:prstGeom>
          <a:noFill/>
          <a:ln w="9525">
            <a:noFill/>
            <a:miter lim="800000"/>
            <a:headEnd/>
            <a:tailEnd/>
          </a:ln>
        </p:spPr>
      </p:pic>
      <p:pic>
        <p:nvPicPr>
          <p:cNvPr id="15380" name="Picture 20"/>
          <p:cNvPicPr>
            <a:picLocks noChangeAspect="1" noChangeArrowheads="1"/>
          </p:cNvPicPr>
          <p:nvPr/>
        </p:nvPicPr>
        <p:blipFill>
          <a:blip r:embed="rId5"/>
          <a:srcRect/>
          <a:stretch>
            <a:fillRect/>
          </a:stretch>
        </p:blipFill>
        <p:spPr bwMode="auto">
          <a:xfrm>
            <a:off x="1657350" y="3340917"/>
            <a:ext cx="9010650" cy="1247775"/>
          </a:xfrm>
          <a:prstGeom prst="rect">
            <a:avLst/>
          </a:prstGeom>
          <a:noFill/>
          <a:ln w="9525">
            <a:noFill/>
            <a:miter lim="800000"/>
            <a:headEnd/>
            <a:tailEnd/>
          </a:ln>
        </p:spPr>
      </p:pic>
      <p:sp>
        <p:nvSpPr>
          <p:cNvPr id="34" name="TextBox 33"/>
          <p:cNvSpPr txBox="1">
            <a:spLocks noChangeArrowheads="1"/>
          </p:cNvSpPr>
          <p:nvPr/>
        </p:nvSpPr>
        <p:spPr bwMode="auto">
          <a:xfrm>
            <a:off x="4306889" y="4353741"/>
            <a:ext cx="3444875" cy="457200"/>
          </a:xfrm>
          <a:prstGeom prst="rect">
            <a:avLst/>
          </a:prstGeom>
          <a:noFill/>
          <a:ln w="9525">
            <a:noFill/>
            <a:miter lim="800000"/>
            <a:headEnd/>
            <a:tailEnd/>
          </a:ln>
        </p:spPr>
        <p:txBody>
          <a:bodyPr>
            <a:spAutoFit/>
          </a:bodyPr>
          <a:lstStyle/>
          <a:p>
            <a:pPr>
              <a:defRPr/>
            </a:pPr>
            <a:r>
              <a:rPr lang="en-US" altLang="zh-CN" sz="2400" b="1" dirty="0">
                <a:solidFill>
                  <a:schemeClr val="tx2"/>
                </a:solidFill>
                <a:latin typeface="+mj-lt"/>
                <a:ea typeface="黑体" pitchFamily="2" charset="-122"/>
              </a:rPr>
              <a:t>Cisco 5500</a:t>
            </a:r>
            <a:r>
              <a:rPr lang="zh-CN" altLang="en-US" sz="2400" b="1" dirty="0">
                <a:solidFill>
                  <a:schemeClr val="tx2"/>
                </a:solidFill>
                <a:latin typeface="+mj-lt"/>
                <a:ea typeface="黑体" pitchFamily="2" charset="-122"/>
              </a:rPr>
              <a:t>系列防火墙</a:t>
            </a:r>
          </a:p>
        </p:txBody>
      </p:sp>
      <p:pic>
        <p:nvPicPr>
          <p:cNvPr id="46" name="图片 45" descr="200791173112.JPG"/>
          <p:cNvPicPr>
            <a:picLocks noChangeAspect="1"/>
          </p:cNvPicPr>
          <p:nvPr/>
        </p:nvPicPr>
        <p:blipFill>
          <a:blip r:embed="rId6"/>
          <a:srcRect/>
          <a:stretch>
            <a:fillRect/>
          </a:stretch>
        </p:blipFill>
        <p:spPr bwMode="auto">
          <a:xfrm>
            <a:off x="7096133" y="1231112"/>
            <a:ext cx="2708275" cy="2525713"/>
          </a:xfrm>
          <a:prstGeom prst="rect">
            <a:avLst/>
          </a:prstGeom>
          <a:noFill/>
          <a:ln w="9525">
            <a:noFill/>
            <a:miter lim="800000"/>
            <a:headEnd/>
            <a:tailEnd/>
          </a:ln>
        </p:spPr>
      </p:pic>
      <p:pic>
        <p:nvPicPr>
          <p:cNvPr id="48" name="图片 47" descr="1225320692585181243.jpg"/>
          <p:cNvPicPr>
            <a:picLocks noChangeAspect="1"/>
          </p:cNvPicPr>
          <p:nvPr/>
        </p:nvPicPr>
        <p:blipFill>
          <a:blip r:embed="rId7"/>
          <a:srcRect/>
          <a:stretch>
            <a:fillRect/>
          </a:stretch>
        </p:blipFill>
        <p:spPr bwMode="auto">
          <a:xfrm>
            <a:off x="4881555" y="4302946"/>
            <a:ext cx="2605087" cy="1808163"/>
          </a:xfrm>
          <a:prstGeom prst="rect">
            <a:avLst/>
          </a:prstGeom>
          <a:noFill/>
          <a:ln w="9525">
            <a:noFill/>
            <a:miter lim="800000"/>
            <a:headEnd/>
            <a:tailEnd/>
          </a:ln>
        </p:spPr>
      </p:pic>
      <p:pic>
        <p:nvPicPr>
          <p:cNvPr id="49" name="图片 48" descr="e0c922edfe29270562d09f11.jpg"/>
          <p:cNvPicPr>
            <a:picLocks noChangeAspect="1"/>
          </p:cNvPicPr>
          <p:nvPr/>
        </p:nvPicPr>
        <p:blipFill>
          <a:blip r:embed="rId8"/>
          <a:srcRect/>
          <a:stretch>
            <a:fillRect/>
          </a:stretch>
        </p:blipFill>
        <p:spPr bwMode="auto">
          <a:xfrm>
            <a:off x="8040689" y="3809229"/>
            <a:ext cx="2154237" cy="2493963"/>
          </a:xfrm>
          <a:prstGeom prst="rect">
            <a:avLst/>
          </a:prstGeom>
          <a:noFill/>
          <a:ln w="9525">
            <a:noFill/>
            <a:miter lim="800000"/>
            <a:headEnd/>
            <a:tailEnd/>
          </a:ln>
        </p:spPr>
      </p:pic>
      <p:sp>
        <p:nvSpPr>
          <p:cNvPr id="52" name="TextBox 51"/>
          <p:cNvSpPr txBox="1">
            <a:spLocks noChangeArrowheads="1"/>
          </p:cNvSpPr>
          <p:nvPr/>
        </p:nvSpPr>
        <p:spPr bwMode="auto">
          <a:xfrm>
            <a:off x="4394201" y="6303191"/>
            <a:ext cx="3681413" cy="457200"/>
          </a:xfrm>
          <a:prstGeom prst="rect">
            <a:avLst/>
          </a:prstGeom>
          <a:noFill/>
          <a:ln w="9525">
            <a:noFill/>
            <a:miter lim="800000"/>
            <a:headEnd/>
            <a:tailEnd/>
          </a:ln>
        </p:spPr>
        <p:txBody>
          <a:bodyPr>
            <a:spAutoFit/>
          </a:bodyPr>
          <a:lstStyle/>
          <a:p>
            <a:pPr>
              <a:defRPr/>
            </a:pPr>
            <a:r>
              <a:rPr lang="zh-CN" altLang="en-US" sz="2400" b="1">
                <a:solidFill>
                  <a:schemeClr val="tx2"/>
                </a:solidFill>
                <a:latin typeface="+mj-lt"/>
                <a:ea typeface="黑体" pitchFamily="2" charset="-122"/>
              </a:rPr>
              <a:t>无线网卡和无线路由器等</a:t>
            </a:r>
            <a:endParaRPr lang="zh-CN" altLang="en-US" sz="2400" b="1" dirty="0">
              <a:solidFill>
                <a:schemeClr val="tx2"/>
              </a:solidFill>
              <a:latin typeface="+mj-lt"/>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animEffect transition="in" filter="blinds(horizontal)">
                                      <p:cBhvr>
                                        <p:cTn id="7" dur="500"/>
                                        <p:tgtEl>
                                          <p:spTgt spid="1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
                                            <p:txEl>
                                              <p:pRg st="2" end="2"/>
                                            </p:txEl>
                                          </p:spTgt>
                                        </p:tgtEl>
                                        <p:attrNameLst>
                                          <p:attrName>style.visibility</p:attrName>
                                        </p:attrNameLst>
                                      </p:cBhvr>
                                      <p:to>
                                        <p:strVal val="visible"/>
                                      </p:to>
                                    </p:set>
                                    <p:animEffect transition="in" filter="blinds(horizontal)">
                                      <p:cBhvr>
                                        <p:cTn id="10" dur="500"/>
                                        <p:tgtEl>
                                          <p:spTgt spid="1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
                                            <p:txEl>
                                              <p:pRg st="3" end="3"/>
                                            </p:txEl>
                                          </p:spTgt>
                                        </p:tgtEl>
                                        <p:attrNameLst>
                                          <p:attrName>style.visibility</p:attrName>
                                        </p:attrNameLst>
                                      </p:cBhvr>
                                      <p:to>
                                        <p:strVal val="visible"/>
                                      </p:to>
                                    </p:set>
                                    <p:animEffect transition="in" filter="blinds(horizontal)">
                                      <p:cBhvr>
                                        <p:cTn id="13" dur="500"/>
                                        <p:tgtEl>
                                          <p:spTgt spid="19">
                                            <p:txEl>
                                              <p:pRg st="3" end="3"/>
                                            </p:txEl>
                                          </p:spTgt>
                                        </p:tgtEl>
                                      </p:cBhvr>
                                    </p:animEffect>
                                  </p:childTnLst>
                                </p:cTn>
                              </p:par>
                              <p:par>
                                <p:cTn id="14" presetID="3" presetClass="exit" presetSubtype="10" fill="hold" nodeType="withEffect">
                                  <p:stCondLst>
                                    <p:cond delay="0"/>
                                  </p:stCondLst>
                                  <p:childTnLst>
                                    <p:animEffect transition="out" filter="blinds(horizontal)">
                                      <p:cBhvr>
                                        <p:cTn id="15" dur="500"/>
                                        <p:tgtEl>
                                          <p:spTgt spid="15379"/>
                                        </p:tgtEl>
                                      </p:cBhvr>
                                    </p:animEffect>
                                    <p:set>
                                      <p:cBhvr>
                                        <p:cTn id="16" dur="1" fill="hold">
                                          <p:stCondLst>
                                            <p:cond delay="499"/>
                                          </p:stCondLst>
                                        </p:cTn>
                                        <p:tgtEl>
                                          <p:spTgt spid="15379"/>
                                        </p:tgtEl>
                                        <p:attrNameLst>
                                          <p:attrName>style.visibility</p:attrName>
                                        </p:attrNameLst>
                                      </p:cBhvr>
                                      <p:to>
                                        <p:strVal val="hidden"/>
                                      </p:to>
                                    </p:set>
                                  </p:childTnLst>
                                </p:cTn>
                              </p:par>
                              <p:par>
                                <p:cTn id="17" presetID="3" presetClass="exit" presetSubtype="10" fill="hold" grpId="0" nodeType="withEffect">
                                  <p:stCondLst>
                                    <p:cond delay="0"/>
                                  </p:stCondLst>
                                  <p:childTnLst>
                                    <p:animEffect transition="out" filter="blinds(horizontal)">
                                      <p:cBhvr>
                                        <p:cTn id="18" dur="500"/>
                                        <p:tgtEl>
                                          <p:spTgt spid="26"/>
                                        </p:tgtEl>
                                      </p:cBhvr>
                                    </p:animEffect>
                                    <p:set>
                                      <p:cBhvr>
                                        <p:cTn id="19" dur="1" fill="hold">
                                          <p:stCondLst>
                                            <p:cond delay="499"/>
                                          </p:stCondLst>
                                        </p:cTn>
                                        <p:tgtEl>
                                          <p:spTgt spid="26"/>
                                        </p:tgtEl>
                                        <p:attrNameLst>
                                          <p:attrName>style.visibility</p:attrName>
                                        </p:attrNameLst>
                                      </p:cBhvr>
                                      <p:to>
                                        <p:strVal val="hidden"/>
                                      </p:to>
                                    </p:set>
                                  </p:childTnLst>
                                </p:cTn>
                              </p:par>
                              <p:par>
                                <p:cTn id="20" presetID="3" presetClass="exit" presetSubtype="10" fill="hold" grpId="0" nodeType="withEffect">
                                  <p:stCondLst>
                                    <p:cond delay="0"/>
                                  </p:stCondLst>
                                  <p:childTnLst>
                                    <p:animEffect transition="out" filter="blinds(horizontal)">
                                      <p:cBhvr>
                                        <p:cTn id="21" dur="500"/>
                                        <p:tgtEl>
                                          <p:spTgt spid="28"/>
                                        </p:tgtEl>
                                      </p:cBhvr>
                                    </p:animEffect>
                                    <p:set>
                                      <p:cBhvr>
                                        <p:cTn id="22" dur="1" fill="hold">
                                          <p:stCondLst>
                                            <p:cond delay="499"/>
                                          </p:stCondLst>
                                        </p:cTn>
                                        <p:tgtEl>
                                          <p:spTgt spid="28"/>
                                        </p:tgtEl>
                                        <p:attrNameLst>
                                          <p:attrName>style.visibility</p:attrName>
                                        </p:attrNameLst>
                                      </p:cBhvr>
                                      <p:to>
                                        <p:strVal val="hidden"/>
                                      </p:to>
                                    </p:set>
                                  </p:childTnLst>
                                </p:cTn>
                              </p:par>
                              <p:par>
                                <p:cTn id="23" presetID="3" presetClass="exit" presetSubtype="10" fill="hold" nodeType="withEffect">
                                  <p:stCondLst>
                                    <p:cond delay="0"/>
                                  </p:stCondLst>
                                  <p:childTnLst>
                                    <p:animEffect transition="out" filter="blinds(horizontal)">
                                      <p:cBhvr>
                                        <p:cTn id="24" dur="500"/>
                                        <p:tgtEl>
                                          <p:spTgt spid="29"/>
                                        </p:tgtEl>
                                      </p:cBhvr>
                                    </p:animEffect>
                                    <p:set>
                                      <p:cBhvr>
                                        <p:cTn id="25" dur="1" fill="hold">
                                          <p:stCondLst>
                                            <p:cond delay="499"/>
                                          </p:stCondLst>
                                        </p:cTn>
                                        <p:tgtEl>
                                          <p:spTgt spid="29"/>
                                        </p:tgtEl>
                                        <p:attrNameLst>
                                          <p:attrName>style.visibility</p:attrName>
                                        </p:attrNameLst>
                                      </p:cBhvr>
                                      <p:to>
                                        <p:strVal val="hidden"/>
                                      </p:to>
                                    </p:set>
                                  </p:childTnLst>
                                </p:cTn>
                              </p:par>
                              <p:par>
                                <p:cTn id="26" presetID="3" presetClass="entr" presetSubtype="10" fill="hold" nodeType="withEffect">
                                  <p:stCondLst>
                                    <p:cond delay="0"/>
                                  </p:stCondLst>
                                  <p:childTnLst>
                                    <p:set>
                                      <p:cBhvr>
                                        <p:cTn id="27" dur="1" fill="hold">
                                          <p:stCondLst>
                                            <p:cond delay="0"/>
                                          </p:stCondLst>
                                        </p:cTn>
                                        <p:tgtEl>
                                          <p:spTgt spid="15380"/>
                                        </p:tgtEl>
                                        <p:attrNameLst>
                                          <p:attrName>style.visibility</p:attrName>
                                        </p:attrNameLst>
                                      </p:cBhvr>
                                      <p:to>
                                        <p:strVal val="visible"/>
                                      </p:to>
                                    </p:set>
                                    <p:animEffect transition="in" filter="blinds(horizontal)">
                                      <p:cBhvr>
                                        <p:cTn id="28" dur="500"/>
                                        <p:tgtEl>
                                          <p:spTgt spid="1538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blinds(horizontal)">
                                      <p:cBhvr>
                                        <p:cTn id="31" dur="500"/>
                                        <p:tgtEl>
                                          <p:spTgt spid="34"/>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9">
                                            <p:txEl>
                                              <p:pRg st="4" end="4"/>
                                            </p:txEl>
                                          </p:spTgt>
                                        </p:tgtEl>
                                        <p:attrNameLst>
                                          <p:attrName>style.visibility</p:attrName>
                                        </p:attrNameLst>
                                      </p:cBhvr>
                                      <p:to>
                                        <p:strVal val="visible"/>
                                      </p:to>
                                    </p:set>
                                    <p:animEffect transition="in" filter="blinds(horizontal)">
                                      <p:cBhvr>
                                        <p:cTn id="36" dur="500"/>
                                        <p:tgtEl>
                                          <p:spTgt spid="19">
                                            <p:txEl>
                                              <p:pRg st="4" end="4"/>
                                            </p:txEl>
                                          </p:spTgt>
                                        </p:tgtEl>
                                      </p:cBhvr>
                                    </p:animEffect>
                                  </p:childTnLst>
                                </p:cTn>
                              </p:par>
                              <p:par>
                                <p:cTn id="37" presetID="3" presetClass="exit" presetSubtype="10" fill="hold" grpId="1" nodeType="withEffect">
                                  <p:stCondLst>
                                    <p:cond delay="0"/>
                                  </p:stCondLst>
                                  <p:childTnLst>
                                    <p:animEffect transition="out" filter="blinds(horizontal)">
                                      <p:cBhvr>
                                        <p:cTn id="38" dur="500"/>
                                        <p:tgtEl>
                                          <p:spTgt spid="34"/>
                                        </p:tgtEl>
                                      </p:cBhvr>
                                    </p:animEffect>
                                    <p:set>
                                      <p:cBhvr>
                                        <p:cTn id="39" dur="1" fill="hold">
                                          <p:stCondLst>
                                            <p:cond delay="499"/>
                                          </p:stCondLst>
                                        </p:cTn>
                                        <p:tgtEl>
                                          <p:spTgt spid="34"/>
                                        </p:tgtEl>
                                        <p:attrNameLst>
                                          <p:attrName>style.visibility</p:attrName>
                                        </p:attrNameLst>
                                      </p:cBhvr>
                                      <p:to>
                                        <p:strVal val="hidden"/>
                                      </p:to>
                                    </p:set>
                                  </p:childTnLst>
                                </p:cTn>
                              </p:par>
                              <p:par>
                                <p:cTn id="40" presetID="3" presetClass="exit" presetSubtype="10" fill="hold" nodeType="withEffect">
                                  <p:stCondLst>
                                    <p:cond delay="0"/>
                                  </p:stCondLst>
                                  <p:childTnLst>
                                    <p:animEffect transition="out" filter="blinds(horizontal)">
                                      <p:cBhvr>
                                        <p:cTn id="41" dur="500"/>
                                        <p:tgtEl>
                                          <p:spTgt spid="15380"/>
                                        </p:tgtEl>
                                      </p:cBhvr>
                                    </p:animEffect>
                                    <p:set>
                                      <p:cBhvr>
                                        <p:cTn id="42" dur="1" fill="hold">
                                          <p:stCondLst>
                                            <p:cond delay="499"/>
                                          </p:stCondLst>
                                        </p:cTn>
                                        <p:tgtEl>
                                          <p:spTgt spid="15380"/>
                                        </p:tgtEl>
                                        <p:attrNameLst>
                                          <p:attrName>style.visibility</p:attrName>
                                        </p:attrNameLst>
                                      </p:cBhvr>
                                      <p:to>
                                        <p:strVal val="hidden"/>
                                      </p:to>
                                    </p:set>
                                  </p:childTnLst>
                                </p:cTn>
                              </p:par>
                              <p:par>
                                <p:cTn id="43" presetID="3" presetClass="entr" presetSubtype="1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blinds(horizontal)">
                                      <p:cBhvr>
                                        <p:cTn id="45" dur="500"/>
                                        <p:tgtEl>
                                          <p:spTgt spid="49"/>
                                        </p:tgtEl>
                                      </p:cBhvr>
                                    </p:animEffect>
                                  </p:childTnLst>
                                </p:cTn>
                              </p:par>
                              <p:par>
                                <p:cTn id="46" presetID="3" presetClass="entr" presetSubtype="10" fill="hold" nodeType="with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blinds(horizontal)">
                                      <p:cBhvr>
                                        <p:cTn id="48" dur="500"/>
                                        <p:tgtEl>
                                          <p:spTgt spid="48"/>
                                        </p:tgtEl>
                                      </p:cBhvr>
                                    </p:animEffect>
                                  </p:childTnLst>
                                </p:cTn>
                              </p:par>
                              <p:par>
                                <p:cTn id="49" presetID="3" presetClass="entr" presetSubtype="10" fill="hold"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blinds(horizontal)">
                                      <p:cBhvr>
                                        <p:cTn id="51" dur="500"/>
                                        <p:tgtEl>
                                          <p:spTgt spid="46"/>
                                        </p:tgtEl>
                                      </p:cBhvr>
                                    </p:animEffect>
                                  </p:childTnLst>
                                </p:cTn>
                              </p:par>
                              <p:par>
                                <p:cTn id="52" presetID="3" presetClass="entr" presetSubtype="10" fill="hold" grpId="1" nodeType="with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blinds(horizontal)">
                                      <p:cBhvr>
                                        <p:cTn id="54" dur="500"/>
                                        <p:tgtEl>
                                          <p:spTgt spid="52"/>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9">
                                            <p:txEl>
                                              <p:pRg st="6" end="6"/>
                                            </p:txEl>
                                          </p:spTgt>
                                        </p:tgtEl>
                                        <p:attrNameLst>
                                          <p:attrName>style.visibility</p:attrName>
                                        </p:attrNameLst>
                                      </p:cBhvr>
                                      <p:to>
                                        <p:strVal val="visible"/>
                                      </p:to>
                                    </p:set>
                                    <p:animEffect transition="in" filter="blinds(horizontal)">
                                      <p:cBhvr>
                                        <p:cTn id="59" dur="500"/>
                                        <p:tgtEl>
                                          <p:spTgt spid="19">
                                            <p:txEl>
                                              <p:pRg st="6" end="6"/>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19">
                                            <p:txEl>
                                              <p:pRg st="7" end="7"/>
                                            </p:txEl>
                                          </p:spTgt>
                                        </p:tgtEl>
                                        <p:attrNameLst>
                                          <p:attrName>style.visibility</p:attrName>
                                        </p:attrNameLst>
                                      </p:cBhvr>
                                      <p:to>
                                        <p:strVal val="visible"/>
                                      </p:to>
                                    </p:set>
                                    <p:animEffect transition="in" filter="blinds(horizontal)">
                                      <p:cBhvr>
                                        <p:cTn id="62" dur="500"/>
                                        <p:tgtEl>
                                          <p:spTgt spid="19">
                                            <p:txEl>
                                              <p:pRg st="7" end="7"/>
                                            </p:txEl>
                                          </p:spTgt>
                                        </p:tgtEl>
                                      </p:cBhvr>
                                    </p:animEffect>
                                  </p:childTnLst>
                                </p:cTn>
                              </p:par>
                              <p:par>
                                <p:cTn id="63" presetID="3" presetClass="entr" presetSubtype="10" fill="hold" nodeType="withEffect">
                                  <p:stCondLst>
                                    <p:cond delay="0"/>
                                  </p:stCondLst>
                                  <p:childTnLst>
                                    <p:set>
                                      <p:cBhvr>
                                        <p:cTn id="64" dur="1" fill="hold">
                                          <p:stCondLst>
                                            <p:cond delay="0"/>
                                          </p:stCondLst>
                                        </p:cTn>
                                        <p:tgtEl>
                                          <p:spTgt spid="19">
                                            <p:txEl>
                                              <p:pRg st="8" end="8"/>
                                            </p:txEl>
                                          </p:spTgt>
                                        </p:tgtEl>
                                        <p:attrNameLst>
                                          <p:attrName>style.visibility</p:attrName>
                                        </p:attrNameLst>
                                      </p:cBhvr>
                                      <p:to>
                                        <p:strVal val="visible"/>
                                      </p:to>
                                    </p:set>
                                    <p:animEffect transition="in" filter="blinds(horizontal)">
                                      <p:cBhvr>
                                        <p:cTn id="65" dur="500"/>
                                        <p:tgtEl>
                                          <p:spTgt spid="19">
                                            <p:txEl>
                                              <p:pRg st="8" end="8"/>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19">
                                            <p:txEl>
                                              <p:pRg st="9" end="9"/>
                                            </p:txEl>
                                          </p:spTgt>
                                        </p:tgtEl>
                                        <p:attrNameLst>
                                          <p:attrName>style.visibility</p:attrName>
                                        </p:attrNameLst>
                                      </p:cBhvr>
                                      <p:to>
                                        <p:strVal val="visible"/>
                                      </p:to>
                                    </p:set>
                                    <p:animEffect transition="in" filter="blinds(horizontal)">
                                      <p:cBhvr>
                                        <p:cTn id="68" dur="500"/>
                                        <p:tgtEl>
                                          <p:spTgt spid="19">
                                            <p:txEl>
                                              <p:pRg st="9" end="9"/>
                                            </p:txEl>
                                          </p:spTgt>
                                        </p:tgtEl>
                                      </p:cBhvr>
                                    </p:animEffect>
                                  </p:childTnLst>
                                </p:cTn>
                              </p:par>
                              <p:par>
                                <p:cTn id="69" presetID="3" presetClass="exit" presetSubtype="10" fill="hold" nodeType="withEffect">
                                  <p:stCondLst>
                                    <p:cond delay="0"/>
                                  </p:stCondLst>
                                  <p:childTnLst>
                                    <p:animEffect transition="out" filter="blinds(horizontal)">
                                      <p:cBhvr>
                                        <p:cTn id="70" dur="500"/>
                                        <p:tgtEl>
                                          <p:spTgt spid="49"/>
                                        </p:tgtEl>
                                      </p:cBhvr>
                                    </p:animEffect>
                                    <p:set>
                                      <p:cBhvr>
                                        <p:cTn id="71" dur="1" fill="hold">
                                          <p:stCondLst>
                                            <p:cond delay="499"/>
                                          </p:stCondLst>
                                        </p:cTn>
                                        <p:tgtEl>
                                          <p:spTgt spid="49"/>
                                        </p:tgtEl>
                                        <p:attrNameLst>
                                          <p:attrName>style.visibility</p:attrName>
                                        </p:attrNameLst>
                                      </p:cBhvr>
                                      <p:to>
                                        <p:strVal val="hidden"/>
                                      </p:to>
                                    </p:set>
                                  </p:childTnLst>
                                </p:cTn>
                              </p:par>
                              <p:par>
                                <p:cTn id="72" presetID="3" presetClass="exit" presetSubtype="10" fill="hold" nodeType="withEffect">
                                  <p:stCondLst>
                                    <p:cond delay="0"/>
                                  </p:stCondLst>
                                  <p:childTnLst>
                                    <p:animEffect transition="out" filter="blinds(horizontal)">
                                      <p:cBhvr>
                                        <p:cTn id="73" dur="500"/>
                                        <p:tgtEl>
                                          <p:spTgt spid="46"/>
                                        </p:tgtEl>
                                      </p:cBhvr>
                                    </p:animEffect>
                                    <p:set>
                                      <p:cBhvr>
                                        <p:cTn id="74" dur="1" fill="hold">
                                          <p:stCondLst>
                                            <p:cond delay="499"/>
                                          </p:stCondLst>
                                        </p:cTn>
                                        <p:tgtEl>
                                          <p:spTgt spid="46"/>
                                        </p:tgtEl>
                                        <p:attrNameLst>
                                          <p:attrName>style.visibility</p:attrName>
                                        </p:attrNameLst>
                                      </p:cBhvr>
                                      <p:to>
                                        <p:strVal val="hidden"/>
                                      </p:to>
                                    </p:set>
                                  </p:childTnLst>
                                </p:cTn>
                              </p:par>
                              <p:par>
                                <p:cTn id="75" presetID="3" presetClass="exit" presetSubtype="10" fill="hold" nodeType="withEffect">
                                  <p:stCondLst>
                                    <p:cond delay="0"/>
                                  </p:stCondLst>
                                  <p:childTnLst>
                                    <p:animEffect transition="out" filter="blinds(horizontal)">
                                      <p:cBhvr>
                                        <p:cTn id="76" dur="500"/>
                                        <p:tgtEl>
                                          <p:spTgt spid="48"/>
                                        </p:tgtEl>
                                      </p:cBhvr>
                                    </p:animEffect>
                                    <p:set>
                                      <p:cBhvr>
                                        <p:cTn id="77" dur="1" fill="hold">
                                          <p:stCondLst>
                                            <p:cond delay="499"/>
                                          </p:stCondLst>
                                        </p:cTn>
                                        <p:tgtEl>
                                          <p:spTgt spid="48"/>
                                        </p:tgtEl>
                                        <p:attrNameLst>
                                          <p:attrName>style.visibility</p:attrName>
                                        </p:attrNameLst>
                                      </p:cBhvr>
                                      <p:to>
                                        <p:strVal val="hidden"/>
                                      </p:to>
                                    </p:set>
                                  </p:childTnLst>
                                </p:cTn>
                              </p:par>
                              <p:par>
                                <p:cTn id="78" presetID="3" presetClass="exit" presetSubtype="10" fill="hold" grpId="0" nodeType="withEffect">
                                  <p:stCondLst>
                                    <p:cond delay="0"/>
                                  </p:stCondLst>
                                  <p:childTnLst>
                                    <p:animEffect transition="out" filter="blinds(horizontal)">
                                      <p:cBhvr>
                                        <p:cTn id="79" dur="500"/>
                                        <p:tgtEl>
                                          <p:spTgt spid="52"/>
                                        </p:tgtEl>
                                      </p:cBhvr>
                                    </p:animEffect>
                                    <p:set>
                                      <p:cBhvr>
                                        <p:cTn id="80" dur="1" fill="hold">
                                          <p:stCondLst>
                                            <p:cond delay="499"/>
                                          </p:stCondLst>
                                        </p:cTn>
                                        <p:tgtEl>
                                          <p:spTgt spid="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4" grpId="0"/>
      <p:bldP spid="34" grpId="1"/>
      <p:bldP spid="52" grpId="0"/>
      <p:bldP spid="5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694080" y="753034"/>
            <a:ext cx="10261080" cy="58724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4400" b="1" spc="-1" dirty="0">
              <a:solidFill>
                <a:srgbClr val="4472C4"/>
              </a:solidFill>
              <a:latin typeface="微软雅黑"/>
              <a:ea typeface="微软雅黑"/>
              <a:cs typeface="+mj-cs"/>
            </a:endParaRPr>
          </a:p>
        </p:txBody>
      </p:sp>
      <p:pic>
        <p:nvPicPr>
          <p:cNvPr id="238" name="图片 237"/>
          <p:cNvPicPr/>
          <p:nvPr/>
        </p:nvPicPr>
        <p:blipFill>
          <a:blip r:embed="rId3"/>
          <a:stretch/>
        </p:blipFill>
        <p:spPr>
          <a:xfrm>
            <a:off x="360" y="0"/>
            <a:ext cx="203040" cy="152280"/>
          </a:xfrm>
          <a:prstGeom prst="rect">
            <a:avLst/>
          </a:prstGeom>
          <a:ln>
            <a:noFill/>
          </a:ln>
        </p:spPr>
      </p:pic>
      <p:sp>
        <p:nvSpPr>
          <p:cNvPr id="2" name="文本框 1">
            <a:extLst>
              <a:ext uri="{FF2B5EF4-FFF2-40B4-BE49-F238E27FC236}">
                <a16:creationId xmlns:a16="http://schemas.microsoft.com/office/drawing/2014/main" id="{34B18D5B-7D90-4FE2-B21C-0484B2517CD4}"/>
              </a:ext>
            </a:extLst>
          </p:cNvPr>
          <p:cNvSpPr txBox="1"/>
          <p:nvPr/>
        </p:nvSpPr>
        <p:spPr>
          <a:xfrm>
            <a:off x="2847583" y="1190702"/>
            <a:ext cx="7917628" cy="8740854"/>
          </a:xfrm>
          <a:prstGeom prst="rect">
            <a:avLst/>
          </a:prstGeom>
          <a:noFill/>
        </p:spPr>
        <p:txBody>
          <a:bodyPr wrap="square" rtlCol="0">
            <a:spAutoFit/>
          </a:bodyPr>
          <a:lstStyle/>
          <a:p>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pPr marL="514350" indent="-514350">
              <a:buAutoNum type="arabicPeriod"/>
            </a:pPr>
            <a:r>
              <a:rPr lang="en-US" altLang="zh-CN" sz="3200" dirty="0"/>
              <a:t>OSI</a:t>
            </a:r>
            <a:r>
              <a:rPr lang="zh-CN" altLang="en-US" sz="3200" dirty="0"/>
              <a:t>模型 </a:t>
            </a:r>
            <a:r>
              <a:rPr lang="en-US" altLang="zh-CN" sz="3200" dirty="0"/>
              <a:t>vs TCP/IP</a:t>
            </a:r>
            <a:r>
              <a:rPr lang="zh-CN" altLang="en-US" sz="3200" dirty="0"/>
              <a:t>模型</a:t>
            </a:r>
            <a:endParaRPr lang="en-US" altLang="zh-CN" sz="3200" dirty="0"/>
          </a:p>
          <a:p>
            <a:pPr marL="514350" indent="-514350">
              <a:buAutoNum type="arabicPeriod"/>
            </a:pPr>
            <a:endParaRPr lang="zh-CN" altLang="zh-CN" sz="3200" dirty="0"/>
          </a:p>
          <a:p>
            <a:r>
              <a:rPr lang="en-US" altLang="zh-CN" sz="3200" dirty="0"/>
              <a:t>2. TCP/IP</a:t>
            </a:r>
            <a:r>
              <a:rPr lang="zh-CN" altLang="en-US" sz="3200" dirty="0"/>
              <a:t>协议族的组成</a:t>
            </a:r>
            <a:endParaRPr lang="en-US" altLang="zh-CN" sz="3200" dirty="0"/>
          </a:p>
          <a:p>
            <a:endParaRPr lang="en-US" altLang="zh-CN" sz="3200" dirty="0"/>
          </a:p>
          <a:p>
            <a:r>
              <a:rPr lang="en-US" altLang="zh-CN" sz="3200" dirty="0"/>
              <a:t>3. </a:t>
            </a:r>
            <a:r>
              <a:rPr lang="zh-CN" altLang="en-US" sz="3200" dirty="0"/>
              <a:t>数据封装过程</a:t>
            </a:r>
            <a:endParaRPr lang="en-US" altLang="zh-CN" sz="3200" dirty="0"/>
          </a:p>
          <a:p>
            <a:endParaRPr lang="en-US" altLang="zh-CN" sz="3200" dirty="0"/>
          </a:p>
          <a:p>
            <a:r>
              <a:rPr lang="en-US" altLang="zh-CN" sz="3200" dirty="0"/>
              <a:t>4. </a:t>
            </a:r>
            <a:r>
              <a:rPr lang="zh-CN" altLang="en-US" sz="3200" dirty="0"/>
              <a:t>设备与层的对应关系</a:t>
            </a:r>
            <a:endParaRPr lang="en-US" altLang="zh-CN" sz="3200" dirty="0"/>
          </a:p>
          <a:p>
            <a:br>
              <a:rPr lang="en-US" altLang="zh-CN" sz="3200" dirty="0"/>
            </a:br>
            <a:r>
              <a:rPr lang="en-US" altLang="zh-CN" sz="3200" dirty="0"/>
              <a:t>5. </a:t>
            </a:r>
            <a:r>
              <a:rPr lang="zh-CN" altLang="en-US" sz="3200" dirty="0"/>
              <a:t>各层间通信</a:t>
            </a:r>
            <a:endParaRPr lang="en-US" altLang="zh-CN" sz="3200" dirty="0"/>
          </a:p>
          <a:p>
            <a:br>
              <a:rPr lang="en-US" altLang="zh-CN" sz="3200" dirty="0"/>
            </a:br>
            <a:r>
              <a:rPr lang="en-US" altLang="zh-CN" sz="3200" dirty="0"/>
              <a:t> </a:t>
            </a:r>
          </a:p>
          <a:p>
            <a:endParaRPr lang="zh-CN" altLang="en-US" sz="3200" dirty="0"/>
          </a:p>
          <a:p>
            <a:endParaRPr lang="zh-CN" altLang="zh-CN" sz="3200" dirty="0"/>
          </a:p>
          <a:p>
            <a:endParaRPr lang="zh-CN" altLang="zh-CN" sz="3200" dirty="0"/>
          </a:p>
          <a:p>
            <a:br>
              <a:rPr lang="en-US" altLang="zh-CN" sz="3200" dirty="0"/>
            </a:br>
            <a:endParaRPr lang="zh-CN" altLang="en-US" sz="3200" dirty="0"/>
          </a:p>
          <a:p>
            <a:endParaRPr lang="zh-CN" altLang="en-US" dirty="0"/>
          </a:p>
        </p:txBody>
      </p:sp>
      <p:sp>
        <p:nvSpPr>
          <p:cNvPr id="6" name="文本框 5">
            <a:extLst>
              <a:ext uri="{FF2B5EF4-FFF2-40B4-BE49-F238E27FC236}">
                <a16:creationId xmlns:a16="http://schemas.microsoft.com/office/drawing/2014/main" id="{EA272EB8-85A6-47FB-A13F-91D417A2CF4F}"/>
              </a:ext>
            </a:extLst>
          </p:cNvPr>
          <p:cNvSpPr txBox="1"/>
          <p:nvPr/>
        </p:nvSpPr>
        <p:spPr>
          <a:xfrm>
            <a:off x="101880" y="568368"/>
            <a:ext cx="6097604" cy="769441"/>
          </a:xfrm>
          <a:prstGeom prst="rect">
            <a:avLst/>
          </a:prstGeom>
          <a:noFill/>
        </p:spPr>
        <p:txBody>
          <a:bodyPr wrap="square">
            <a:spAutoFit/>
          </a:bodyPr>
          <a:lstStyle/>
          <a:p>
            <a:r>
              <a:rPr lang="zh-CN" altLang="en-US" sz="4400" dirty="0"/>
              <a:t>网络模型</a:t>
            </a:r>
            <a:endParaRPr lang="en-US" altLang="zh-CN" sz="4400" dirty="0"/>
          </a:p>
        </p:txBody>
      </p:sp>
    </p:spTree>
    <p:extLst>
      <p:ext uri="{BB962C8B-B14F-4D97-AF65-F5344CB8AC3E}">
        <p14:creationId xmlns:p14="http://schemas.microsoft.com/office/powerpoint/2010/main" val="26697428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0C37303-AAF7-4E0D-ADB2-6783D560BDF2}"/>
              </a:ext>
            </a:extLst>
          </p:cNvPr>
          <p:cNvSpPr txBox="1"/>
          <p:nvPr/>
        </p:nvSpPr>
        <p:spPr>
          <a:xfrm>
            <a:off x="4454086" y="3477740"/>
            <a:ext cx="6097604" cy="369332"/>
          </a:xfrm>
          <a:prstGeom prst="rect">
            <a:avLst/>
          </a:prstGeom>
          <a:noFill/>
        </p:spPr>
        <p:txBody>
          <a:bodyPr wrap="square">
            <a:spAutoFit/>
          </a:bodyPr>
          <a:lstStyle/>
          <a:p>
            <a:r>
              <a:rPr lang="zh-CN" altLang="en-US" dirty="0"/>
              <a:t>网络常见设备</a:t>
            </a:r>
          </a:p>
        </p:txBody>
      </p:sp>
      <p:sp>
        <p:nvSpPr>
          <p:cNvPr id="6" name="内容占位符 18">
            <a:extLst>
              <a:ext uri="{FF2B5EF4-FFF2-40B4-BE49-F238E27FC236}">
                <a16:creationId xmlns:a16="http://schemas.microsoft.com/office/drawing/2014/main" id="{183EDB52-4BA8-4378-951B-2CF83C487C2D}"/>
              </a:ext>
            </a:extLst>
          </p:cNvPr>
          <p:cNvSpPr txBox="1">
            <a:spLocks/>
          </p:cNvSpPr>
          <p:nvPr/>
        </p:nvSpPr>
        <p:spPr>
          <a:xfrm>
            <a:off x="1619597" y="1364375"/>
            <a:ext cx="8501062" cy="5143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en-US" altLang="zh-CN" dirty="0">
                <a:cs typeface="Arial" charset="0"/>
              </a:rPr>
              <a:t>OSI</a:t>
            </a:r>
            <a:r>
              <a:rPr lang="zh-CN" altLang="en-US" dirty="0">
                <a:cs typeface="Arial" charset="0"/>
              </a:rPr>
              <a:t>七层模型</a:t>
            </a:r>
            <a:endParaRPr lang="en-US" altLang="zh-CN" dirty="0">
              <a:cs typeface="Arial" charset="0"/>
            </a:endParaRPr>
          </a:p>
          <a:p>
            <a:pPr>
              <a:spcBef>
                <a:spcPts val="675"/>
              </a:spcBef>
            </a:pPr>
            <a:r>
              <a:rPr lang="en-US" altLang="zh-CN" dirty="0">
                <a:cs typeface="Arial" charset="0"/>
              </a:rPr>
              <a:t>TCP/IP</a:t>
            </a:r>
            <a:r>
              <a:rPr lang="zh-CN" altLang="en-US" dirty="0">
                <a:cs typeface="Arial" charset="0"/>
              </a:rPr>
              <a:t>四层模型</a:t>
            </a:r>
            <a:endParaRPr lang="en-US" altLang="zh-CN" dirty="0">
              <a:cs typeface="Arial" charset="0"/>
            </a:endParaRPr>
          </a:p>
          <a:p>
            <a:pPr>
              <a:spcBef>
                <a:spcPts val="675"/>
              </a:spcBef>
            </a:pPr>
            <a:r>
              <a:rPr lang="en-US" altLang="zh-CN" dirty="0">
                <a:cs typeface="Arial" charset="0"/>
              </a:rPr>
              <a:t>TCP/IP</a:t>
            </a:r>
            <a:r>
              <a:rPr lang="zh-CN" altLang="en-US" dirty="0">
                <a:cs typeface="Arial" charset="0"/>
              </a:rPr>
              <a:t>五层模型</a:t>
            </a:r>
            <a:endParaRPr lang="en-US" altLang="zh-CN" dirty="0">
              <a:cs typeface="Arial" charset="0"/>
            </a:endParaRPr>
          </a:p>
        </p:txBody>
      </p:sp>
      <p:sp>
        <p:nvSpPr>
          <p:cNvPr id="7" name="Rectangle 2">
            <a:extLst>
              <a:ext uri="{FF2B5EF4-FFF2-40B4-BE49-F238E27FC236}">
                <a16:creationId xmlns:a16="http://schemas.microsoft.com/office/drawing/2014/main" id="{88750E94-29E5-4B82-BD53-F558E33F155F}"/>
              </a:ext>
            </a:extLst>
          </p:cNvPr>
          <p:cNvSpPr txBox="1">
            <a:spLocks noChangeArrowheads="1"/>
          </p:cNvSpPr>
          <p:nvPr/>
        </p:nvSpPr>
        <p:spPr>
          <a:xfrm>
            <a:off x="59867" y="461087"/>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OSI</a:t>
            </a:r>
            <a:r>
              <a:rPr lang="zh-CN" altLang="en-US" dirty="0"/>
              <a:t>模型 </a:t>
            </a:r>
            <a:r>
              <a:rPr lang="en-US" altLang="zh-CN" dirty="0"/>
              <a:t>vs TCP/IP</a:t>
            </a:r>
            <a:r>
              <a:rPr lang="zh-CN" altLang="en-US" dirty="0"/>
              <a:t>模型</a:t>
            </a:r>
          </a:p>
        </p:txBody>
      </p:sp>
      <p:sp>
        <p:nvSpPr>
          <p:cNvPr id="8" name="Rectangle 159">
            <a:extLst>
              <a:ext uri="{FF2B5EF4-FFF2-40B4-BE49-F238E27FC236}">
                <a16:creationId xmlns:a16="http://schemas.microsoft.com/office/drawing/2014/main" id="{1DADDA6E-8A92-48B9-BB33-67E3644F7127}"/>
              </a:ext>
            </a:extLst>
          </p:cNvPr>
          <p:cNvSpPr>
            <a:spLocks noChangeArrowheads="1"/>
          </p:cNvSpPr>
          <p:nvPr/>
        </p:nvSpPr>
        <p:spPr bwMode="auto">
          <a:xfrm>
            <a:off x="8229947" y="5842713"/>
            <a:ext cx="1995487" cy="346075"/>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pPr algn="ctr"/>
            <a:r>
              <a:rPr lang="zh-CN" altLang="en-US" b="1" dirty="0">
                <a:solidFill>
                  <a:schemeClr val="bg1"/>
                </a:solidFill>
                <a:latin typeface="黑体" pitchFamily="2" charset="-122"/>
              </a:rPr>
              <a:t>物理层</a:t>
            </a:r>
          </a:p>
        </p:txBody>
      </p:sp>
      <p:sp>
        <p:nvSpPr>
          <p:cNvPr id="9" name="Rectangle 160">
            <a:extLst>
              <a:ext uri="{FF2B5EF4-FFF2-40B4-BE49-F238E27FC236}">
                <a16:creationId xmlns:a16="http://schemas.microsoft.com/office/drawing/2014/main" id="{20FAA787-512C-49DC-A478-19CF125D8FC2}"/>
              </a:ext>
            </a:extLst>
          </p:cNvPr>
          <p:cNvSpPr>
            <a:spLocks noChangeArrowheads="1"/>
          </p:cNvSpPr>
          <p:nvPr/>
        </p:nvSpPr>
        <p:spPr bwMode="auto">
          <a:xfrm>
            <a:off x="8229947" y="5228350"/>
            <a:ext cx="1995487" cy="346075"/>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pPr algn="ctr"/>
            <a:r>
              <a:rPr lang="zh-CN" altLang="en-US" b="1">
                <a:solidFill>
                  <a:schemeClr val="bg1"/>
                </a:solidFill>
                <a:latin typeface="黑体" pitchFamily="2" charset="-122"/>
              </a:rPr>
              <a:t>数据链路层</a:t>
            </a:r>
          </a:p>
        </p:txBody>
      </p:sp>
      <p:sp>
        <p:nvSpPr>
          <p:cNvPr id="10" name="Rectangle 161">
            <a:extLst>
              <a:ext uri="{FF2B5EF4-FFF2-40B4-BE49-F238E27FC236}">
                <a16:creationId xmlns:a16="http://schemas.microsoft.com/office/drawing/2014/main" id="{9D867C86-ECA1-4644-920F-C5951098C50D}"/>
              </a:ext>
            </a:extLst>
          </p:cNvPr>
          <p:cNvSpPr>
            <a:spLocks noChangeArrowheads="1"/>
          </p:cNvSpPr>
          <p:nvPr/>
        </p:nvSpPr>
        <p:spPr bwMode="auto">
          <a:xfrm>
            <a:off x="8229947" y="4593350"/>
            <a:ext cx="1995487" cy="346075"/>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pPr algn="ctr"/>
            <a:r>
              <a:rPr lang="zh-CN" altLang="en-US" b="1">
                <a:solidFill>
                  <a:schemeClr val="bg1"/>
                </a:solidFill>
                <a:latin typeface="黑体" pitchFamily="2" charset="-122"/>
              </a:rPr>
              <a:t>网络层</a:t>
            </a:r>
          </a:p>
        </p:txBody>
      </p:sp>
      <p:sp>
        <p:nvSpPr>
          <p:cNvPr id="11" name="Text Box 162">
            <a:extLst>
              <a:ext uri="{FF2B5EF4-FFF2-40B4-BE49-F238E27FC236}">
                <a16:creationId xmlns:a16="http://schemas.microsoft.com/office/drawing/2014/main" id="{65051EB6-B1BE-44B1-8959-1D72F245A66F}"/>
              </a:ext>
            </a:extLst>
          </p:cNvPr>
          <p:cNvSpPr txBox="1">
            <a:spLocks noChangeArrowheads="1"/>
          </p:cNvSpPr>
          <p:nvPr/>
        </p:nvSpPr>
        <p:spPr bwMode="auto">
          <a:xfrm>
            <a:off x="8375996" y="6410262"/>
            <a:ext cx="2012950" cy="366712"/>
          </a:xfrm>
          <a:prstGeom prst="rect">
            <a:avLst/>
          </a:prstGeom>
          <a:solidFill>
            <a:schemeClr val="bg1"/>
          </a:solidFill>
          <a:ln w="9525" algn="ctr">
            <a:noFill/>
            <a:miter lim="800000"/>
            <a:headEnd/>
            <a:tailEnd/>
          </a:ln>
        </p:spPr>
        <p:txBody>
          <a:bodyPr anchor="b">
            <a:spAutoFit/>
          </a:bodyPr>
          <a:lstStyle/>
          <a:p>
            <a:pPr algn="ctr">
              <a:spcBef>
                <a:spcPct val="50000"/>
              </a:spcBef>
            </a:pPr>
            <a:r>
              <a:rPr lang="en-US" altLang="zh-CN" b="1"/>
              <a:t>OSI 7</a:t>
            </a:r>
            <a:r>
              <a:rPr lang="zh-CN" altLang="en-US" b="1"/>
              <a:t>层模型</a:t>
            </a:r>
          </a:p>
        </p:txBody>
      </p:sp>
      <p:sp>
        <p:nvSpPr>
          <p:cNvPr id="12" name="Rectangle 163">
            <a:extLst>
              <a:ext uri="{FF2B5EF4-FFF2-40B4-BE49-F238E27FC236}">
                <a16:creationId xmlns:a16="http://schemas.microsoft.com/office/drawing/2014/main" id="{594C2D7E-4241-4E4C-9E53-4A70016938AE}"/>
              </a:ext>
            </a:extLst>
          </p:cNvPr>
          <p:cNvSpPr>
            <a:spLocks noChangeArrowheads="1"/>
          </p:cNvSpPr>
          <p:nvPr/>
        </p:nvSpPr>
        <p:spPr bwMode="auto">
          <a:xfrm>
            <a:off x="8228359" y="3272550"/>
            <a:ext cx="1995488" cy="346075"/>
          </a:xfrm>
          <a:prstGeom prst="rect">
            <a:avLst/>
          </a:prstGeom>
          <a:solidFill>
            <a:srgbClr val="FFCCCC"/>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CCCC"/>
            </a:extrusionClr>
          </a:sp3d>
        </p:spPr>
        <p:txBody>
          <a:bodyPr wrap="none" anchor="ctr">
            <a:flatTx/>
          </a:bodyPr>
          <a:lstStyle/>
          <a:p>
            <a:pPr algn="ctr"/>
            <a:r>
              <a:rPr lang="zh-CN" altLang="en-US" b="1">
                <a:solidFill>
                  <a:schemeClr val="bg1"/>
                </a:solidFill>
                <a:latin typeface="黑体" pitchFamily="2" charset="-122"/>
              </a:rPr>
              <a:t>会话层</a:t>
            </a:r>
          </a:p>
        </p:txBody>
      </p:sp>
      <p:sp>
        <p:nvSpPr>
          <p:cNvPr id="13" name="Rectangle 164">
            <a:extLst>
              <a:ext uri="{FF2B5EF4-FFF2-40B4-BE49-F238E27FC236}">
                <a16:creationId xmlns:a16="http://schemas.microsoft.com/office/drawing/2014/main" id="{596D508B-CA03-4EB0-8388-67E581E197AE}"/>
              </a:ext>
            </a:extLst>
          </p:cNvPr>
          <p:cNvSpPr>
            <a:spLocks noChangeArrowheads="1"/>
          </p:cNvSpPr>
          <p:nvPr/>
        </p:nvSpPr>
        <p:spPr bwMode="auto">
          <a:xfrm>
            <a:off x="8228359" y="2853450"/>
            <a:ext cx="1995488" cy="346075"/>
          </a:xfrm>
          <a:prstGeom prst="rect">
            <a:avLst/>
          </a:prstGeom>
          <a:solidFill>
            <a:srgbClr val="FF7C8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7C80"/>
            </a:extrusionClr>
          </a:sp3d>
        </p:spPr>
        <p:txBody>
          <a:bodyPr wrap="none" anchor="ctr">
            <a:flatTx/>
          </a:bodyPr>
          <a:lstStyle/>
          <a:p>
            <a:pPr algn="ctr"/>
            <a:r>
              <a:rPr lang="zh-CN" altLang="en-US" b="1">
                <a:solidFill>
                  <a:schemeClr val="bg1"/>
                </a:solidFill>
                <a:latin typeface="黑体" pitchFamily="2" charset="-122"/>
              </a:rPr>
              <a:t>表示层</a:t>
            </a:r>
          </a:p>
        </p:txBody>
      </p:sp>
      <p:sp>
        <p:nvSpPr>
          <p:cNvPr id="14" name="Rectangle 165">
            <a:extLst>
              <a:ext uri="{FF2B5EF4-FFF2-40B4-BE49-F238E27FC236}">
                <a16:creationId xmlns:a16="http://schemas.microsoft.com/office/drawing/2014/main" id="{5FE70831-0356-48F4-B224-1BDF71CB39C1}"/>
              </a:ext>
            </a:extLst>
          </p:cNvPr>
          <p:cNvSpPr>
            <a:spLocks noChangeArrowheads="1"/>
          </p:cNvSpPr>
          <p:nvPr/>
        </p:nvSpPr>
        <p:spPr bwMode="auto">
          <a:xfrm>
            <a:off x="8228359" y="2437525"/>
            <a:ext cx="1995488" cy="346075"/>
          </a:xfrm>
          <a:prstGeom prst="rect">
            <a:avLst/>
          </a:prstGeom>
          <a:solidFill>
            <a:srgbClr val="CC99FF"/>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C99FF"/>
            </a:extrusionClr>
          </a:sp3d>
        </p:spPr>
        <p:txBody>
          <a:bodyPr wrap="none" anchor="ctr">
            <a:flatTx/>
          </a:bodyPr>
          <a:lstStyle/>
          <a:p>
            <a:pPr algn="ctr"/>
            <a:r>
              <a:rPr lang="zh-CN" altLang="en-US" b="1">
                <a:solidFill>
                  <a:schemeClr val="bg1"/>
                </a:solidFill>
                <a:latin typeface="黑体" pitchFamily="2" charset="-122"/>
              </a:rPr>
              <a:t>应用层</a:t>
            </a:r>
          </a:p>
        </p:txBody>
      </p:sp>
      <p:sp>
        <p:nvSpPr>
          <p:cNvPr id="15" name="Rectangle 167">
            <a:extLst>
              <a:ext uri="{FF2B5EF4-FFF2-40B4-BE49-F238E27FC236}">
                <a16:creationId xmlns:a16="http://schemas.microsoft.com/office/drawing/2014/main" id="{BE9E497F-5EC6-4A22-BE32-94C7A05E8735}"/>
              </a:ext>
            </a:extLst>
          </p:cNvPr>
          <p:cNvSpPr>
            <a:spLocks noChangeArrowheads="1"/>
          </p:cNvSpPr>
          <p:nvPr/>
        </p:nvSpPr>
        <p:spPr bwMode="auto">
          <a:xfrm>
            <a:off x="8229947" y="3896438"/>
            <a:ext cx="1995487" cy="346075"/>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pPr algn="ctr"/>
            <a:r>
              <a:rPr lang="zh-CN" altLang="en-US" b="1">
                <a:solidFill>
                  <a:schemeClr val="bg1"/>
                </a:solidFill>
                <a:latin typeface="黑体" pitchFamily="2" charset="-122"/>
              </a:rPr>
              <a:t>传输层</a:t>
            </a:r>
          </a:p>
        </p:txBody>
      </p:sp>
      <p:sp>
        <p:nvSpPr>
          <p:cNvPr id="16" name="Rectangle 170">
            <a:extLst>
              <a:ext uri="{FF2B5EF4-FFF2-40B4-BE49-F238E27FC236}">
                <a16:creationId xmlns:a16="http://schemas.microsoft.com/office/drawing/2014/main" id="{46084895-F4AA-4C01-9547-7470D9F391D0}"/>
              </a:ext>
            </a:extLst>
          </p:cNvPr>
          <p:cNvSpPr>
            <a:spLocks noChangeArrowheads="1"/>
          </p:cNvSpPr>
          <p:nvPr/>
        </p:nvSpPr>
        <p:spPr bwMode="auto">
          <a:xfrm>
            <a:off x="4996209" y="4587000"/>
            <a:ext cx="1879600"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pPr algn="ctr"/>
            <a:r>
              <a:rPr lang="zh-CN" altLang="en-US" b="1">
                <a:solidFill>
                  <a:schemeClr val="bg1"/>
                </a:solidFill>
                <a:latin typeface="黑体" pitchFamily="2" charset="-122"/>
              </a:rPr>
              <a:t>网络层</a:t>
            </a:r>
          </a:p>
        </p:txBody>
      </p:sp>
      <p:sp>
        <p:nvSpPr>
          <p:cNvPr id="17" name="Rectangle 171">
            <a:extLst>
              <a:ext uri="{FF2B5EF4-FFF2-40B4-BE49-F238E27FC236}">
                <a16:creationId xmlns:a16="http://schemas.microsoft.com/office/drawing/2014/main" id="{6A7705CE-CACE-4ECC-ACB6-40275DDC21A4}"/>
              </a:ext>
            </a:extLst>
          </p:cNvPr>
          <p:cNvSpPr>
            <a:spLocks noChangeArrowheads="1"/>
          </p:cNvSpPr>
          <p:nvPr/>
        </p:nvSpPr>
        <p:spPr bwMode="auto">
          <a:xfrm>
            <a:off x="4996209" y="3894850"/>
            <a:ext cx="1879600" cy="349250"/>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pPr algn="ctr"/>
            <a:r>
              <a:rPr lang="zh-CN" altLang="en-US" b="1">
                <a:solidFill>
                  <a:schemeClr val="bg1"/>
                </a:solidFill>
                <a:latin typeface="黑体" pitchFamily="2" charset="-122"/>
              </a:rPr>
              <a:t>传输层</a:t>
            </a:r>
          </a:p>
        </p:txBody>
      </p:sp>
      <p:sp>
        <p:nvSpPr>
          <p:cNvPr id="18" name="Rectangle 172">
            <a:extLst>
              <a:ext uri="{FF2B5EF4-FFF2-40B4-BE49-F238E27FC236}">
                <a16:creationId xmlns:a16="http://schemas.microsoft.com/office/drawing/2014/main" id="{885B1CF0-8043-4210-AEC8-141B7B8A1A5D}"/>
              </a:ext>
            </a:extLst>
          </p:cNvPr>
          <p:cNvSpPr>
            <a:spLocks noChangeArrowheads="1"/>
          </p:cNvSpPr>
          <p:nvPr/>
        </p:nvSpPr>
        <p:spPr bwMode="auto">
          <a:xfrm>
            <a:off x="4996209" y="3055063"/>
            <a:ext cx="1879600" cy="349250"/>
          </a:xfrm>
          <a:prstGeom prst="rect">
            <a:avLst/>
          </a:prstGeom>
          <a:solidFill>
            <a:srgbClr val="FF33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3300"/>
            </a:extrusionClr>
          </a:sp3d>
        </p:spPr>
        <p:txBody>
          <a:bodyPr wrap="none" anchor="ctr">
            <a:flatTx/>
          </a:bodyPr>
          <a:lstStyle/>
          <a:p>
            <a:pPr algn="ctr"/>
            <a:r>
              <a:rPr lang="zh-CN" altLang="en-US" b="1">
                <a:solidFill>
                  <a:schemeClr val="bg1"/>
                </a:solidFill>
                <a:latin typeface="黑体" pitchFamily="2" charset="-122"/>
              </a:rPr>
              <a:t>应用层</a:t>
            </a:r>
          </a:p>
        </p:txBody>
      </p:sp>
      <p:sp>
        <p:nvSpPr>
          <p:cNvPr id="19" name="Rectangle 173">
            <a:extLst>
              <a:ext uri="{FF2B5EF4-FFF2-40B4-BE49-F238E27FC236}">
                <a16:creationId xmlns:a16="http://schemas.microsoft.com/office/drawing/2014/main" id="{37754391-DBFC-4475-B42B-07DA514ACDC3}"/>
              </a:ext>
            </a:extLst>
          </p:cNvPr>
          <p:cNvSpPr>
            <a:spLocks noChangeArrowheads="1"/>
          </p:cNvSpPr>
          <p:nvPr/>
        </p:nvSpPr>
        <p:spPr bwMode="auto">
          <a:xfrm>
            <a:off x="4996209" y="5839538"/>
            <a:ext cx="18796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pPr algn="ctr"/>
            <a:r>
              <a:rPr lang="zh-CN" altLang="en-US" b="1">
                <a:solidFill>
                  <a:schemeClr val="bg1"/>
                </a:solidFill>
                <a:latin typeface="黑体" pitchFamily="2" charset="-122"/>
              </a:rPr>
              <a:t>物理层</a:t>
            </a:r>
          </a:p>
        </p:txBody>
      </p:sp>
      <p:sp>
        <p:nvSpPr>
          <p:cNvPr id="20" name="Rectangle 174">
            <a:extLst>
              <a:ext uri="{FF2B5EF4-FFF2-40B4-BE49-F238E27FC236}">
                <a16:creationId xmlns:a16="http://schemas.microsoft.com/office/drawing/2014/main" id="{1AFD4BBE-0BAB-407D-8AE5-7F51ADAAA87F}"/>
              </a:ext>
            </a:extLst>
          </p:cNvPr>
          <p:cNvSpPr>
            <a:spLocks noChangeArrowheads="1"/>
          </p:cNvSpPr>
          <p:nvPr/>
        </p:nvSpPr>
        <p:spPr bwMode="auto">
          <a:xfrm>
            <a:off x="4996209" y="5223588"/>
            <a:ext cx="18796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pPr algn="ctr"/>
            <a:r>
              <a:rPr lang="zh-CN" altLang="en-US" b="1">
                <a:solidFill>
                  <a:schemeClr val="bg1"/>
                </a:solidFill>
                <a:latin typeface="黑体" pitchFamily="2" charset="-122"/>
              </a:rPr>
              <a:t>数据链路层</a:t>
            </a:r>
          </a:p>
        </p:txBody>
      </p:sp>
      <p:sp>
        <p:nvSpPr>
          <p:cNvPr id="21" name="Text Box 175">
            <a:extLst>
              <a:ext uri="{FF2B5EF4-FFF2-40B4-BE49-F238E27FC236}">
                <a16:creationId xmlns:a16="http://schemas.microsoft.com/office/drawing/2014/main" id="{B1A58FAB-8CAA-4D07-B185-B2B975F5B001}"/>
              </a:ext>
            </a:extLst>
          </p:cNvPr>
          <p:cNvSpPr txBox="1">
            <a:spLocks noChangeArrowheads="1"/>
          </p:cNvSpPr>
          <p:nvPr/>
        </p:nvSpPr>
        <p:spPr bwMode="auto">
          <a:xfrm>
            <a:off x="4805709" y="6347538"/>
            <a:ext cx="2324100" cy="366712"/>
          </a:xfrm>
          <a:prstGeom prst="rect">
            <a:avLst/>
          </a:prstGeom>
          <a:solidFill>
            <a:schemeClr val="bg1"/>
          </a:solidFill>
          <a:ln w="9525" algn="ctr">
            <a:noFill/>
            <a:miter lim="800000"/>
            <a:headEnd/>
            <a:tailEnd/>
          </a:ln>
        </p:spPr>
        <p:txBody>
          <a:bodyPr anchor="b">
            <a:spAutoFit/>
          </a:bodyPr>
          <a:lstStyle/>
          <a:p>
            <a:pPr algn="ctr">
              <a:spcBef>
                <a:spcPct val="50000"/>
              </a:spcBef>
            </a:pPr>
            <a:r>
              <a:rPr lang="en-US" altLang="zh-CN" b="1"/>
              <a:t>TCP/IP 5</a:t>
            </a:r>
            <a:r>
              <a:rPr lang="zh-CN" altLang="en-US" b="1"/>
              <a:t>层</a:t>
            </a:r>
            <a:r>
              <a:rPr lang="zh-CN" altLang="en-US" b="1">
                <a:latin typeface="黑体" pitchFamily="2" charset="-122"/>
              </a:rPr>
              <a:t>模型</a:t>
            </a:r>
          </a:p>
        </p:txBody>
      </p:sp>
      <p:sp>
        <p:nvSpPr>
          <p:cNvPr id="22" name="Rectangle 154">
            <a:extLst>
              <a:ext uri="{FF2B5EF4-FFF2-40B4-BE49-F238E27FC236}">
                <a16:creationId xmlns:a16="http://schemas.microsoft.com/office/drawing/2014/main" id="{10998681-3AC9-4EAC-913E-3C71CA770E64}"/>
              </a:ext>
            </a:extLst>
          </p:cNvPr>
          <p:cNvSpPr>
            <a:spLocks noChangeArrowheads="1"/>
          </p:cNvSpPr>
          <p:nvPr/>
        </p:nvSpPr>
        <p:spPr bwMode="auto">
          <a:xfrm>
            <a:off x="2016472" y="5509338"/>
            <a:ext cx="1708150" cy="366712"/>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pPr algn="ctr"/>
            <a:r>
              <a:rPr lang="zh-CN" altLang="en-US" b="1">
                <a:solidFill>
                  <a:schemeClr val="bg1"/>
                </a:solidFill>
                <a:cs typeface="Arial" charset="0"/>
              </a:rPr>
              <a:t>网络接口层</a:t>
            </a:r>
          </a:p>
        </p:txBody>
      </p:sp>
      <p:sp>
        <p:nvSpPr>
          <p:cNvPr id="23" name="Rectangle 155">
            <a:extLst>
              <a:ext uri="{FF2B5EF4-FFF2-40B4-BE49-F238E27FC236}">
                <a16:creationId xmlns:a16="http://schemas.microsoft.com/office/drawing/2014/main" id="{E3568352-B000-4FBA-B4A9-DCEC0DA63DC6}"/>
              </a:ext>
            </a:extLst>
          </p:cNvPr>
          <p:cNvSpPr>
            <a:spLocks noChangeArrowheads="1"/>
          </p:cNvSpPr>
          <p:nvPr/>
        </p:nvSpPr>
        <p:spPr bwMode="auto">
          <a:xfrm>
            <a:off x="2005359" y="4633038"/>
            <a:ext cx="1708150" cy="366712"/>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pPr algn="ctr"/>
            <a:r>
              <a:rPr lang="zh-CN" altLang="en-US" b="1">
                <a:solidFill>
                  <a:schemeClr val="bg1"/>
                </a:solidFill>
                <a:cs typeface="Arial" charset="0"/>
              </a:rPr>
              <a:t>网络层</a:t>
            </a:r>
          </a:p>
        </p:txBody>
      </p:sp>
      <p:sp>
        <p:nvSpPr>
          <p:cNvPr id="24" name="Rectangle 156">
            <a:extLst>
              <a:ext uri="{FF2B5EF4-FFF2-40B4-BE49-F238E27FC236}">
                <a16:creationId xmlns:a16="http://schemas.microsoft.com/office/drawing/2014/main" id="{CAC01783-36A1-4237-ADB4-8A22C35CA4AD}"/>
              </a:ext>
            </a:extLst>
          </p:cNvPr>
          <p:cNvSpPr>
            <a:spLocks noChangeArrowheads="1"/>
          </p:cNvSpPr>
          <p:nvPr/>
        </p:nvSpPr>
        <p:spPr bwMode="auto">
          <a:xfrm>
            <a:off x="2016472" y="3902788"/>
            <a:ext cx="1708150" cy="366712"/>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pPr algn="ctr"/>
            <a:r>
              <a:rPr lang="zh-CN" altLang="en-US" b="1">
                <a:solidFill>
                  <a:schemeClr val="bg1"/>
                </a:solidFill>
                <a:cs typeface="Arial" charset="0"/>
              </a:rPr>
              <a:t>传输层</a:t>
            </a:r>
          </a:p>
        </p:txBody>
      </p:sp>
      <p:sp>
        <p:nvSpPr>
          <p:cNvPr id="25" name="Rectangle 157">
            <a:extLst>
              <a:ext uri="{FF2B5EF4-FFF2-40B4-BE49-F238E27FC236}">
                <a16:creationId xmlns:a16="http://schemas.microsoft.com/office/drawing/2014/main" id="{77A80471-BB68-43AC-8D5F-1F5FB78E2DD9}"/>
              </a:ext>
            </a:extLst>
          </p:cNvPr>
          <p:cNvSpPr>
            <a:spLocks noChangeArrowheads="1"/>
          </p:cNvSpPr>
          <p:nvPr/>
        </p:nvSpPr>
        <p:spPr bwMode="auto">
          <a:xfrm>
            <a:off x="2016472" y="3085225"/>
            <a:ext cx="1708150" cy="366713"/>
          </a:xfrm>
          <a:prstGeom prst="rect">
            <a:avLst/>
          </a:prstGeom>
          <a:solidFill>
            <a:srgbClr val="FF33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3300"/>
            </a:extrusionClr>
          </a:sp3d>
        </p:spPr>
        <p:txBody>
          <a:bodyPr wrap="none" anchor="ctr">
            <a:flatTx/>
          </a:bodyPr>
          <a:lstStyle/>
          <a:p>
            <a:pPr algn="ctr"/>
            <a:r>
              <a:rPr lang="zh-CN" altLang="en-US" b="1">
                <a:solidFill>
                  <a:schemeClr val="bg1"/>
                </a:solidFill>
                <a:cs typeface="Arial" charset="0"/>
              </a:rPr>
              <a:t>应用层</a:t>
            </a:r>
          </a:p>
        </p:txBody>
      </p:sp>
      <p:sp>
        <p:nvSpPr>
          <p:cNvPr id="26" name="Text Box 158">
            <a:extLst>
              <a:ext uri="{FF2B5EF4-FFF2-40B4-BE49-F238E27FC236}">
                <a16:creationId xmlns:a16="http://schemas.microsoft.com/office/drawing/2014/main" id="{372E094E-E276-4784-AE09-50EB1C10695D}"/>
              </a:ext>
            </a:extLst>
          </p:cNvPr>
          <p:cNvSpPr txBox="1">
            <a:spLocks noChangeArrowheads="1"/>
          </p:cNvSpPr>
          <p:nvPr/>
        </p:nvSpPr>
        <p:spPr bwMode="auto">
          <a:xfrm>
            <a:off x="1887884" y="6347538"/>
            <a:ext cx="2081213" cy="366712"/>
          </a:xfrm>
          <a:prstGeom prst="rect">
            <a:avLst/>
          </a:prstGeom>
          <a:noFill/>
          <a:ln w="9525" algn="ctr">
            <a:noFill/>
            <a:miter lim="800000"/>
            <a:headEnd/>
            <a:tailEnd/>
          </a:ln>
        </p:spPr>
        <p:txBody>
          <a:bodyPr anchor="b">
            <a:spAutoFit/>
          </a:bodyPr>
          <a:lstStyle/>
          <a:p>
            <a:pPr algn="ctr">
              <a:spcBef>
                <a:spcPct val="50000"/>
              </a:spcBef>
            </a:pPr>
            <a:r>
              <a:rPr lang="en-US" altLang="zh-CN" b="1">
                <a:cs typeface="Arial" charset="0"/>
              </a:rPr>
              <a:t>TCP/IP 4</a:t>
            </a:r>
            <a:r>
              <a:rPr lang="zh-CN" altLang="en-US" b="1">
                <a:cs typeface="Arial" charset="0"/>
              </a:rPr>
              <a:t>层模型</a:t>
            </a:r>
          </a:p>
        </p:txBody>
      </p:sp>
      <p:sp>
        <p:nvSpPr>
          <p:cNvPr id="27" name="右箭头 43">
            <a:extLst>
              <a:ext uri="{FF2B5EF4-FFF2-40B4-BE49-F238E27FC236}">
                <a16:creationId xmlns:a16="http://schemas.microsoft.com/office/drawing/2014/main" id="{21E7B993-AD83-4227-9A0F-F80FFF03F431}"/>
              </a:ext>
            </a:extLst>
          </p:cNvPr>
          <p:cNvSpPr/>
          <p:nvPr/>
        </p:nvSpPr>
        <p:spPr bwMode="auto">
          <a:xfrm>
            <a:off x="3977020" y="3936127"/>
            <a:ext cx="928694" cy="928694"/>
          </a:xfrm>
          <a:prstGeom prst="rightArrow">
            <a:avLst/>
          </a:prstGeom>
          <a:gradFill flip="none" rotWithShape="1">
            <a:gsLst>
              <a:gs pos="0">
                <a:schemeClr val="accent1">
                  <a:lumMod val="75000"/>
                </a:schemeClr>
              </a:gs>
              <a:gs pos="100000">
                <a:schemeClr val="accent1">
                  <a:lumMod val="40000"/>
                  <a:lumOff val="60000"/>
                </a:schemeClr>
              </a:gs>
            </a:gsLst>
            <a:lin ang="10800000" scaled="1"/>
            <a:tileRect/>
          </a:gradFill>
          <a:ln w="9525" algn="ctr">
            <a:noFill/>
            <a:miter lim="800000"/>
            <a:headEnd/>
            <a:tailEnd/>
          </a:ln>
          <a:effectLst>
            <a:innerShdw blurRad="63500" dist="50800" dir="2700000">
              <a:prstClr val="black">
                <a:alpha val="50000"/>
              </a:prstClr>
            </a:innerShdw>
          </a:effectLst>
        </p:spPr>
        <p:txBody>
          <a:bodyPr anchor="ctr" anchorCtr="1"/>
          <a:lstStyle/>
          <a:p>
            <a:pPr algn="ctr">
              <a:defRPr/>
            </a:pPr>
            <a:endParaRPr lang="zh-CN" altLang="en-US" sz="2000" b="1" dirty="0">
              <a:solidFill>
                <a:srgbClr val="000000"/>
              </a:solidFill>
              <a:latin typeface="楷体_GB2312" pitchFamily="49" charset="-122"/>
              <a:ea typeface="楷体_GB2312" pitchFamily="49" charset="-122"/>
            </a:endParaRPr>
          </a:p>
        </p:txBody>
      </p:sp>
      <p:sp>
        <p:nvSpPr>
          <p:cNvPr id="28" name="右箭头 44">
            <a:extLst>
              <a:ext uri="{FF2B5EF4-FFF2-40B4-BE49-F238E27FC236}">
                <a16:creationId xmlns:a16="http://schemas.microsoft.com/office/drawing/2014/main" id="{09649C19-F287-42CE-BF84-1361675BE47D}"/>
              </a:ext>
            </a:extLst>
          </p:cNvPr>
          <p:cNvSpPr/>
          <p:nvPr/>
        </p:nvSpPr>
        <p:spPr bwMode="auto">
          <a:xfrm>
            <a:off x="7191730" y="3936127"/>
            <a:ext cx="928694" cy="928694"/>
          </a:xfrm>
          <a:prstGeom prst="rightArrow">
            <a:avLst/>
          </a:prstGeom>
          <a:gradFill flip="none" rotWithShape="1">
            <a:gsLst>
              <a:gs pos="0">
                <a:schemeClr val="accent1">
                  <a:lumMod val="75000"/>
                </a:schemeClr>
              </a:gs>
              <a:gs pos="100000">
                <a:schemeClr val="accent1">
                  <a:lumMod val="40000"/>
                  <a:lumOff val="60000"/>
                </a:schemeClr>
              </a:gs>
            </a:gsLst>
            <a:lin ang="10800000" scaled="1"/>
            <a:tileRect/>
          </a:gradFill>
          <a:ln w="9525" algn="ctr">
            <a:noFill/>
            <a:miter lim="800000"/>
            <a:headEnd/>
            <a:tailEnd/>
          </a:ln>
          <a:effectLst>
            <a:innerShdw blurRad="63500" dist="50800" dir="2700000">
              <a:prstClr val="black">
                <a:alpha val="50000"/>
              </a:prstClr>
            </a:innerShdw>
          </a:effectLst>
        </p:spPr>
        <p:txBody>
          <a:bodyPr anchor="ctr" anchorCtr="1"/>
          <a:lstStyle/>
          <a:p>
            <a:pPr algn="ctr">
              <a:defRPr/>
            </a:pPr>
            <a:endParaRPr lang="zh-CN" altLang="en-US" sz="2000" b="1" dirty="0">
              <a:solidFill>
                <a:srgbClr val="000000"/>
              </a:solidFill>
              <a:latin typeface="楷体_GB2312" pitchFamily="49" charset="-122"/>
              <a:ea typeface="楷体_GB2312" pitchFamily="49" charset="-122"/>
            </a:endParaRPr>
          </a:p>
        </p:txBody>
      </p:sp>
      <p:sp>
        <p:nvSpPr>
          <p:cNvPr id="29" name="圆角矩形 45">
            <a:extLst>
              <a:ext uri="{FF2B5EF4-FFF2-40B4-BE49-F238E27FC236}">
                <a16:creationId xmlns:a16="http://schemas.microsoft.com/office/drawing/2014/main" id="{1656BEF2-7DCA-485E-ADC6-59BB94C1D11F}"/>
              </a:ext>
            </a:extLst>
          </p:cNvPr>
          <p:cNvSpPr>
            <a:spLocks noChangeArrowheads="1"/>
          </p:cNvSpPr>
          <p:nvPr/>
        </p:nvSpPr>
        <p:spPr bwMode="auto">
          <a:xfrm>
            <a:off x="4691409" y="2793125"/>
            <a:ext cx="2571750" cy="3929063"/>
          </a:xfrm>
          <a:prstGeom prst="roundRect">
            <a:avLst>
              <a:gd name="adj" fmla="val 7310"/>
            </a:avLst>
          </a:prstGeom>
          <a:noFill/>
          <a:ln w="28575" algn="ctr">
            <a:solidFill>
              <a:srgbClr val="FF0000"/>
            </a:solidFill>
            <a:prstDash val="dash"/>
            <a:miter lim="800000"/>
            <a:headEnd/>
            <a:tailEnd/>
          </a:ln>
        </p:spPr>
        <p:txBody>
          <a:bodyPr anchor="ctr" anchorCtr="1"/>
          <a:lstStyle/>
          <a:p>
            <a:pPr algn="ctr"/>
            <a:endParaRPr lang="zh-CN" altLang="en-US" sz="2000" b="1">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3455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indefinite" fill="hold" grpId="1" nodeType="afterEffect">
                                  <p:stCondLst>
                                    <p:cond delay="0"/>
                                  </p:stCondLst>
                                  <p:endCondLst>
                                    <p:cond evt="onNext" delay="0">
                                      <p:tgtEl>
                                        <p:sldTgt/>
                                      </p:tgtEl>
                                    </p:cond>
                                  </p:endCondLst>
                                  <p:childTnLst>
                                    <p:animEffect transition="out" filter="fade">
                                      <p:cBhvr>
                                        <p:cTn id="9" dur="500" tmFilter="0, 0; .2, .5; .8, .5; 1, 0"/>
                                        <p:tgtEl>
                                          <p:spTgt spid="29"/>
                                        </p:tgtEl>
                                      </p:cBhvr>
                                    </p:animEffect>
                                    <p:animScale>
                                      <p:cBhvr>
                                        <p:cTn id="10" dur="250" autoRev="1" fill="hold"/>
                                        <p:tgtEl>
                                          <p:spTgt spid="2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AFF51AF-DEC3-42D7-A940-A3D187DA343A}"/>
              </a:ext>
            </a:extLst>
          </p:cNvPr>
          <p:cNvSpPr txBox="1">
            <a:spLocks noChangeArrowheads="1"/>
          </p:cNvSpPr>
          <p:nvPr/>
        </p:nvSpPr>
        <p:spPr>
          <a:xfrm>
            <a:off x="141975" y="560607"/>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TCP/IP</a:t>
            </a:r>
            <a:r>
              <a:rPr lang="zh-CN" altLang="en-US" dirty="0"/>
              <a:t>协议族的组成</a:t>
            </a:r>
          </a:p>
        </p:txBody>
      </p:sp>
      <p:sp>
        <p:nvSpPr>
          <p:cNvPr id="5" name="Rectangle 170">
            <a:extLst>
              <a:ext uri="{FF2B5EF4-FFF2-40B4-BE49-F238E27FC236}">
                <a16:creationId xmlns:a16="http://schemas.microsoft.com/office/drawing/2014/main" id="{B46F3470-84C7-4B85-82D5-FC2C36987CE4}"/>
              </a:ext>
            </a:extLst>
          </p:cNvPr>
          <p:cNvSpPr>
            <a:spLocks noChangeArrowheads="1"/>
          </p:cNvSpPr>
          <p:nvPr/>
        </p:nvSpPr>
        <p:spPr bwMode="auto">
          <a:xfrm>
            <a:off x="2837501" y="4541264"/>
            <a:ext cx="2216150" cy="411162"/>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pPr algn="ctr"/>
            <a:r>
              <a:rPr lang="zh-CN" altLang="en-US" sz="2000" b="1">
                <a:solidFill>
                  <a:schemeClr val="bg1"/>
                </a:solidFill>
                <a:latin typeface="黑体" pitchFamily="2" charset="-122"/>
              </a:rPr>
              <a:t>网络层</a:t>
            </a:r>
          </a:p>
        </p:txBody>
      </p:sp>
      <p:sp>
        <p:nvSpPr>
          <p:cNvPr id="6" name="Rectangle 171">
            <a:extLst>
              <a:ext uri="{FF2B5EF4-FFF2-40B4-BE49-F238E27FC236}">
                <a16:creationId xmlns:a16="http://schemas.microsoft.com/office/drawing/2014/main" id="{DE2367B3-C3B0-4DF3-AE02-7D7919A955D8}"/>
              </a:ext>
            </a:extLst>
          </p:cNvPr>
          <p:cNvSpPr>
            <a:spLocks noChangeArrowheads="1"/>
          </p:cNvSpPr>
          <p:nvPr/>
        </p:nvSpPr>
        <p:spPr bwMode="auto">
          <a:xfrm>
            <a:off x="2837501" y="3339526"/>
            <a:ext cx="2216150" cy="411163"/>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pPr algn="ctr"/>
            <a:r>
              <a:rPr lang="zh-CN" altLang="en-US" sz="2000" b="1">
                <a:solidFill>
                  <a:schemeClr val="bg1"/>
                </a:solidFill>
                <a:latin typeface="黑体" pitchFamily="2" charset="-122"/>
              </a:rPr>
              <a:t>传输层</a:t>
            </a:r>
          </a:p>
        </p:txBody>
      </p:sp>
      <p:sp>
        <p:nvSpPr>
          <p:cNvPr id="7" name="Rectangle 172">
            <a:extLst>
              <a:ext uri="{FF2B5EF4-FFF2-40B4-BE49-F238E27FC236}">
                <a16:creationId xmlns:a16="http://schemas.microsoft.com/office/drawing/2014/main" id="{70CA4EF8-DD3C-4929-9196-D5FAA3256C17}"/>
              </a:ext>
            </a:extLst>
          </p:cNvPr>
          <p:cNvSpPr>
            <a:spLocks noChangeArrowheads="1"/>
          </p:cNvSpPr>
          <p:nvPr/>
        </p:nvSpPr>
        <p:spPr bwMode="auto">
          <a:xfrm>
            <a:off x="2837501" y="1926651"/>
            <a:ext cx="2216150" cy="411163"/>
          </a:xfrm>
          <a:prstGeom prst="rect">
            <a:avLst/>
          </a:prstGeom>
          <a:solidFill>
            <a:srgbClr val="FF33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3300"/>
            </a:extrusionClr>
          </a:sp3d>
        </p:spPr>
        <p:txBody>
          <a:bodyPr wrap="none" anchor="ctr">
            <a:flatTx/>
          </a:bodyPr>
          <a:lstStyle/>
          <a:p>
            <a:pPr algn="ctr"/>
            <a:r>
              <a:rPr lang="zh-CN" altLang="en-US" sz="2000" b="1">
                <a:solidFill>
                  <a:schemeClr val="bg1"/>
                </a:solidFill>
                <a:latin typeface="黑体" pitchFamily="2" charset="-122"/>
              </a:rPr>
              <a:t>应用层</a:t>
            </a:r>
          </a:p>
        </p:txBody>
      </p:sp>
      <p:sp>
        <p:nvSpPr>
          <p:cNvPr id="8" name="Rectangle 173">
            <a:extLst>
              <a:ext uri="{FF2B5EF4-FFF2-40B4-BE49-F238E27FC236}">
                <a16:creationId xmlns:a16="http://schemas.microsoft.com/office/drawing/2014/main" id="{2138293B-6C34-42E5-8D9B-AA1E779F4508}"/>
              </a:ext>
            </a:extLst>
          </p:cNvPr>
          <p:cNvSpPr>
            <a:spLocks noChangeArrowheads="1"/>
          </p:cNvSpPr>
          <p:nvPr/>
        </p:nvSpPr>
        <p:spPr bwMode="auto">
          <a:xfrm>
            <a:off x="2837501" y="6268464"/>
            <a:ext cx="2216150" cy="411162"/>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pPr algn="ctr"/>
            <a:r>
              <a:rPr lang="zh-CN" altLang="en-US" sz="2000" b="1">
                <a:solidFill>
                  <a:schemeClr val="bg1"/>
                </a:solidFill>
                <a:latin typeface="黑体" pitchFamily="2" charset="-122"/>
              </a:rPr>
              <a:t>物理层</a:t>
            </a:r>
          </a:p>
        </p:txBody>
      </p:sp>
      <p:sp>
        <p:nvSpPr>
          <p:cNvPr id="9" name="Rectangle 174">
            <a:extLst>
              <a:ext uri="{FF2B5EF4-FFF2-40B4-BE49-F238E27FC236}">
                <a16:creationId xmlns:a16="http://schemas.microsoft.com/office/drawing/2014/main" id="{3A481F70-5301-4DFF-9B03-774957D5C546}"/>
              </a:ext>
            </a:extLst>
          </p:cNvPr>
          <p:cNvSpPr>
            <a:spLocks noChangeArrowheads="1"/>
          </p:cNvSpPr>
          <p:nvPr/>
        </p:nvSpPr>
        <p:spPr bwMode="auto">
          <a:xfrm>
            <a:off x="2837501" y="5703314"/>
            <a:ext cx="2216150" cy="411162"/>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pPr algn="ctr"/>
            <a:r>
              <a:rPr lang="zh-CN" altLang="en-US" sz="2000" b="1">
                <a:solidFill>
                  <a:schemeClr val="bg1"/>
                </a:solidFill>
                <a:latin typeface="黑体" pitchFamily="2" charset="-122"/>
              </a:rPr>
              <a:t>数据链路层</a:t>
            </a:r>
          </a:p>
        </p:txBody>
      </p:sp>
      <p:cxnSp>
        <p:nvCxnSpPr>
          <p:cNvPr id="10" name="直接连接符 66">
            <a:extLst>
              <a:ext uri="{FF2B5EF4-FFF2-40B4-BE49-F238E27FC236}">
                <a16:creationId xmlns:a16="http://schemas.microsoft.com/office/drawing/2014/main" id="{932DB3B1-1F45-4C39-91F3-CC875650B88F}"/>
              </a:ext>
            </a:extLst>
          </p:cNvPr>
          <p:cNvCxnSpPr>
            <a:cxnSpLocks noChangeShapeType="1"/>
          </p:cNvCxnSpPr>
          <p:nvPr/>
        </p:nvCxnSpPr>
        <p:spPr bwMode="auto">
          <a:xfrm>
            <a:off x="2766063" y="5504876"/>
            <a:ext cx="7978775" cy="15875"/>
          </a:xfrm>
          <a:prstGeom prst="line">
            <a:avLst/>
          </a:prstGeom>
          <a:noFill/>
          <a:ln w="38100" algn="ctr">
            <a:solidFill>
              <a:srgbClr val="6600FF"/>
            </a:solidFill>
            <a:prstDash val="dashDot"/>
            <a:round/>
            <a:headEnd/>
            <a:tailEnd/>
          </a:ln>
        </p:spPr>
      </p:cxnSp>
      <p:cxnSp>
        <p:nvCxnSpPr>
          <p:cNvPr id="11" name="直接连接符 29">
            <a:extLst>
              <a:ext uri="{FF2B5EF4-FFF2-40B4-BE49-F238E27FC236}">
                <a16:creationId xmlns:a16="http://schemas.microsoft.com/office/drawing/2014/main" id="{1FCE70EE-F3E5-4EF5-9AB6-AAB8D6254D75}"/>
              </a:ext>
            </a:extLst>
          </p:cNvPr>
          <p:cNvCxnSpPr>
            <a:cxnSpLocks noChangeShapeType="1"/>
          </p:cNvCxnSpPr>
          <p:nvPr/>
        </p:nvCxnSpPr>
        <p:spPr bwMode="auto">
          <a:xfrm>
            <a:off x="2766063" y="4036439"/>
            <a:ext cx="7978775" cy="15875"/>
          </a:xfrm>
          <a:prstGeom prst="line">
            <a:avLst/>
          </a:prstGeom>
          <a:noFill/>
          <a:ln w="38100" algn="ctr">
            <a:solidFill>
              <a:srgbClr val="6600FF"/>
            </a:solidFill>
            <a:prstDash val="dashDot"/>
            <a:round/>
            <a:headEnd/>
            <a:tailEnd/>
          </a:ln>
        </p:spPr>
      </p:cxnSp>
      <p:cxnSp>
        <p:nvCxnSpPr>
          <p:cNvPr id="12" name="直接连接符 30">
            <a:extLst>
              <a:ext uri="{FF2B5EF4-FFF2-40B4-BE49-F238E27FC236}">
                <a16:creationId xmlns:a16="http://schemas.microsoft.com/office/drawing/2014/main" id="{A6408D76-5EBE-430A-B798-DB4F90B63525}"/>
              </a:ext>
            </a:extLst>
          </p:cNvPr>
          <p:cNvCxnSpPr>
            <a:cxnSpLocks noChangeShapeType="1"/>
          </p:cNvCxnSpPr>
          <p:nvPr/>
        </p:nvCxnSpPr>
        <p:spPr bwMode="auto">
          <a:xfrm>
            <a:off x="2766063" y="2729926"/>
            <a:ext cx="7978775" cy="15875"/>
          </a:xfrm>
          <a:prstGeom prst="line">
            <a:avLst/>
          </a:prstGeom>
          <a:noFill/>
          <a:ln w="38100" algn="ctr">
            <a:solidFill>
              <a:srgbClr val="6600FF"/>
            </a:solidFill>
            <a:prstDash val="dashDot"/>
            <a:round/>
            <a:headEnd/>
            <a:tailEnd/>
          </a:ln>
        </p:spPr>
      </p:cxnSp>
      <p:sp>
        <p:nvSpPr>
          <p:cNvPr id="13" name="折角形 31">
            <a:extLst>
              <a:ext uri="{FF2B5EF4-FFF2-40B4-BE49-F238E27FC236}">
                <a16:creationId xmlns:a16="http://schemas.microsoft.com/office/drawing/2014/main" id="{5C615A3B-F2EC-49F8-B6C2-9EDC930E3446}"/>
              </a:ext>
            </a:extLst>
          </p:cNvPr>
          <p:cNvSpPr/>
          <p:nvPr/>
        </p:nvSpPr>
        <p:spPr bwMode="auto">
          <a:xfrm>
            <a:off x="6337938" y="1569464"/>
            <a:ext cx="3786188" cy="1000125"/>
          </a:xfrm>
          <a:prstGeom prst="foldedCorner">
            <a:avLst/>
          </a:prstGeom>
          <a:gradFill rotWithShape="1">
            <a:gsLst>
              <a:gs pos="0">
                <a:schemeClr val="accent1">
                  <a:lumMod val="60000"/>
                  <a:lumOff val="40000"/>
                </a:schemeClr>
              </a:gs>
              <a:gs pos="100000">
                <a:schemeClr val="accent1">
                  <a:lumMod val="20000"/>
                  <a:lumOff val="80000"/>
                </a:schemeClr>
              </a:gs>
            </a:gsLst>
            <a:lin ang="5400000" scaled="1"/>
          </a:gradFill>
          <a:ln w="9525" algn="ctr">
            <a:solidFill>
              <a:schemeClr val="accent1">
                <a:lumMod val="75000"/>
              </a:schemeClr>
            </a:solidFill>
            <a:miter lim="800000"/>
            <a:headEnd/>
            <a:tailEnd/>
          </a:ln>
          <a:effectLst/>
        </p:spPr>
        <p:txBody>
          <a:bodyPr anchor="ctr" anchorCtr="1"/>
          <a:lstStyle/>
          <a:p>
            <a:pPr algn="ctr">
              <a:defRPr/>
            </a:pPr>
            <a:endParaRPr lang="en-US" altLang="zh-CN" sz="1400" b="1" dirty="0">
              <a:solidFill>
                <a:srgbClr val="000000"/>
              </a:solidFill>
              <a:latin typeface="Times New Roman" pitchFamily="18" charset="0"/>
              <a:ea typeface="楷体_GB2312" pitchFamily="49" charset="-122"/>
              <a:cs typeface="Times New Roman" pitchFamily="18" charset="0"/>
            </a:endParaRPr>
          </a:p>
          <a:p>
            <a:pPr algn="ctr">
              <a:defRPr/>
            </a:pPr>
            <a:r>
              <a:rPr lang="en-US" altLang="zh-CN" sz="2000" b="1" dirty="0">
                <a:solidFill>
                  <a:srgbClr val="000000"/>
                </a:solidFill>
                <a:latin typeface="Times New Roman" pitchFamily="18" charset="0"/>
                <a:ea typeface="楷体_GB2312" pitchFamily="49" charset="-122"/>
                <a:cs typeface="Times New Roman" pitchFamily="18" charset="0"/>
              </a:rPr>
              <a:t>HTTP      FTP      TFTP</a:t>
            </a:r>
          </a:p>
          <a:p>
            <a:pPr algn="ctr">
              <a:defRPr/>
            </a:pPr>
            <a:endParaRPr lang="en-US" altLang="zh-CN" sz="2000" b="1" dirty="0">
              <a:solidFill>
                <a:srgbClr val="000000"/>
              </a:solidFill>
              <a:latin typeface="Times New Roman" pitchFamily="18" charset="0"/>
              <a:ea typeface="楷体_GB2312" pitchFamily="49" charset="-122"/>
              <a:cs typeface="Times New Roman" pitchFamily="18" charset="0"/>
            </a:endParaRPr>
          </a:p>
          <a:p>
            <a:pPr algn="ctr">
              <a:defRPr/>
            </a:pPr>
            <a:r>
              <a:rPr lang="en-US" altLang="zh-CN" sz="2000" b="1" dirty="0">
                <a:solidFill>
                  <a:srgbClr val="000000"/>
                </a:solidFill>
                <a:latin typeface="Times New Roman" pitchFamily="18" charset="0"/>
                <a:ea typeface="楷体_GB2312" pitchFamily="49" charset="-122"/>
                <a:cs typeface="Times New Roman" pitchFamily="18" charset="0"/>
              </a:rPr>
              <a:t>SMTP      SNMP      DNS</a:t>
            </a:r>
            <a:endParaRPr lang="zh-CN" altLang="en-US" sz="2000" b="1" dirty="0">
              <a:solidFill>
                <a:srgbClr val="000000"/>
              </a:solidFill>
              <a:latin typeface="Times New Roman" pitchFamily="18" charset="0"/>
              <a:ea typeface="楷体_GB2312" pitchFamily="49" charset="-122"/>
              <a:cs typeface="Times New Roman" pitchFamily="18" charset="0"/>
            </a:endParaRPr>
          </a:p>
        </p:txBody>
      </p:sp>
      <p:sp>
        <p:nvSpPr>
          <p:cNvPr id="14" name="折角形 32">
            <a:extLst>
              <a:ext uri="{FF2B5EF4-FFF2-40B4-BE49-F238E27FC236}">
                <a16:creationId xmlns:a16="http://schemas.microsoft.com/office/drawing/2014/main" id="{5B97DDFD-7F9E-4832-B633-49756E22BC38}"/>
              </a:ext>
            </a:extLst>
          </p:cNvPr>
          <p:cNvSpPr/>
          <p:nvPr/>
        </p:nvSpPr>
        <p:spPr bwMode="auto">
          <a:xfrm>
            <a:off x="6337938" y="3179189"/>
            <a:ext cx="3786188" cy="571500"/>
          </a:xfrm>
          <a:prstGeom prst="foldedCorner">
            <a:avLst/>
          </a:prstGeom>
          <a:gradFill rotWithShape="1">
            <a:gsLst>
              <a:gs pos="0">
                <a:schemeClr val="accent1">
                  <a:lumMod val="60000"/>
                  <a:lumOff val="40000"/>
                </a:schemeClr>
              </a:gs>
              <a:gs pos="100000">
                <a:schemeClr val="accent1">
                  <a:lumMod val="20000"/>
                  <a:lumOff val="80000"/>
                </a:schemeClr>
              </a:gs>
            </a:gsLst>
            <a:lin ang="5400000" scaled="1"/>
          </a:gradFill>
          <a:ln w="9525" algn="ctr">
            <a:solidFill>
              <a:schemeClr val="accent1">
                <a:lumMod val="75000"/>
              </a:schemeClr>
            </a:solidFill>
            <a:miter lim="800000"/>
            <a:headEnd/>
            <a:tailEnd/>
          </a:ln>
          <a:effectLst/>
        </p:spPr>
        <p:txBody>
          <a:bodyPr anchor="ctr" anchorCtr="1"/>
          <a:lstStyle/>
          <a:p>
            <a:pPr algn="ctr">
              <a:defRPr/>
            </a:pPr>
            <a:endParaRPr lang="en-US" altLang="zh-CN" sz="1400" b="1" dirty="0">
              <a:solidFill>
                <a:srgbClr val="000000"/>
              </a:solidFill>
              <a:latin typeface="Times New Roman" pitchFamily="18" charset="0"/>
              <a:ea typeface="楷体_GB2312" pitchFamily="49" charset="-122"/>
              <a:cs typeface="Times New Roman" pitchFamily="18" charset="0"/>
            </a:endParaRPr>
          </a:p>
          <a:p>
            <a:pPr algn="ctr">
              <a:defRPr/>
            </a:pPr>
            <a:r>
              <a:rPr lang="en-US" altLang="zh-CN" sz="2000" b="1" dirty="0">
                <a:solidFill>
                  <a:srgbClr val="000000"/>
                </a:solidFill>
                <a:latin typeface="Times New Roman" pitchFamily="18" charset="0"/>
                <a:ea typeface="楷体_GB2312" pitchFamily="49" charset="-122"/>
                <a:cs typeface="Times New Roman" pitchFamily="18" charset="0"/>
              </a:rPr>
              <a:t>TCP            UDP</a:t>
            </a:r>
          </a:p>
          <a:p>
            <a:pPr algn="ctr">
              <a:defRPr/>
            </a:pPr>
            <a:endParaRPr lang="en-US" altLang="zh-CN" sz="1200" b="1" dirty="0">
              <a:solidFill>
                <a:srgbClr val="000000"/>
              </a:solidFill>
              <a:latin typeface="Times New Roman" pitchFamily="18" charset="0"/>
              <a:ea typeface="楷体_GB2312" pitchFamily="49" charset="-122"/>
              <a:cs typeface="Times New Roman" pitchFamily="18" charset="0"/>
            </a:endParaRPr>
          </a:p>
        </p:txBody>
      </p:sp>
      <p:sp>
        <p:nvSpPr>
          <p:cNvPr id="15" name="折角形 33">
            <a:extLst>
              <a:ext uri="{FF2B5EF4-FFF2-40B4-BE49-F238E27FC236}">
                <a16:creationId xmlns:a16="http://schemas.microsoft.com/office/drawing/2014/main" id="{F44D66F1-8242-4BD4-9DCF-D42315535948}"/>
              </a:ext>
            </a:extLst>
          </p:cNvPr>
          <p:cNvSpPr/>
          <p:nvPr/>
        </p:nvSpPr>
        <p:spPr bwMode="auto">
          <a:xfrm>
            <a:off x="6337938" y="4250751"/>
            <a:ext cx="3786188" cy="1000125"/>
          </a:xfrm>
          <a:prstGeom prst="foldedCorner">
            <a:avLst/>
          </a:prstGeom>
          <a:gradFill rotWithShape="1">
            <a:gsLst>
              <a:gs pos="0">
                <a:schemeClr val="accent1">
                  <a:lumMod val="60000"/>
                  <a:lumOff val="40000"/>
                </a:schemeClr>
              </a:gs>
              <a:gs pos="100000">
                <a:schemeClr val="accent1">
                  <a:lumMod val="20000"/>
                  <a:lumOff val="80000"/>
                </a:schemeClr>
              </a:gs>
            </a:gsLst>
            <a:lin ang="5400000" scaled="1"/>
          </a:gradFill>
          <a:ln w="9525" algn="ctr">
            <a:solidFill>
              <a:schemeClr val="accent1">
                <a:lumMod val="75000"/>
              </a:schemeClr>
            </a:solidFill>
            <a:miter lim="800000"/>
            <a:headEnd/>
            <a:tailEnd/>
          </a:ln>
          <a:effectLst/>
        </p:spPr>
        <p:txBody>
          <a:bodyPr anchor="ctr" anchorCtr="1"/>
          <a:lstStyle/>
          <a:p>
            <a:pPr algn="ctr">
              <a:defRPr/>
            </a:pPr>
            <a:endParaRPr lang="en-US" altLang="zh-CN" sz="1400" b="1" dirty="0">
              <a:solidFill>
                <a:srgbClr val="000000"/>
              </a:solidFill>
              <a:latin typeface="Times New Roman" pitchFamily="18" charset="0"/>
              <a:ea typeface="楷体_GB2312" pitchFamily="49" charset="-122"/>
              <a:cs typeface="Times New Roman" pitchFamily="18" charset="0"/>
            </a:endParaRPr>
          </a:p>
          <a:p>
            <a:pPr>
              <a:defRPr/>
            </a:pPr>
            <a:endParaRPr lang="en-US" altLang="zh-CN" sz="1200" b="1" dirty="0">
              <a:solidFill>
                <a:srgbClr val="000000"/>
              </a:solidFill>
              <a:latin typeface="Times New Roman" pitchFamily="18" charset="0"/>
              <a:ea typeface="楷体_GB2312" pitchFamily="49" charset="-122"/>
              <a:cs typeface="Times New Roman" pitchFamily="18" charset="0"/>
            </a:endParaRPr>
          </a:p>
          <a:p>
            <a:pPr>
              <a:defRPr/>
            </a:pPr>
            <a:r>
              <a:rPr lang="en-US" altLang="zh-CN" sz="2000" b="1" dirty="0">
                <a:solidFill>
                  <a:srgbClr val="000000"/>
                </a:solidFill>
                <a:latin typeface="Times New Roman" pitchFamily="18" charset="0"/>
                <a:ea typeface="楷体_GB2312" pitchFamily="49" charset="-122"/>
                <a:cs typeface="Times New Roman" pitchFamily="18" charset="0"/>
              </a:rPr>
              <a:t>ICMP  IGMP</a:t>
            </a:r>
          </a:p>
          <a:p>
            <a:pPr algn="ctr">
              <a:defRPr/>
            </a:pPr>
            <a:r>
              <a:rPr lang="en-US" altLang="zh-CN" sz="2000" b="1" dirty="0">
                <a:solidFill>
                  <a:srgbClr val="000000"/>
                </a:solidFill>
                <a:latin typeface="Times New Roman" pitchFamily="18" charset="0"/>
                <a:ea typeface="楷体_GB2312" pitchFamily="49" charset="-122"/>
                <a:cs typeface="Times New Roman" pitchFamily="18" charset="0"/>
              </a:rPr>
              <a:t>IP</a:t>
            </a:r>
          </a:p>
          <a:p>
            <a:pPr algn="r">
              <a:defRPr/>
            </a:pPr>
            <a:r>
              <a:rPr lang="en-US" altLang="zh-CN" sz="2000" b="1" dirty="0">
                <a:solidFill>
                  <a:srgbClr val="000000"/>
                </a:solidFill>
                <a:latin typeface="Times New Roman" pitchFamily="18" charset="0"/>
                <a:ea typeface="楷体_GB2312" pitchFamily="49" charset="-122"/>
                <a:cs typeface="Times New Roman" pitchFamily="18" charset="0"/>
              </a:rPr>
              <a:t>ARP  RARP</a:t>
            </a:r>
          </a:p>
          <a:p>
            <a:pPr algn="ctr">
              <a:defRPr/>
            </a:pPr>
            <a:endParaRPr lang="en-US" altLang="zh-CN" sz="1200" b="1" dirty="0">
              <a:solidFill>
                <a:srgbClr val="000000"/>
              </a:solidFill>
              <a:latin typeface="Times New Roman" pitchFamily="18" charset="0"/>
              <a:ea typeface="楷体_GB2312" pitchFamily="49" charset="-122"/>
              <a:cs typeface="Times New Roman" pitchFamily="18" charset="0"/>
            </a:endParaRPr>
          </a:p>
        </p:txBody>
      </p:sp>
      <p:sp>
        <p:nvSpPr>
          <p:cNvPr id="16" name="折角形 34">
            <a:extLst>
              <a:ext uri="{FF2B5EF4-FFF2-40B4-BE49-F238E27FC236}">
                <a16:creationId xmlns:a16="http://schemas.microsoft.com/office/drawing/2014/main" id="{4E70A95F-7204-4522-ADA4-5549C109FA95}"/>
              </a:ext>
            </a:extLst>
          </p:cNvPr>
          <p:cNvSpPr/>
          <p:nvPr/>
        </p:nvSpPr>
        <p:spPr bwMode="auto">
          <a:xfrm>
            <a:off x="6337938" y="5833489"/>
            <a:ext cx="3786188" cy="785812"/>
          </a:xfrm>
          <a:prstGeom prst="foldedCorner">
            <a:avLst/>
          </a:prstGeom>
          <a:gradFill rotWithShape="1">
            <a:gsLst>
              <a:gs pos="0">
                <a:schemeClr val="accent1">
                  <a:lumMod val="60000"/>
                  <a:lumOff val="40000"/>
                </a:schemeClr>
              </a:gs>
              <a:gs pos="100000">
                <a:schemeClr val="accent1">
                  <a:lumMod val="20000"/>
                  <a:lumOff val="80000"/>
                </a:schemeClr>
              </a:gs>
            </a:gsLst>
            <a:lin ang="5400000" scaled="1"/>
          </a:gradFill>
          <a:ln w="9525" algn="ctr">
            <a:solidFill>
              <a:schemeClr val="accent1">
                <a:lumMod val="75000"/>
              </a:schemeClr>
            </a:solidFill>
            <a:miter lim="800000"/>
            <a:headEnd/>
            <a:tailEnd/>
          </a:ln>
          <a:effectLst/>
        </p:spPr>
        <p:txBody>
          <a:bodyPr anchor="ctr" anchorCtr="1"/>
          <a:lstStyle/>
          <a:p>
            <a:pPr algn="ctr">
              <a:defRPr/>
            </a:pPr>
            <a:endParaRPr lang="en-US" altLang="zh-CN" sz="1400" b="1" dirty="0">
              <a:solidFill>
                <a:srgbClr val="000000"/>
              </a:solidFill>
              <a:latin typeface="Times New Roman" pitchFamily="18" charset="0"/>
              <a:ea typeface="楷体_GB2312" pitchFamily="49" charset="-122"/>
              <a:cs typeface="Times New Roman" pitchFamily="18" charset="0"/>
            </a:endParaRPr>
          </a:p>
          <a:p>
            <a:pPr>
              <a:defRPr/>
            </a:pPr>
            <a:r>
              <a:rPr lang="zh-CN" altLang="en-US" sz="2000" b="1" dirty="0">
                <a:solidFill>
                  <a:srgbClr val="000000"/>
                </a:solidFill>
                <a:latin typeface="Times New Roman" pitchFamily="18" charset="0"/>
                <a:ea typeface="楷体_GB2312" pitchFamily="49" charset="-122"/>
                <a:cs typeface="Times New Roman" pitchFamily="18" charset="0"/>
              </a:rPr>
              <a:t>由底层网络定义的协议</a:t>
            </a:r>
            <a:endParaRPr lang="en-US" altLang="zh-CN" sz="2000" b="1" dirty="0">
              <a:solidFill>
                <a:srgbClr val="000000"/>
              </a:solidFill>
              <a:latin typeface="Times New Roman" pitchFamily="18" charset="0"/>
              <a:ea typeface="楷体_GB2312" pitchFamily="49" charset="-122"/>
              <a:cs typeface="Times New Roman" pitchFamily="18" charset="0"/>
            </a:endParaRPr>
          </a:p>
          <a:p>
            <a:pPr algn="ctr">
              <a:defRPr/>
            </a:pPr>
            <a:endParaRPr lang="en-US" altLang="zh-CN" sz="1200" b="1" dirty="0">
              <a:solidFill>
                <a:srgbClr val="000000"/>
              </a:solidFill>
              <a:latin typeface="Times New Roman" pitchFamily="18" charset="0"/>
              <a:ea typeface="楷体_GB2312" pitchFamily="49" charset="-122"/>
              <a:cs typeface="Times New Roman" pitchFamily="18" charset="0"/>
            </a:endParaRPr>
          </a:p>
        </p:txBody>
      </p:sp>
    </p:spTree>
    <p:extLst>
      <p:ext uri="{BB962C8B-B14F-4D97-AF65-F5344CB8AC3E}">
        <p14:creationId xmlns:p14="http://schemas.microsoft.com/office/powerpoint/2010/main" val="1414340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8BF81F5-DF63-43BF-BCDB-B2CE97F60C8B}"/>
              </a:ext>
            </a:extLst>
          </p:cNvPr>
          <p:cNvSpPr txBox="1">
            <a:spLocks noChangeArrowheads="1"/>
          </p:cNvSpPr>
          <p:nvPr/>
        </p:nvSpPr>
        <p:spPr>
          <a:xfrm>
            <a:off x="197234" y="558042"/>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数据封装过程</a:t>
            </a:r>
            <a:endParaRPr lang="zh-CN" altLang="zh-CN" dirty="0"/>
          </a:p>
        </p:txBody>
      </p:sp>
      <p:pic>
        <p:nvPicPr>
          <p:cNvPr id="5" name="Picture 4" descr="电脑图标">
            <a:extLst>
              <a:ext uri="{FF2B5EF4-FFF2-40B4-BE49-F238E27FC236}">
                <a16:creationId xmlns:a16="http://schemas.microsoft.com/office/drawing/2014/main" id="{BBE01E73-8021-4D6B-8C34-3E20D724C190}"/>
              </a:ext>
            </a:extLst>
          </p:cNvPr>
          <p:cNvPicPr>
            <a:picLocks noChangeAspect="1" noChangeArrowheads="1"/>
          </p:cNvPicPr>
          <p:nvPr/>
        </p:nvPicPr>
        <p:blipFill>
          <a:blip r:embed="rId2"/>
          <a:srcRect/>
          <a:stretch>
            <a:fillRect/>
          </a:stretch>
        </p:blipFill>
        <p:spPr bwMode="auto">
          <a:xfrm>
            <a:off x="2588515" y="1452790"/>
            <a:ext cx="720725" cy="687387"/>
          </a:xfrm>
          <a:prstGeom prst="rect">
            <a:avLst/>
          </a:prstGeom>
          <a:noFill/>
          <a:ln w="9525">
            <a:noFill/>
            <a:miter lim="800000"/>
            <a:headEnd/>
            <a:tailEnd/>
          </a:ln>
        </p:spPr>
      </p:pic>
      <p:pic>
        <p:nvPicPr>
          <p:cNvPr id="6" name="Picture 5" descr="电脑图标">
            <a:extLst>
              <a:ext uri="{FF2B5EF4-FFF2-40B4-BE49-F238E27FC236}">
                <a16:creationId xmlns:a16="http://schemas.microsoft.com/office/drawing/2014/main" id="{AF853F14-E8FD-4EEA-B5E8-B202E4E2B88F}"/>
              </a:ext>
            </a:extLst>
          </p:cNvPr>
          <p:cNvPicPr>
            <a:picLocks noChangeAspect="1" noChangeArrowheads="1"/>
          </p:cNvPicPr>
          <p:nvPr/>
        </p:nvPicPr>
        <p:blipFill>
          <a:blip r:embed="rId2"/>
          <a:srcRect/>
          <a:stretch>
            <a:fillRect/>
          </a:stretch>
        </p:blipFill>
        <p:spPr bwMode="auto">
          <a:xfrm>
            <a:off x="8333677" y="1451202"/>
            <a:ext cx="720725" cy="687388"/>
          </a:xfrm>
          <a:prstGeom prst="rect">
            <a:avLst/>
          </a:prstGeom>
          <a:noFill/>
          <a:ln w="9525">
            <a:noFill/>
            <a:miter lim="800000"/>
            <a:headEnd/>
            <a:tailEnd/>
          </a:ln>
        </p:spPr>
      </p:pic>
      <p:cxnSp>
        <p:nvCxnSpPr>
          <p:cNvPr id="7" name="AutoShape 6">
            <a:extLst>
              <a:ext uri="{FF2B5EF4-FFF2-40B4-BE49-F238E27FC236}">
                <a16:creationId xmlns:a16="http://schemas.microsoft.com/office/drawing/2014/main" id="{7D97E57D-2B8D-408D-9DFB-C9D14C990B0B}"/>
              </a:ext>
            </a:extLst>
          </p:cNvPr>
          <p:cNvCxnSpPr>
            <a:cxnSpLocks noChangeShapeType="1"/>
          </p:cNvCxnSpPr>
          <p:nvPr/>
        </p:nvCxnSpPr>
        <p:spPr bwMode="auto">
          <a:xfrm flipV="1">
            <a:off x="3309240" y="1794102"/>
            <a:ext cx="5024437" cy="3175"/>
          </a:xfrm>
          <a:prstGeom prst="straightConnector1">
            <a:avLst/>
          </a:prstGeom>
          <a:noFill/>
          <a:ln w="9525">
            <a:solidFill>
              <a:srgbClr val="000000"/>
            </a:solidFill>
            <a:round/>
            <a:headEnd/>
            <a:tailEnd/>
          </a:ln>
        </p:spPr>
      </p:cxnSp>
      <p:sp>
        <p:nvSpPr>
          <p:cNvPr id="8" name="Rectangle 170">
            <a:extLst>
              <a:ext uri="{FF2B5EF4-FFF2-40B4-BE49-F238E27FC236}">
                <a16:creationId xmlns:a16="http://schemas.microsoft.com/office/drawing/2014/main" id="{BA2308C8-4EA4-4E59-BBC2-53E856DE3AC1}"/>
              </a:ext>
            </a:extLst>
          </p:cNvPr>
          <p:cNvSpPr>
            <a:spLocks noChangeArrowheads="1"/>
          </p:cNvSpPr>
          <p:nvPr/>
        </p:nvSpPr>
        <p:spPr bwMode="auto">
          <a:xfrm>
            <a:off x="2156715" y="4332515"/>
            <a:ext cx="1879600"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pPr algn="ctr"/>
            <a:r>
              <a:rPr lang="zh-CN" altLang="en-US" sz="2000" b="1">
                <a:solidFill>
                  <a:schemeClr val="bg1"/>
                </a:solidFill>
                <a:latin typeface="黑体" pitchFamily="2" charset="-122"/>
              </a:rPr>
              <a:t>网络层</a:t>
            </a:r>
          </a:p>
        </p:txBody>
      </p:sp>
      <p:sp>
        <p:nvSpPr>
          <p:cNvPr id="9" name="Rectangle 171">
            <a:extLst>
              <a:ext uri="{FF2B5EF4-FFF2-40B4-BE49-F238E27FC236}">
                <a16:creationId xmlns:a16="http://schemas.microsoft.com/office/drawing/2014/main" id="{75876818-CE15-483D-BE94-42B16F24D6A2}"/>
              </a:ext>
            </a:extLst>
          </p:cNvPr>
          <p:cNvSpPr>
            <a:spLocks noChangeArrowheads="1"/>
          </p:cNvSpPr>
          <p:nvPr/>
        </p:nvSpPr>
        <p:spPr bwMode="auto">
          <a:xfrm>
            <a:off x="2156715" y="3357790"/>
            <a:ext cx="1879600" cy="349250"/>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pPr algn="ctr"/>
            <a:r>
              <a:rPr lang="zh-CN" altLang="en-US" sz="2000" b="1">
                <a:solidFill>
                  <a:schemeClr val="bg1"/>
                </a:solidFill>
                <a:latin typeface="黑体" pitchFamily="2" charset="-122"/>
              </a:rPr>
              <a:t>传输层</a:t>
            </a:r>
          </a:p>
        </p:txBody>
      </p:sp>
      <p:sp>
        <p:nvSpPr>
          <p:cNvPr id="10" name="Rectangle 172">
            <a:extLst>
              <a:ext uri="{FF2B5EF4-FFF2-40B4-BE49-F238E27FC236}">
                <a16:creationId xmlns:a16="http://schemas.microsoft.com/office/drawing/2014/main" id="{B54E9D9C-ACF4-4CEF-A782-442DE65A35C8}"/>
              </a:ext>
            </a:extLst>
          </p:cNvPr>
          <p:cNvSpPr>
            <a:spLocks noChangeArrowheads="1"/>
          </p:cNvSpPr>
          <p:nvPr/>
        </p:nvSpPr>
        <p:spPr bwMode="auto">
          <a:xfrm>
            <a:off x="2166240" y="2387827"/>
            <a:ext cx="1871662" cy="431800"/>
          </a:xfrm>
          <a:prstGeom prst="rect">
            <a:avLst/>
          </a:prstGeom>
          <a:solidFill>
            <a:srgbClr val="FF33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3300"/>
            </a:extrusionClr>
          </a:sp3d>
        </p:spPr>
        <p:txBody>
          <a:bodyPr wrap="none" anchor="ctr">
            <a:flatTx/>
          </a:bodyPr>
          <a:lstStyle/>
          <a:p>
            <a:pPr algn="ctr"/>
            <a:r>
              <a:rPr lang="zh-CN" altLang="en-US" sz="2000" b="1">
                <a:solidFill>
                  <a:schemeClr val="bg1"/>
                </a:solidFill>
                <a:latin typeface="黑体" pitchFamily="2" charset="-122"/>
              </a:rPr>
              <a:t>应用层</a:t>
            </a:r>
          </a:p>
        </p:txBody>
      </p:sp>
      <p:sp>
        <p:nvSpPr>
          <p:cNvPr id="11" name="Rectangle 173">
            <a:extLst>
              <a:ext uri="{FF2B5EF4-FFF2-40B4-BE49-F238E27FC236}">
                <a16:creationId xmlns:a16="http://schemas.microsoft.com/office/drawing/2014/main" id="{CA28C3D1-59F9-4569-B27A-DD0EB0326AE2}"/>
              </a:ext>
            </a:extLst>
          </p:cNvPr>
          <p:cNvSpPr>
            <a:spLocks noChangeArrowheads="1"/>
          </p:cNvSpPr>
          <p:nvPr/>
        </p:nvSpPr>
        <p:spPr bwMode="auto">
          <a:xfrm>
            <a:off x="2156715" y="6215290"/>
            <a:ext cx="18796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pPr algn="ctr"/>
            <a:r>
              <a:rPr lang="zh-CN" altLang="en-US" sz="2000" b="1">
                <a:solidFill>
                  <a:schemeClr val="bg1"/>
                </a:solidFill>
                <a:latin typeface="黑体" pitchFamily="2" charset="-122"/>
              </a:rPr>
              <a:t>物理层</a:t>
            </a:r>
          </a:p>
        </p:txBody>
      </p:sp>
      <p:sp>
        <p:nvSpPr>
          <p:cNvPr id="12" name="Rectangle 174">
            <a:extLst>
              <a:ext uri="{FF2B5EF4-FFF2-40B4-BE49-F238E27FC236}">
                <a16:creationId xmlns:a16="http://schemas.microsoft.com/office/drawing/2014/main" id="{F7C67D13-7FE0-4996-A8E7-022DE6BA37D9}"/>
              </a:ext>
            </a:extLst>
          </p:cNvPr>
          <p:cNvSpPr>
            <a:spLocks noChangeArrowheads="1"/>
          </p:cNvSpPr>
          <p:nvPr/>
        </p:nvSpPr>
        <p:spPr bwMode="auto">
          <a:xfrm>
            <a:off x="2156715" y="5278665"/>
            <a:ext cx="18796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pPr algn="ctr"/>
            <a:r>
              <a:rPr lang="zh-CN" altLang="en-US" sz="2000" b="1">
                <a:solidFill>
                  <a:schemeClr val="bg1"/>
                </a:solidFill>
                <a:latin typeface="黑体" pitchFamily="2" charset="-122"/>
              </a:rPr>
              <a:t>数据链路层</a:t>
            </a:r>
          </a:p>
        </p:txBody>
      </p:sp>
      <p:sp>
        <p:nvSpPr>
          <p:cNvPr id="13" name="Rectangle 12">
            <a:extLst>
              <a:ext uri="{FF2B5EF4-FFF2-40B4-BE49-F238E27FC236}">
                <a16:creationId xmlns:a16="http://schemas.microsoft.com/office/drawing/2014/main" id="{017671B3-7413-4DFA-8CB5-C9D8818A55E3}"/>
              </a:ext>
            </a:extLst>
          </p:cNvPr>
          <p:cNvSpPr>
            <a:spLocks noChangeArrowheads="1"/>
          </p:cNvSpPr>
          <p:nvPr/>
        </p:nvSpPr>
        <p:spPr bwMode="auto">
          <a:xfrm>
            <a:off x="7916165" y="2316390"/>
            <a:ext cx="1655762" cy="431800"/>
          </a:xfrm>
          <a:prstGeom prst="rect">
            <a:avLst/>
          </a:prstGeom>
          <a:noFill/>
          <a:ln w="9525" algn="ctr">
            <a:solidFill>
              <a:srgbClr val="000000"/>
            </a:solidFill>
            <a:miter lim="800000"/>
            <a:headEnd/>
            <a:tailEnd/>
          </a:ln>
        </p:spPr>
        <p:txBody>
          <a:bodyPr wrap="none" anchor="ctr"/>
          <a:lstStyle/>
          <a:p>
            <a:r>
              <a:rPr lang="zh-CN" altLang="en-US">
                <a:ea typeface="楷体_GB2312" pitchFamily="49" charset="-122"/>
              </a:rPr>
              <a:t>上层数据</a:t>
            </a:r>
          </a:p>
        </p:txBody>
      </p:sp>
      <p:sp>
        <p:nvSpPr>
          <p:cNvPr id="14" name="Rectangle 13">
            <a:extLst>
              <a:ext uri="{FF2B5EF4-FFF2-40B4-BE49-F238E27FC236}">
                <a16:creationId xmlns:a16="http://schemas.microsoft.com/office/drawing/2014/main" id="{4691BA11-2240-422C-83A6-2560926B6664}"/>
              </a:ext>
            </a:extLst>
          </p:cNvPr>
          <p:cNvSpPr>
            <a:spLocks noChangeArrowheads="1"/>
          </p:cNvSpPr>
          <p:nvPr/>
        </p:nvSpPr>
        <p:spPr bwMode="auto">
          <a:xfrm>
            <a:off x="7916165" y="3273652"/>
            <a:ext cx="1655762" cy="431800"/>
          </a:xfrm>
          <a:prstGeom prst="rect">
            <a:avLst/>
          </a:prstGeom>
          <a:noFill/>
          <a:ln w="9525" algn="ctr">
            <a:solidFill>
              <a:srgbClr val="000000"/>
            </a:solidFill>
            <a:miter lim="800000"/>
            <a:headEnd/>
            <a:tailEnd/>
          </a:ln>
        </p:spPr>
        <p:txBody>
          <a:bodyPr wrap="none" anchor="ctr"/>
          <a:lstStyle/>
          <a:p>
            <a:r>
              <a:rPr lang="zh-CN" altLang="en-US">
                <a:ea typeface="楷体_GB2312" pitchFamily="49" charset="-122"/>
              </a:rPr>
              <a:t>上层数据</a:t>
            </a:r>
          </a:p>
        </p:txBody>
      </p:sp>
      <p:sp>
        <p:nvSpPr>
          <p:cNvPr id="15" name="Rectangle 14">
            <a:extLst>
              <a:ext uri="{FF2B5EF4-FFF2-40B4-BE49-F238E27FC236}">
                <a16:creationId xmlns:a16="http://schemas.microsoft.com/office/drawing/2014/main" id="{781A4CFB-5AB7-42DD-955A-370178174E16}"/>
              </a:ext>
            </a:extLst>
          </p:cNvPr>
          <p:cNvSpPr>
            <a:spLocks noChangeArrowheads="1"/>
          </p:cNvSpPr>
          <p:nvPr/>
        </p:nvSpPr>
        <p:spPr bwMode="auto">
          <a:xfrm>
            <a:off x="7916165" y="4261077"/>
            <a:ext cx="1655762" cy="431800"/>
          </a:xfrm>
          <a:prstGeom prst="rect">
            <a:avLst/>
          </a:prstGeom>
          <a:noFill/>
          <a:ln w="9525" algn="ctr">
            <a:solidFill>
              <a:srgbClr val="000000"/>
            </a:solidFill>
            <a:miter lim="800000"/>
            <a:headEnd/>
            <a:tailEnd/>
          </a:ln>
        </p:spPr>
        <p:txBody>
          <a:bodyPr wrap="none" anchor="ctr"/>
          <a:lstStyle/>
          <a:p>
            <a:r>
              <a:rPr lang="zh-CN" altLang="en-US">
                <a:ea typeface="楷体_GB2312" pitchFamily="49" charset="-122"/>
              </a:rPr>
              <a:t>上层数据</a:t>
            </a:r>
          </a:p>
        </p:txBody>
      </p:sp>
      <p:sp>
        <p:nvSpPr>
          <p:cNvPr id="16" name="Rectangle 15">
            <a:extLst>
              <a:ext uri="{FF2B5EF4-FFF2-40B4-BE49-F238E27FC236}">
                <a16:creationId xmlns:a16="http://schemas.microsoft.com/office/drawing/2014/main" id="{5EF22705-0518-4A96-8024-58134C10CBCA}"/>
              </a:ext>
            </a:extLst>
          </p:cNvPr>
          <p:cNvSpPr>
            <a:spLocks noChangeArrowheads="1"/>
          </p:cNvSpPr>
          <p:nvPr/>
        </p:nvSpPr>
        <p:spPr bwMode="auto">
          <a:xfrm>
            <a:off x="7917752" y="5196115"/>
            <a:ext cx="1655763" cy="431800"/>
          </a:xfrm>
          <a:prstGeom prst="rect">
            <a:avLst/>
          </a:prstGeom>
          <a:noFill/>
          <a:ln w="9525" algn="ctr">
            <a:solidFill>
              <a:srgbClr val="000000"/>
            </a:solidFill>
            <a:miter lim="800000"/>
            <a:headEnd/>
            <a:tailEnd/>
          </a:ln>
        </p:spPr>
        <p:txBody>
          <a:bodyPr wrap="none" anchor="ctr"/>
          <a:lstStyle/>
          <a:p>
            <a:r>
              <a:rPr lang="zh-CN" altLang="en-US">
                <a:ea typeface="楷体_GB2312" pitchFamily="49" charset="-122"/>
              </a:rPr>
              <a:t>上层数据</a:t>
            </a:r>
          </a:p>
        </p:txBody>
      </p:sp>
      <p:sp>
        <p:nvSpPr>
          <p:cNvPr id="17" name="Rectangle 17" descr="蓝色面巾纸">
            <a:extLst>
              <a:ext uri="{FF2B5EF4-FFF2-40B4-BE49-F238E27FC236}">
                <a16:creationId xmlns:a16="http://schemas.microsoft.com/office/drawing/2014/main" id="{3406E4CB-72AE-422A-AFB7-EC3B9BDC40A3}"/>
              </a:ext>
            </a:extLst>
          </p:cNvPr>
          <p:cNvSpPr>
            <a:spLocks noChangeArrowheads="1"/>
          </p:cNvSpPr>
          <p:nvPr/>
        </p:nvSpPr>
        <p:spPr bwMode="auto">
          <a:xfrm>
            <a:off x="6838252" y="3273652"/>
            <a:ext cx="1079500" cy="431800"/>
          </a:xfrm>
          <a:prstGeom prst="rect">
            <a:avLst/>
          </a:prstGeom>
          <a:blipFill dpi="0" rotWithShape="0">
            <a:blip r:embed="rId3"/>
            <a:srcRect/>
            <a:tile tx="0" ty="0" sx="100000" sy="100000" flip="none" algn="tl"/>
          </a:blipFill>
          <a:ln w="9525" algn="ctr">
            <a:solidFill>
              <a:srgbClr val="0000FF"/>
            </a:solidFill>
            <a:miter lim="800000"/>
            <a:headEnd/>
            <a:tailEnd/>
          </a:ln>
        </p:spPr>
        <p:txBody>
          <a:bodyPr wrap="none" anchor="ctr"/>
          <a:lstStyle/>
          <a:p>
            <a:r>
              <a:rPr lang="en-US" altLang="zh-CN">
                <a:ea typeface="楷体_GB2312" pitchFamily="49" charset="-122"/>
              </a:rPr>
              <a:t>TCP</a:t>
            </a:r>
            <a:r>
              <a:rPr lang="zh-CN" altLang="en-US">
                <a:ea typeface="楷体_GB2312" pitchFamily="49" charset="-122"/>
              </a:rPr>
              <a:t>头部</a:t>
            </a:r>
          </a:p>
        </p:txBody>
      </p:sp>
      <p:sp>
        <p:nvSpPr>
          <p:cNvPr id="18" name="AutoShape 18">
            <a:extLst>
              <a:ext uri="{FF2B5EF4-FFF2-40B4-BE49-F238E27FC236}">
                <a16:creationId xmlns:a16="http://schemas.microsoft.com/office/drawing/2014/main" id="{F9D55683-E8DE-48C4-A49C-E12D61A4DE4D}"/>
              </a:ext>
            </a:extLst>
          </p:cNvPr>
          <p:cNvSpPr>
            <a:spLocks noChangeArrowheads="1"/>
          </p:cNvSpPr>
          <p:nvPr/>
        </p:nvSpPr>
        <p:spPr bwMode="auto">
          <a:xfrm rot="16200000">
            <a:off x="8456709" y="2761683"/>
            <a:ext cx="360362" cy="574675"/>
          </a:xfrm>
          <a:prstGeom prst="leftArrow">
            <a:avLst>
              <a:gd name="adj1" fmla="val 50000"/>
              <a:gd name="adj2" fmla="val 25000"/>
            </a:avLst>
          </a:prstGeom>
          <a:gradFill rotWithShape="1">
            <a:gsLst>
              <a:gs pos="0">
                <a:srgbClr val="3399FF"/>
              </a:gs>
              <a:gs pos="100000">
                <a:schemeClr val="bg1"/>
              </a:gs>
            </a:gsLst>
            <a:lin ang="5400000" scaled="1"/>
          </a:gradFill>
          <a:ln w="12700" cap="rnd" algn="ctr">
            <a:solidFill>
              <a:srgbClr val="3399FF"/>
            </a:solidFill>
            <a:miter lim="800000"/>
            <a:headEnd/>
            <a:tailEnd/>
          </a:ln>
          <a:effectLst>
            <a:outerShdw dist="71842" dir="2700000" algn="ctr" rotWithShape="0">
              <a:srgbClr val="808080">
                <a:alpha val="50000"/>
              </a:srgbClr>
            </a:outerShdw>
          </a:effectLst>
        </p:spPr>
        <p:txBody>
          <a:bodyPr/>
          <a:lstStyle/>
          <a:p>
            <a:pPr>
              <a:defRPr/>
            </a:pPr>
            <a:endParaRPr lang="zh-CN" altLang="en-US"/>
          </a:p>
        </p:txBody>
      </p:sp>
      <p:sp>
        <p:nvSpPr>
          <p:cNvPr id="19" name="Rectangle 19" descr="蓝色面巾纸">
            <a:extLst>
              <a:ext uri="{FF2B5EF4-FFF2-40B4-BE49-F238E27FC236}">
                <a16:creationId xmlns:a16="http://schemas.microsoft.com/office/drawing/2014/main" id="{95525A7C-2FE2-4E74-8374-D39083706344}"/>
              </a:ext>
            </a:extLst>
          </p:cNvPr>
          <p:cNvSpPr>
            <a:spLocks noChangeArrowheads="1"/>
          </p:cNvSpPr>
          <p:nvPr/>
        </p:nvSpPr>
        <p:spPr bwMode="auto">
          <a:xfrm>
            <a:off x="6838252" y="4261077"/>
            <a:ext cx="1079500" cy="431800"/>
          </a:xfrm>
          <a:prstGeom prst="rect">
            <a:avLst/>
          </a:prstGeom>
          <a:blipFill dpi="0" rotWithShape="0">
            <a:blip r:embed="rId3"/>
            <a:srcRect/>
            <a:tile tx="0" ty="0" sx="100000" sy="100000" flip="none" algn="tl"/>
          </a:blipFill>
          <a:ln w="9525" algn="ctr">
            <a:solidFill>
              <a:srgbClr val="0000FF"/>
            </a:solidFill>
            <a:miter lim="800000"/>
            <a:headEnd/>
            <a:tailEnd/>
          </a:ln>
        </p:spPr>
        <p:txBody>
          <a:bodyPr wrap="none" anchor="ctr"/>
          <a:lstStyle/>
          <a:p>
            <a:r>
              <a:rPr lang="en-US" altLang="zh-CN">
                <a:ea typeface="楷体_GB2312" pitchFamily="49" charset="-122"/>
              </a:rPr>
              <a:t>TCP</a:t>
            </a:r>
            <a:r>
              <a:rPr lang="zh-CN" altLang="en-US">
                <a:ea typeface="楷体_GB2312" pitchFamily="49" charset="-122"/>
              </a:rPr>
              <a:t>头部</a:t>
            </a:r>
          </a:p>
        </p:txBody>
      </p:sp>
      <p:sp>
        <p:nvSpPr>
          <p:cNvPr id="20" name="Rectangle 20" descr="蓝色面巾纸">
            <a:extLst>
              <a:ext uri="{FF2B5EF4-FFF2-40B4-BE49-F238E27FC236}">
                <a16:creationId xmlns:a16="http://schemas.microsoft.com/office/drawing/2014/main" id="{48C615BE-CFB5-42EC-AA65-1FE0588173B7}"/>
              </a:ext>
            </a:extLst>
          </p:cNvPr>
          <p:cNvSpPr>
            <a:spLocks noChangeArrowheads="1"/>
          </p:cNvSpPr>
          <p:nvPr/>
        </p:nvSpPr>
        <p:spPr bwMode="auto">
          <a:xfrm>
            <a:off x="5758752" y="4261077"/>
            <a:ext cx="1079500" cy="431800"/>
          </a:xfrm>
          <a:prstGeom prst="rect">
            <a:avLst/>
          </a:prstGeom>
          <a:blipFill dpi="0" rotWithShape="0">
            <a:blip r:embed="rId3"/>
            <a:srcRect/>
            <a:tile tx="0" ty="0" sx="100000" sy="100000" flip="none" algn="tl"/>
          </a:blipFill>
          <a:ln w="9525" algn="ctr">
            <a:solidFill>
              <a:srgbClr val="0000FF"/>
            </a:solidFill>
            <a:miter lim="800000"/>
            <a:headEnd/>
            <a:tailEnd/>
          </a:ln>
        </p:spPr>
        <p:txBody>
          <a:bodyPr wrap="none" anchor="ctr"/>
          <a:lstStyle/>
          <a:p>
            <a:r>
              <a:rPr lang="en-US" altLang="zh-CN">
                <a:ea typeface="楷体_GB2312" pitchFamily="49" charset="-122"/>
              </a:rPr>
              <a:t>IP</a:t>
            </a:r>
            <a:r>
              <a:rPr lang="zh-CN" altLang="en-US">
                <a:ea typeface="楷体_GB2312" pitchFamily="49" charset="-122"/>
              </a:rPr>
              <a:t>头部</a:t>
            </a:r>
          </a:p>
        </p:txBody>
      </p:sp>
      <p:sp>
        <p:nvSpPr>
          <p:cNvPr id="21" name="Rectangle 21" descr="蓝色面巾纸">
            <a:extLst>
              <a:ext uri="{FF2B5EF4-FFF2-40B4-BE49-F238E27FC236}">
                <a16:creationId xmlns:a16="http://schemas.microsoft.com/office/drawing/2014/main" id="{B704E9DA-FADD-43C6-AA48-424E7FD0EA46}"/>
              </a:ext>
            </a:extLst>
          </p:cNvPr>
          <p:cNvSpPr>
            <a:spLocks noChangeArrowheads="1"/>
          </p:cNvSpPr>
          <p:nvPr/>
        </p:nvSpPr>
        <p:spPr bwMode="auto">
          <a:xfrm>
            <a:off x="6838252" y="5196115"/>
            <a:ext cx="1079500" cy="431800"/>
          </a:xfrm>
          <a:prstGeom prst="rect">
            <a:avLst/>
          </a:prstGeom>
          <a:blipFill dpi="0" rotWithShape="0">
            <a:blip r:embed="rId3"/>
            <a:srcRect/>
            <a:tile tx="0" ty="0" sx="100000" sy="100000" flip="none" algn="tl"/>
          </a:blipFill>
          <a:ln w="9525" algn="ctr">
            <a:solidFill>
              <a:srgbClr val="0000FF"/>
            </a:solidFill>
            <a:miter lim="800000"/>
            <a:headEnd/>
            <a:tailEnd/>
          </a:ln>
        </p:spPr>
        <p:txBody>
          <a:bodyPr wrap="none" anchor="ctr"/>
          <a:lstStyle/>
          <a:p>
            <a:r>
              <a:rPr lang="en-US" altLang="zh-CN">
                <a:ea typeface="楷体_GB2312" pitchFamily="49" charset="-122"/>
              </a:rPr>
              <a:t>TCP</a:t>
            </a:r>
            <a:r>
              <a:rPr lang="zh-CN" altLang="en-US">
                <a:ea typeface="楷体_GB2312" pitchFamily="49" charset="-122"/>
              </a:rPr>
              <a:t>头部</a:t>
            </a:r>
          </a:p>
        </p:txBody>
      </p:sp>
      <p:sp>
        <p:nvSpPr>
          <p:cNvPr id="22" name="Rectangle 22" descr="蓝色面巾纸">
            <a:extLst>
              <a:ext uri="{FF2B5EF4-FFF2-40B4-BE49-F238E27FC236}">
                <a16:creationId xmlns:a16="http://schemas.microsoft.com/office/drawing/2014/main" id="{5CB6E48C-DE0E-4DEA-B252-3FE5C17484B7}"/>
              </a:ext>
            </a:extLst>
          </p:cNvPr>
          <p:cNvSpPr>
            <a:spLocks noChangeArrowheads="1"/>
          </p:cNvSpPr>
          <p:nvPr/>
        </p:nvSpPr>
        <p:spPr bwMode="auto">
          <a:xfrm>
            <a:off x="5758752" y="5196115"/>
            <a:ext cx="1079500" cy="431800"/>
          </a:xfrm>
          <a:prstGeom prst="rect">
            <a:avLst/>
          </a:prstGeom>
          <a:blipFill dpi="0" rotWithShape="0">
            <a:blip r:embed="rId3"/>
            <a:srcRect/>
            <a:tile tx="0" ty="0" sx="100000" sy="100000" flip="none" algn="tl"/>
          </a:blipFill>
          <a:ln w="9525" algn="ctr">
            <a:solidFill>
              <a:srgbClr val="0000FF"/>
            </a:solidFill>
            <a:miter lim="800000"/>
            <a:headEnd/>
            <a:tailEnd/>
          </a:ln>
        </p:spPr>
        <p:txBody>
          <a:bodyPr wrap="none" anchor="ctr"/>
          <a:lstStyle/>
          <a:p>
            <a:r>
              <a:rPr lang="en-US" altLang="zh-CN">
                <a:ea typeface="楷体_GB2312" pitchFamily="49" charset="-122"/>
              </a:rPr>
              <a:t>IP</a:t>
            </a:r>
            <a:r>
              <a:rPr lang="zh-CN" altLang="en-US">
                <a:ea typeface="楷体_GB2312" pitchFamily="49" charset="-122"/>
              </a:rPr>
              <a:t>头部</a:t>
            </a:r>
          </a:p>
        </p:txBody>
      </p:sp>
      <p:sp>
        <p:nvSpPr>
          <p:cNvPr id="23" name="Rectangle 23" descr="蓝色面巾纸">
            <a:extLst>
              <a:ext uri="{FF2B5EF4-FFF2-40B4-BE49-F238E27FC236}">
                <a16:creationId xmlns:a16="http://schemas.microsoft.com/office/drawing/2014/main" id="{ABB4C0A1-1505-4F1D-B4BC-1AE43885F1B2}"/>
              </a:ext>
            </a:extLst>
          </p:cNvPr>
          <p:cNvSpPr>
            <a:spLocks noChangeArrowheads="1"/>
          </p:cNvSpPr>
          <p:nvPr/>
        </p:nvSpPr>
        <p:spPr bwMode="auto">
          <a:xfrm>
            <a:off x="4677665" y="5196115"/>
            <a:ext cx="1079500" cy="431800"/>
          </a:xfrm>
          <a:prstGeom prst="rect">
            <a:avLst/>
          </a:prstGeom>
          <a:blipFill dpi="0" rotWithShape="0">
            <a:blip r:embed="rId3"/>
            <a:srcRect/>
            <a:tile tx="0" ty="0" sx="100000" sy="100000" flip="none" algn="tl"/>
          </a:blipFill>
          <a:ln w="9525" algn="ctr">
            <a:solidFill>
              <a:srgbClr val="0000FF"/>
            </a:solidFill>
            <a:miter lim="800000"/>
            <a:headEnd/>
            <a:tailEnd/>
          </a:ln>
        </p:spPr>
        <p:txBody>
          <a:bodyPr wrap="none" anchor="ctr"/>
          <a:lstStyle/>
          <a:p>
            <a:r>
              <a:rPr lang="en-US" altLang="zh-CN">
                <a:ea typeface="楷体_GB2312" pitchFamily="49" charset="-122"/>
              </a:rPr>
              <a:t>MAC</a:t>
            </a:r>
            <a:r>
              <a:rPr lang="zh-CN" altLang="en-US">
                <a:ea typeface="楷体_GB2312" pitchFamily="49" charset="-122"/>
              </a:rPr>
              <a:t>头部</a:t>
            </a:r>
          </a:p>
        </p:txBody>
      </p:sp>
      <p:grpSp>
        <p:nvGrpSpPr>
          <p:cNvPr id="24" name="Group 39">
            <a:extLst>
              <a:ext uri="{FF2B5EF4-FFF2-40B4-BE49-F238E27FC236}">
                <a16:creationId xmlns:a16="http://schemas.microsoft.com/office/drawing/2014/main" id="{5DF7C27B-9751-4367-BAE8-C120875EDFE2}"/>
              </a:ext>
            </a:extLst>
          </p:cNvPr>
          <p:cNvGrpSpPr>
            <a:grpSpLocks/>
          </p:cNvGrpSpPr>
          <p:nvPr/>
        </p:nvGrpSpPr>
        <p:grpSpPr bwMode="auto">
          <a:xfrm>
            <a:off x="4831652" y="6204177"/>
            <a:ext cx="4394200" cy="288925"/>
            <a:chOff x="931" y="3838"/>
            <a:chExt cx="2768" cy="182"/>
          </a:xfrm>
        </p:grpSpPr>
        <p:grpSp>
          <p:nvGrpSpPr>
            <p:cNvPr id="25" name="Group 40">
              <a:extLst>
                <a:ext uri="{FF2B5EF4-FFF2-40B4-BE49-F238E27FC236}">
                  <a16:creationId xmlns:a16="http://schemas.microsoft.com/office/drawing/2014/main" id="{A49A1CED-4D3E-4680-970E-4BDAF7832378}"/>
                </a:ext>
              </a:extLst>
            </p:cNvPr>
            <p:cNvGrpSpPr>
              <a:grpSpLocks/>
            </p:cNvGrpSpPr>
            <p:nvPr/>
          </p:nvGrpSpPr>
          <p:grpSpPr bwMode="auto">
            <a:xfrm>
              <a:off x="931" y="3839"/>
              <a:ext cx="1408" cy="181"/>
              <a:chOff x="839" y="3748"/>
              <a:chExt cx="2676" cy="272"/>
            </a:xfrm>
          </p:grpSpPr>
          <p:grpSp>
            <p:nvGrpSpPr>
              <p:cNvPr id="63" name="Group 41">
                <a:extLst>
                  <a:ext uri="{FF2B5EF4-FFF2-40B4-BE49-F238E27FC236}">
                    <a16:creationId xmlns:a16="http://schemas.microsoft.com/office/drawing/2014/main" id="{BA629445-8C05-4F70-9E1E-DA52ECD25116}"/>
                  </a:ext>
                </a:extLst>
              </p:cNvPr>
              <p:cNvGrpSpPr>
                <a:grpSpLocks/>
              </p:cNvGrpSpPr>
              <p:nvPr/>
            </p:nvGrpSpPr>
            <p:grpSpPr bwMode="auto">
              <a:xfrm>
                <a:off x="839" y="3748"/>
                <a:ext cx="363" cy="272"/>
                <a:chOff x="476" y="3748"/>
                <a:chExt cx="363" cy="272"/>
              </a:xfrm>
            </p:grpSpPr>
            <p:sp>
              <p:nvSpPr>
                <p:cNvPr id="95" name="Line 42">
                  <a:extLst>
                    <a:ext uri="{FF2B5EF4-FFF2-40B4-BE49-F238E27FC236}">
                      <a16:creationId xmlns:a16="http://schemas.microsoft.com/office/drawing/2014/main" id="{9813230E-9F5F-4C9C-93FF-3CF53AFDB34C}"/>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96" name="Line 43">
                  <a:extLst>
                    <a:ext uri="{FF2B5EF4-FFF2-40B4-BE49-F238E27FC236}">
                      <a16:creationId xmlns:a16="http://schemas.microsoft.com/office/drawing/2014/main" id="{4510DEB1-ADC3-4A28-A8E5-0EE319A72D8A}"/>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97" name="Line 44">
                  <a:extLst>
                    <a:ext uri="{FF2B5EF4-FFF2-40B4-BE49-F238E27FC236}">
                      <a16:creationId xmlns:a16="http://schemas.microsoft.com/office/drawing/2014/main" id="{868EB930-3928-42CE-AEA9-EADEC2760A71}"/>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98" name="Line 45">
                  <a:extLst>
                    <a:ext uri="{FF2B5EF4-FFF2-40B4-BE49-F238E27FC236}">
                      <a16:creationId xmlns:a16="http://schemas.microsoft.com/office/drawing/2014/main" id="{632F4ADE-13E2-45C6-8228-02730C135A0B}"/>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64" name="Group 46">
                <a:extLst>
                  <a:ext uri="{FF2B5EF4-FFF2-40B4-BE49-F238E27FC236}">
                    <a16:creationId xmlns:a16="http://schemas.microsoft.com/office/drawing/2014/main" id="{6CB6178D-84F1-45EE-A254-DBD81F522110}"/>
                  </a:ext>
                </a:extLst>
              </p:cNvPr>
              <p:cNvGrpSpPr>
                <a:grpSpLocks/>
              </p:cNvGrpSpPr>
              <p:nvPr/>
            </p:nvGrpSpPr>
            <p:grpSpPr bwMode="auto">
              <a:xfrm>
                <a:off x="1202" y="3748"/>
                <a:ext cx="363" cy="272"/>
                <a:chOff x="476" y="3748"/>
                <a:chExt cx="363" cy="272"/>
              </a:xfrm>
            </p:grpSpPr>
            <p:sp>
              <p:nvSpPr>
                <p:cNvPr id="91" name="Line 47">
                  <a:extLst>
                    <a:ext uri="{FF2B5EF4-FFF2-40B4-BE49-F238E27FC236}">
                      <a16:creationId xmlns:a16="http://schemas.microsoft.com/office/drawing/2014/main" id="{46AC5639-E0B7-471D-8ED9-E3FE2F529B98}"/>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92" name="Line 48">
                  <a:extLst>
                    <a:ext uri="{FF2B5EF4-FFF2-40B4-BE49-F238E27FC236}">
                      <a16:creationId xmlns:a16="http://schemas.microsoft.com/office/drawing/2014/main" id="{87F5064E-4E0B-44E9-8722-AFC7E95FAFC9}"/>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93" name="Line 49">
                  <a:extLst>
                    <a:ext uri="{FF2B5EF4-FFF2-40B4-BE49-F238E27FC236}">
                      <a16:creationId xmlns:a16="http://schemas.microsoft.com/office/drawing/2014/main" id="{C5401EBA-523A-422C-861B-4FB67118D7A4}"/>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94" name="Line 50">
                  <a:extLst>
                    <a:ext uri="{FF2B5EF4-FFF2-40B4-BE49-F238E27FC236}">
                      <a16:creationId xmlns:a16="http://schemas.microsoft.com/office/drawing/2014/main" id="{151A5DFD-CC9D-4A9B-9BF8-3217E724BA6B}"/>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65" name="Group 51">
                <a:extLst>
                  <a:ext uri="{FF2B5EF4-FFF2-40B4-BE49-F238E27FC236}">
                    <a16:creationId xmlns:a16="http://schemas.microsoft.com/office/drawing/2014/main" id="{467F072A-D38E-40DC-837A-1D58B320FBB2}"/>
                  </a:ext>
                </a:extLst>
              </p:cNvPr>
              <p:cNvGrpSpPr>
                <a:grpSpLocks/>
              </p:cNvGrpSpPr>
              <p:nvPr/>
            </p:nvGrpSpPr>
            <p:grpSpPr bwMode="auto">
              <a:xfrm>
                <a:off x="1565" y="3748"/>
                <a:ext cx="363" cy="272"/>
                <a:chOff x="476" y="3748"/>
                <a:chExt cx="363" cy="272"/>
              </a:xfrm>
            </p:grpSpPr>
            <p:sp>
              <p:nvSpPr>
                <p:cNvPr id="87" name="Line 52">
                  <a:extLst>
                    <a:ext uri="{FF2B5EF4-FFF2-40B4-BE49-F238E27FC236}">
                      <a16:creationId xmlns:a16="http://schemas.microsoft.com/office/drawing/2014/main" id="{FDFD18EE-5CB6-4C5E-94B0-E103340CE045}"/>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88" name="Line 53">
                  <a:extLst>
                    <a:ext uri="{FF2B5EF4-FFF2-40B4-BE49-F238E27FC236}">
                      <a16:creationId xmlns:a16="http://schemas.microsoft.com/office/drawing/2014/main" id="{F4FB795B-B449-42BA-98F7-674B4568451E}"/>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89" name="Line 54">
                  <a:extLst>
                    <a:ext uri="{FF2B5EF4-FFF2-40B4-BE49-F238E27FC236}">
                      <a16:creationId xmlns:a16="http://schemas.microsoft.com/office/drawing/2014/main" id="{2D0ACA11-C73F-4934-A81B-27B5237F85C6}"/>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90" name="Line 55">
                  <a:extLst>
                    <a:ext uri="{FF2B5EF4-FFF2-40B4-BE49-F238E27FC236}">
                      <a16:creationId xmlns:a16="http://schemas.microsoft.com/office/drawing/2014/main" id="{2E109CD2-0F20-4B05-B096-A8430E9E03A3}"/>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66" name="Group 56">
                <a:extLst>
                  <a:ext uri="{FF2B5EF4-FFF2-40B4-BE49-F238E27FC236}">
                    <a16:creationId xmlns:a16="http://schemas.microsoft.com/office/drawing/2014/main" id="{B741A68E-978F-4E7D-ACE6-62D62DE7253C}"/>
                  </a:ext>
                </a:extLst>
              </p:cNvPr>
              <p:cNvGrpSpPr>
                <a:grpSpLocks/>
              </p:cNvGrpSpPr>
              <p:nvPr/>
            </p:nvGrpSpPr>
            <p:grpSpPr bwMode="auto">
              <a:xfrm>
                <a:off x="1927" y="3748"/>
                <a:ext cx="363" cy="272"/>
                <a:chOff x="476" y="3748"/>
                <a:chExt cx="363" cy="272"/>
              </a:xfrm>
            </p:grpSpPr>
            <p:sp>
              <p:nvSpPr>
                <p:cNvPr id="83" name="Line 57">
                  <a:extLst>
                    <a:ext uri="{FF2B5EF4-FFF2-40B4-BE49-F238E27FC236}">
                      <a16:creationId xmlns:a16="http://schemas.microsoft.com/office/drawing/2014/main" id="{5E1E8CFB-540D-496F-AF45-117B914C9509}"/>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84" name="Line 58">
                  <a:extLst>
                    <a:ext uri="{FF2B5EF4-FFF2-40B4-BE49-F238E27FC236}">
                      <a16:creationId xmlns:a16="http://schemas.microsoft.com/office/drawing/2014/main" id="{8316639C-2E61-4483-B463-59D753ADCE25}"/>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85" name="Line 59">
                  <a:extLst>
                    <a:ext uri="{FF2B5EF4-FFF2-40B4-BE49-F238E27FC236}">
                      <a16:creationId xmlns:a16="http://schemas.microsoft.com/office/drawing/2014/main" id="{1B9A2FBF-48BA-4830-ACC2-412CBDA7069A}"/>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86" name="Line 60">
                  <a:extLst>
                    <a:ext uri="{FF2B5EF4-FFF2-40B4-BE49-F238E27FC236}">
                      <a16:creationId xmlns:a16="http://schemas.microsoft.com/office/drawing/2014/main" id="{8C1906E7-8359-42E5-AC64-A29AA7CB0E9E}"/>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67" name="Group 61">
                <a:extLst>
                  <a:ext uri="{FF2B5EF4-FFF2-40B4-BE49-F238E27FC236}">
                    <a16:creationId xmlns:a16="http://schemas.microsoft.com/office/drawing/2014/main" id="{D6CCC24E-02BD-47C3-B875-4C09CF5498A6}"/>
                  </a:ext>
                </a:extLst>
              </p:cNvPr>
              <p:cNvGrpSpPr>
                <a:grpSpLocks/>
              </p:cNvGrpSpPr>
              <p:nvPr/>
            </p:nvGrpSpPr>
            <p:grpSpPr bwMode="auto">
              <a:xfrm>
                <a:off x="2290" y="3748"/>
                <a:ext cx="363" cy="272"/>
                <a:chOff x="476" y="3748"/>
                <a:chExt cx="363" cy="272"/>
              </a:xfrm>
            </p:grpSpPr>
            <p:sp>
              <p:nvSpPr>
                <p:cNvPr id="79" name="Line 62">
                  <a:extLst>
                    <a:ext uri="{FF2B5EF4-FFF2-40B4-BE49-F238E27FC236}">
                      <a16:creationId xmlns:a16="http://schemas.microsoft.com/office/drawing/2014/main" id="{5E762F1F-5B0D-4919-8C33-C52B9BA4FF45}"/>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80" name="Line 63">
                  <a:extLst>
                    <a:ext uri="{FF2B5EF4-FFF2-40B4-BE49-F238E27FC236}">
                      <a16:creationId xmlns:a16="http://schemas.microsoft.com/office/drawing/2014/main" id="{0AF02719-3EC2-410D-85A5-E69900859A08}"/>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81" name="Line 64">
                  <a:extLst>
                    <a:ext uri="{FF2B5EF4-FFF2-40B4-BE49-F238E27FC236}">
                      <a16:creationId xmlns:a16="http://schemas.microsoft.com/office/drawing/2014/main" id="{650BFC22-F1B6-4FB9-B193-4C94B3A22A63}"/>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82" name="Line 65">
                  <a:extLst>
                    <a:ext uri="{FF2B5EF4-FFF2-40B4-BE49-F238E27FC236}">
                      <a16:creationId xmlns:a16="http://schemas.microsoft.com/office/drawing/2014/main" id="{54D4F64D-071F-4A51-A231-63B8D047C49B}"/>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68" name="Group 66">
                <a:extLst>
                  <a:ext uri="{FF2B5EF4-FFF2-40B4-BE49-F238E27FC236}">
                    <a16:creationId xmlns:a16="http://schemas.microsoft.com/office/drawing/2014/main" id="{DBB18DC4-E03C-4813-9371-FB9722A1F9DA}"/>
                  </a:ext>
                </a:extLst>
              </p:cNvPr>
              <p:cNvGrpSpPr>
                <a:grpSpLocks/>
              </p:cNvGrpSpPr>
              <p:nvPr/>
            </p:nvGrpSpPr>
            <p:grpSpPr bwMode="auto">
              <a:xfrm>
                <a:off x="2653" y="3748"/>
                <a:ext cx="363" cy="272"/>
                <a:chOff x="476" y="3748"/>
                <a:chExt cx="363" cy="272"/>
              </a:xfrm>
            </p:grpSpPr>
            <p:sp>
              <p:nvSpPr>
                <p:cNvPr id="75" name="Line 67">
                  <a:extLst>
                    <a:ext uri="{FF2B5EF4-FFF2-40B4-BE49-F238E27FC236}">
                      <a16:creationId xmlns:a16="http://schemas.microsoft.com/office/drawing/2014/main" id="{F5F8A6B7-8B64-4DE1-8951-43316BCA8AE4}"/>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76" name="Line 68">
                  <a:extLst>
                    <a:ext uri="{FF2B5EF4-FFF2-40B4-BE49-F238E27FC236}">
                      <a16:creationId xmlns:a16="http://schemas.microsoft.com/office/drawing/2014/main" id="{E7DDC479-7BC5-4E35-8692-AA2391C14B62}"/>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77" name="Line 69">
                  <a:extLst>
                    <a:ext uri="{FF2B5EF4-FFF2-40B4-BE49-F238E27FC236}">
                      <a16:creationId xmlns:a16="http://schemas.microsoft.com/office/drawing/2014/main" id="{BB1AF05F-D117-4886-BA80-90D1F45B1821}"/>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78" name="Line 70">
                  <a:extLst>
                    <a:ext uri="{FF2B5EF4-FFF2-40B4-BE49-F238E27FC236}">
                      <a16:creationId xmlns:a16="http://schemas.microsoft.com/office/drawing/2014/main" id="{233D8712-1ED7-4E7C-B5E1-042A9BD9EF02}"/>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69" name="Group 71">
                <a:extLst>
                  <a:ext uri="{FF2B5EF4-FFF2-40B4-BE49-F238E27FC236}">
                    <a16:creationId xmlns:a16="http://schemas.microsoft.com/office/drawing/2014/main" id="{4722C6C4-3782-44E5-B52D-8F664444DD1E}"/>
                  </a:ext>
                </a:extLst>
              </p:cNvPr>
              <p:cNvGrpSpPr>
                <a:grpSpLocks/>
              </p:cNvGrpSpPr>
              <p:nvPr/>
            </p:nvGrpSpPr>
            <p:grpSpPr bwMode="auto">
              <a:xfrm>
                <a:off x="3016" y="3748"/>
                <a:ext cx="363" cy="272"/>
                <a:chOff x="476" y="3748"/>
                <a:chExt cx="363" cy="272"/>
              </a:xfrm>
            </p:grpSpPr>
            <p:sp>
              <p:nvSpPr>
                <p:cNvPr id="71" name="Line 72">
                  <a:extLst>
                    <a:ext uri="{FF2B5EF4-FFF2-40B4-BE49-F238E27FC236}">
                      <a16:creationId xmlns:a16="http://schemas.microsoft.com/office/drawing/2014/main" id="{FB994C04-253C-4A15-9FC3-3ABC532DDF4A}"/>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72" name="Line 73">
                  <a:extLst>
                    <a:ext uri="{FF2B5EF4-FFF2-40B4-BE49-F238E27FC236}">
                      <a16:creationId xmlns:a16="http://schemas.microsoft.com/office/drawing/2014/main" id="{660740CA-CF58-43D0-84E0-A33C8B547425}"/>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73" name="Line 74">
                  <a:extLst>
                    <a:ext uri="{FF2B5EF4-FFF2-40B4-BE49-F238E27FC236}">
                      <a16:creationId xmlns:a16="http://schemas.microsoft.com/office/drawing/2014/main" id="{CCD4CE67-2DD6-4DB0-8475-43A527CF4A73}"/>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74" name="Line 75">
                  <a:extLst>
                    <a:ext uri="{FF2B5EF4-FFF2-40B4-BE49-F238E27FC236}">
                      <a16:creationId xmlns:a16="http://schemas.microsoft.com/office/drawing/2014/main" id="{77B712D6-9AC3-4601-903A-AA16FAE41186}"/>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sp>
            <p:nvSpPr>
              <p:cNvPr id="70" name="Line 76">
                <a:extLst>
                  <a:ext uri="{FF2B5EF4-FFF2-40B4-BE49-F238E27FC236}">
                    <a16:creationId xmlns:a16="http://schemas.microsoft.com/office/drawing/2014/main" id="{9200BA49-7E45-4941-836F-4E682A49BDDB}"/>
                  </a:ext>
                </a:extLst>
              </p:cNvPr>
              <p:cNvSpPr>
                <a:spLocks noChangeShapeType="1"/>
              </p:cNvSpPr>
              <p:nvPr/>
            </p:nvSpPr>
            <p:spPr bwMode="auto">
              <a:xfrm>
                <a:off x="3379" y="4020"/>
                <a:ext cx="136" cy="0"/>
              </a:xfrm>
              <a:prstGeom prst="line">
                <a:avLst/>
              </a:prstGeom>
              <a:noFill/>
              <a:ln w="25400">
                <a:solidFill>
                  <a:schemeClr val="tx2"/>
                </a:solidFill>
                <a:round/>
                <a:headEnd/>
                <a:tailEnd/>
              </a:ln>
            </p:spPr>
            <p:txBody>
              <a:bodyPr anchor="b"/>
              <a:lstStyle/>
              <a:p>
                <a:endParaRPr lang="zh-CN" altLang="en-US"/>
              </a:p>
            </p:txBody>
          </p:sp>
        </p:grpSp>
        <p:grpSp>
          <p:nvGrpSpPr>
            <p:cNvPr id="26" name="Group 77">
              <a:extLst>
                <a:ext uri="{FF2B5EF4-FFF2-40B4-BE49-F238E27FC236}">
                  <a16:creationId xmlns:a16="http://schemas.microsoft.com/office/drawing/2014/main" id="{AE4D9F4C-63A0-4672-8641-31057580FE22}"/>
                </a:ext>
              </a:extLst>
            </p:cNvPr>
            <p:cNvGrpSpPr>
              <a:grpSpLocks/>
            </p:cNvGrpSpPr>
            <p:nvPr/>
          </p:nvGrpSpPr>
          <p:grpSpPr bwMode="auto">
            <a:xfrm>
              <a:off x="2291" y="3838"/>
              <a:ext cx="1408" cy="181"/>
              <a:chOff x="839" y="3748"/>
              <a:chExt cx="2676" cy="272"/>
            </a:xfrm>
          </p:grpSpPr>
          <p:grpSp>
            <p:nvGrpSpPr>
              <p:cNvPr id="27" name="Group 78">
                <a:extLst>
                  <a:ext uri="{FF2B5EF4-FFF2-40B4-BE49-F238E27FC236}">
                    <a16:creationId xmlns:a16="http://schemas.microsoft.com/office/drawing/2014/main" id="{BEB32989-33EF-4D2B-B166-D0DEE75DE230}"/>
                  </a:ext>
                </a:extLst>
              </p:cNvPr>
              <p:cNvGrpSpPr>
                <a:grpSpLocks/>
              </p:cNvGrpSpPr>
              <p:nvPr/>
            </p:nvGrpSpPr>
            <p:grpSpPr bwMode="auto">
              <a:xfrm>
                <a:off x="839" y="3748"/>
                <a:ext cx="363" cy="272"/>
                <a:chOff x="476" y="3748"/>
                <a:chExt cx="363" cy="272"/>
              </a:xfrm>
            </p:grpSpPr>
            <p:sp>
              <p:nvSpPr>
                <p:cNvPr id="59" name="Line 79">
                  <a:extLst>
                    <a:ext uri="{FF2B5EF4-FFF2-40B4-BE49-F238E27FC236}">
                      <a16:creationId xmlns:a16="http://schemas.microsoft.com/office/drawing/2014/main" id="{F3EE66E6-45A4-4CC0-B7CC-2ADED8487B1E}"/>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60" name="Line 80">
                  <a:extLst>
                    <a:ext uri="{FF2B5EF4-FFF2-40B4-BE49-F238E27FC236}">
                      <a16:creationId xmlns:a16="http://schemas.microsoft.com/office/drawing/2014/main" id="{BD43256B-178F-4E79-84BC-7CB9EA92A092}"/>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61" name="Line 81">
                  <a:extLst>
                    <a:ext uri="{FF2B5EF4-FFF2-40B4-BE49-F238E27FC236}">
                      <a16:creationId xmlns:a16="http://schemas.microsoft.com/office/drawing/2014/main" id="{A0CE2AF6-74B5-446D-973E-BCB3AC681895}"/>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62" name="Line 82">
                  <a:extLst>
                    <a:ext uri="{FF2B5EF4-FFF2-40B4-BE49-F238E27FC236}">
                      <a16:creationId xmlns:a16="http://schemas.microsoft.com/office/drawing/2014/main" id="{C66A22ED-6ABF-43EE-BF01-F546A2E79CFA}"/>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28" name="Group 83">
                <a:extLst>
                  <a:ext uri="{FF2B5EF4-FFF2-40B4-BE49-F238E27FC236}">
                    <a16:creationId xmlns:a16="http://schemas.microsoft.com/office/drawing/2014/main" id="{5E7AFA36-10AF-440F-A599-024FDC796BF4}"/>
                  </a:ext>
                </a:extLst>
              </p:cNvPr>
              <p:cNvGrpSpPr>
                <a:grpSpLocks/>
              </p:cNvGrpSpPr>
              <p:nvPr/>
            </p:nvGrpSpPr>
            <p:grpSpPr bwMode="auto">
              <a:xfrm>
                <a:off x="1202" y="3748"/>
                <a:ext cx="363" cy="272"/>
                <a:chOff x="476" y="3748"/>
                <a:chExt cx="363" cy="272"/>
              </a:xfrm>
            </p:grpSpPr>
            <p:sp>
              <p:nvSpPr>
                <p:cNvPr id="55" name="Line 84">
                  <a:extLst>
                    <a:ext uri="{FF2B5EF4-FFF2-40B4-BE49-F238E27FC236}">
                      <a16:creationId xmlns:a16="http://schemas.microsoft.com/office/drawing/2014/main" id="{B4E3BF55-D45D-4956-A040-F6BF872F527B}"/>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56" name="Line 85">
                  <a:extLst>
                    <a:ext uri="{FF2B5EF4-FFF2-40B4-BE49-F238E27FC236}">
                      <a16:creationId xmlns:a16="http://schemas.microsoft.com/office/drawing/2014/main" id="{24710FE1-DBEF-4513-955D-B72D5259E4A7}"/>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57" name="Line 86">
                  <a:extLst>
                    <a:ext uri="{FF2B5EF4-FFF2-40B4-BE49-F238E27FC236}">
                      <a16:creationId xmlns:a16="http://schemas.microsoft.com/office/drawing/2014/main" id="{CF6C42B6-72A6-4594-8D0A-0C8BD0D8504D}"/>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58" name="Line 87">
                  <a:extLst>
                    <a:ext uri="{FF2B5EF4-FFF2-40B4-BE49-F238E27FC236}">
                      <a16:creationId xmlns:a16="http://schemas.microsoft.com/office/drawing/2014/main" id="{F7EAE4DB-84E7-4C5E-93A0-20537521D49A}"/>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29" name="Group 88">
                <a:extLst>
                  <a:ext uri="{FF2B5EF4-FFF2-40B4-BE49-F238E27FC236}">
                    <a16:creationId xmlns:a16="http://schemas.microsoft.com/office/drawing/2014/main" id="{6B22AE5B-41C5-4E9F-BFC6-DE60866D7528}"/>
                  </a:ext>
                </a:extLst>
              </p:cNvPr>
              <p:cNvGrpSpPr>
                <a:grpSpLocks/>
              </p:cNvGrpSpPr>
              <p:nvPr/>
            </p:nvGrpSpPr>
            <p:grpSpPr bwMode="auto">
              <a:xfrm>
                <a:off x="1565" y="3748"/>
                <a:ext cx="363" cy="272"/>
                <a:chOff x="476" y="3748"/>
                <a:chExt cx="363" cy="272"/>
              </a:xfrm>
            </p:grpSpPr>
            <p:sp>
              <p:nvSpPr>
                <p:cNvPr id="51" name="Line 89">
                  <a:extLst>
                    <a:ext uri="{FF2B5EF4-FFF2-40B4-BE49-F238E27FC236}">
                      <a16:creationId xmlns:a16="http://schemas.microsoft.com/office/drawing/2014/main" id="{129A48B3-53C7-45F8-A4A6-B19BF3C03E53}"/>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52" name="Line 90">
                  <a:extLst>
                    <a:ext uri="{FF2B5EF4-FFF2-40B4-BE49-F238E27FC236}">
                      <a16:creationId xmlns:a16="http://schemas.microsoft.com/office/drawing/2014/main" id="{15DA4EED-9E49-43BB-A741-ED070B091750}"/>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53" name="Line 91">
                  <a:extLst>
                    <a:ext uri="{FF2B5EF4-FFF2-40B4-BE49-F238E27FC236}">
                      <a16:creationId xmlns:a16="http://schemas.microsoft.com/office/drawing/2014/main" id="{4CF12382-9221-4C8E-B0DA-10A6D259ED5E}"/>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54" name="Line 92">
                  <a:extLst>
                    <a:ext uri="{FF2B5EF4-FFF2-40B4-BE49-F238E27FC236}">
                      <a16:creationId xmlns:a16="http://schemas.microsoft.com/office/drawing/2014/main" id="{C65C074B-1A1C-440B-9FD5-A27BA020CB88}"/>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30" name="Group 93">
                <a:extLst>
                  <a:ext uri="{FF2B5EF4-FFF2-40B4-BE49-F238E27FC236}">
                    <a16:creationId xmlns:a16="http://schemas.microsoft.com/office/drawing/2014/main" id="{60D52383-1D0C-4216-8549-B27CC335562D}"/>
                  </a:ext>
                </a:extLst>
              </p:cNvPr>
              <p:cNvGrpSpPr>
                <a:grpSpLocks/>
              </p:cNvGrpSpPr>
              <p:nvPr/>
            </p:nvGrpSpPr>
            <p:grpSpPr bwMode="auto">
              <a:xfrm>
                <a:off x="1927" y="3748"/>
                <a:ext cx="363" cy="272"/>
                <a:chOff x="476" y="3748"/>
                <a:chExt cx="363" cy="272"/>
              </a:xfrm>
            </p:grpSpPr>
            <p:sp>
              <p:nvSpPr>
                <p:cNvPr id="47" name="Line 94">
                  <a:extLst>
                    <a:ext uri="{FF2B5EF4-FFF2-40B4-BE49-F238E27FC236}">
                      <a16:creationId xmlns:a16="http://schemas.microsoft.com/office/drawing/2014/main" id="{B349D911-6007-4892-8156-6491F17FEFA5}"/>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48" name="Line 95">
                  <a:extLst>
                    <a:ext uri="{FF2B5EF4-FFF2-40B4-BE49-F238E27FC236}">
                      <a16:creationId xmlns:a16="http://schemas.microsoft.com/office/drawing/2014/main" id="{341C0FDE-64A4-4692-83C6-558F4DDB7469}"/>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49" name="Line 96">
                  <a:extLst>
                    <a:ext uri="{FF2B5EF4-FFF2-40B4-BE49-F238E27FC236}">
                      <a16:creationId xmlns:a16="http://schemas.microsoft.com/office/drawing/2014/main" id="{6A0385F9-A99B-489F-B132-8D3CF55AE75F}"/>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50" name="Line 97">
                  <a:extLst>
                    <a:ext uri="{FF2B5EF4-FFF2-40B4-BE49-F238E27FC236}">
                      <a16:creationId xmlns:a16="http://schemas.microsoft.com/office/drawing/2014/main" id="{652F1410-2AEA-4843-A398-B3251CFAD5B2}"/>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31" name="Group 98">
                <a:extLst>
                  <a:ext uri="{FF2B5EF4-FFF2-40B4-BE49-F238E27FC236}">
                    <a16:creationId xmlns:a16="http://schemas.microsoft.com/office/drawing/2014/main" id="{0391E8A8-7DA1-4C86-8BA4-03C59109F915}"/>
                  </a:ext>
                </a:extLst>
              </p:cNvPr>
              <p:cNvGrpSpPr>
                <a:grpSpLocks/>
              </p:cNvGrpSpPr>
              <p:nvPr/>
            </p:nvGrpSpPr>
            <p:grpSpPr bwMode="auto">
              <a:xfrm>
                <a:off x="2290" y="3748"/>
                <a:ext cx="363" cy="272"/>
                <a:chOff x="476" y="3748"/>
                <a:chExt cx="363" cy="272"/>
              </a:xfrm>
            </p:grpSpPr>
            <p:sp>
              <p:nvSpPr>
                <p:cNvPr id="43" name="Line 99">
                  <a:extLst>
                    <a:ext uri="{FF2B5EF4-FFF2-40B4-BE49-F238E27FC236}">
                      <a16:creationId xmlns:a16="http://schemas.microsoft.com/office/drawing/2014/main" id="{C4E1A6C3-E62B-4E39-9994-D61C0161DFA7}"/>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44" name="Line 100">
                  <a:extLst>
                    <a:ext uri="{FF2B5EF4-FFF2-40B4-BE49-F238E27FC236}">
                      <a16:creationId xmlns:a16="http://schemas.microsoft.com/office/drawing/2014/main" id="{1F8FD0BC-ECC2-40B7-B7EE-66200A4D6D93}"/>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45" name="Line 101">
                  <a:extLst>
                    <a:ext uri="{FF2B5EF4-FFF2-40B4-BE49-F238E27FC236}">
                      <a16:creationId xmlns:a16="http://schemas.microsoft.com/office/drawing/2014/main" id="{8C6F2CDB-8FF3-4336-8D6B-FBC375DA1FC7}"/>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46" name="Line 102">
                  <a:extLst>
                    <a:ext uri="{FF2B5EF4-FFF2-40B4-BE49-F238E27FC236}">
                      <a16:creationId xmlns:a16="http://schemas.microsoft.com/office/drawing/2014/main" id="{9DFD7A69-28A7-423A-83BD-152FC3B6E168}"/>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32" name="Group 103">
                <a:extLst>
                  <a:ext uri="{FF2B5EF4-FFF2-40B4-BE49-F238E27FC236}">
                    <a16:creationId xmlns:a16="http://schemas.microsoft.com/office/drawing/2014/main" id="{80359944-1F5B-41BE-B739-782847BB7ED5}"/>
                  </a:ext>
                </a:extLst>
              </p:cNvPr>
              <p:cNvGrpSpPr>
                <a:grpSpLocks/>
              </p:cNvGrpSpPr>
              <p:nvPr/>
            </p:nvGrpSpPr>
            <p:grpSpPr bwMode="auto">
              <a:xfrm>
                <a:off x="2653" y="3748"/>
                <a:ext cx="363" cy="272"/>
                <a:chOff x="476" y="3748"/>
                <a:chExt cx="363" cy="272"/>
              </a:xfrm>
            </p:grpSpPr>
            <p:sp>
              <p:nvSpPr>
                <p:cNvPr id="39" name="Line 104">
                  <a:extLst>
                    <a:ext uri="{FF2B5EF4-FFF2-40B4-BE49-F238E27FC236}">
                      <a16:creationId xmlns:a16="http://schemas.microsoft.com/office/drawing/2014/main" id="{C8DEA1EF-F0B6-441C-B171-87BDE0FB9ABE}"/>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40" name="Line 105">
                  <a:extLst>
                    <a:ext uri="{FF2B5EF4-FFF2-40B4-BE49-F238E27FC236}">
                      <a16:creationId xmlns:a16="http://schemas.microsoft.com/office/drawing/2014/main" id="{D08A3D61-70DE-4CAF-BFBC-F708258D481F}"/>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41" name="Line 106">
                  <a:extLst>
                    <a:ext uri="{FF2B5EF4-FFF2-40B4-BE49-F238E27FC236}">
                      <a16:creationId xmlns:a16="http://schemas.microsoft.com/office/drawing/2014/main" id="{69CF742D-9C18-4C6C-8B5F-02062D25B9BE}"/>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42" name="Line 107">
                  <a:extLst>
                    <a:ext uri="{FF2B5EF4-FFF2-40B4-BE49-F238E27FC236}">
                      <a16:creationId xmlns:a16="http://schemas.microsoft.com/office/drawing/2014/main" id="{5F1199CC-6D05-4C22-8176-2D1B4739EF31}"/>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grpSp>
            <p:nvGrpSpPr>
              <p:cNvPr id="33" name="Group 108">
                <a:extLst>
                  <a:ext uri="{FF2B5EF4-FFF2-40B4-BE49-F238E27FC236}">
                    <a16:creationId xmlns:a16="http://schemas.microsoft.com/office/drawing/2014/main" id="{2B6AC3FE-A5F8-408B-A560-4C9966193C05}"/>
                  </a:ext>
                </a:extLst>
              </p:cNvPr>
              <p:cNvGrpSpPr>
                <a:grpSpLocks/>
              </p:cNvGrpSpPr>
              <p:nvPr/>
            </p:nvGrpSpPr>
            <p:grpSpPr bwMode="auto">
              <a:xfrm>
                <a:off x="3016" y="3748"/>
                <a:ext cx="363" cy="272"/>
                <a:chOff x="476" y="3748"/>
                <a:chExt cx="363" cy="272"/>
              </a:xfrm>
            </p:grpSpPr>
            <p:sp>
              <p:nvSpPr>
                <p:cNvPr id="35" name="Line 109">
                  <a:extLst>
                    <a:ext uri="{FF2B5EF4-FFF2-40B4-BE49-F238E27FC236}">
                      <a16:creationId xmlns:a16="http://schemas.microsoft.com/office/drawing/2014/main" id="{AA8BC349-67BB-4462-B139-7D46DF9C43DD}"/>
                    </a:ext>
                  </a:extLst>
                </p:cNvPr>
                <p:cNvSpPr>
                  <a:spLocks noChangeShapeType="1"/>
                </p:cNvSpPr>
                <p:nvPr/>
              </p:nvSpPr>
              <p:spPr bwMode="auto">
                <a:xfrm>
                  <a:off x="476" y="4020"/>
                  <a:ext cx="181" cy="0"/>
                </a:xfrm>
                <a:prstGeom prst="line">
                  <a:avLst/>
                </a:prstGeom>
                <a:noFill/>
                <a:ln w="25400">
                  <a:solidFill>
                    <a:schemeClr val="tx2"/>
                  </a:solidFill>
                  <a:round/>
                  <a:headEnd/>
                  <a:tailEnd/>
                </a:ln>
              </p:spPr>
              <p:txBody>
                <a:bodyPr anchor="b"/>
                <a:lstStyle/>
                <a:p>
                  <a:endParaRPr lang="zh-CN" altLang="en-US"/>
                </a:p>
              </p:txBody>
            </p:sp>
            <p:sp>
              <p:nvSpPr>
                <p:cNvPr id="36" name="Line 110">
                  <a:extLst>
                    <a:ext uri="{FF2B5EF4-FFF2-40B4-BE49-F238E27FC236}">
                      <a16:creationId xmlns:a16="http://schemas.microsoft.com/office/drawing/2014/main" id="{5083EB11-350F-474A-BA4F-38D48C048BC0}"/>
                    </a:ext>
                  </a:extLst>
                </p:cNvPr>
                <p:cNvSpPr>
                  <a:spLocks noChangeShapeType="1"/>
                </p:cNvSpPr>
                <p:nvPr/>
              </p:nvSpPr>
              <p:spPr bwMode="auto">
                <a:xfrm flipV="1">
                  <a:off x="657" y="3748"/>
                  <a:ext cx="0" cy="272"/>
                </a:xfrm>
                <a:prstGeom prst="line">
                  <a:avLst/>
                </a:prstGeom>
                <a:noFill/>
                <a:ln w="25400">
                  <a:solidFill>
                    <a:schemeClr val="tx2"/>
                  </a:solidFill>
                  <a:round/>
                  <a:headEnd/>
                  <a:tailEnd/>
                </a:ln>
              </p:spPr>
              <p:txBody>
                <a:bodyPr anchor="b"/>
                <a:lstStyle/>
                <a:p>
                  <a:endParaRPr lang="zh-CN" altLang="en-US"/>
                </a:p>
              </p:txBody>
            </p:sp>
            <p:sp>
              <p:nvSpPr>
                <p:cNvPr id="37" name="Line 111">
                  <a:extLst>
                    <a:ext uri="{FF2B5EF4-FFF2-40B4-BE49-F238E27FC236}">
                      <a16:creationId xmlns:a16="http://schemas.microsoft.com/office/drawing/2014/main" id="{8FE86634-74ED-491B-9EB4-C7BA709AB2BA}"/>
                    </a:ext>
                  </a:extLst>
                </p:cNvPr>
                <p:cNvSpPr>
                  <a:spLocks noChangeShapeType="1"/>
                </p:cNvSpPr>
                <p:nvPr/>
              </p:nvSpPr>
              <p:spPr bwMode="auto">
                <a:xfrm>
                  <a:off x="657" y="3748"/>
                  <a:ext cx="181" cy="0"/>
                </a:xfrm>
                <a:prstGeom prst="line">
                  <a:avLst/>
                </a:prstGeom>
                <a:noFill/>
                <a:ln w="25400">
                  <a:solidFill>
                    <a:schemeClr val="tx2"/>
                  </a:solidFill>
                  <a:round/>
                  <a:headEnd/>
                  <a:tailEnd/>
                </a:ln>
              </p:spPr>
              <p:txBody>
                <a:bodyPr anchor="b"/>
                <a:lstStyle/>
                <a:p>
                  <a:endParaRPr lang="zh-CN" altLang="en-US"/>
                </a:p>
              </p:txBody>
            </p:sp>
            <p:sp>
              <p:nvSpPr>
                <p:cNvPr id="38" name="Line 112">
                  <a:extLst>
                    <a:ext uri="{FF2B5EF4-FFF2-40B4-BE49-F238E27FC236}">
                      <a16:creationId xmlns:a16="http://schemas.microsoft.com/office/drawing/2014/main" id="{C49CA4CE-EAB7-4395-8E4B-7A179860B051}"/>
                    </a:ext>
                  </a:extLst>
                </p:cNvPr>
                <p:cNvSpPr>
                  <a:spLocks noChangeShapeType="1"/>
                </p:cNvSpPr>
                <p:nvPr/>
              </p:nvSpPr>
              <p:spPr bwMode="auto">
                <a:xfrm flipV="1">
                  <a:off x="839" y="3748"/>
                  <a:ext cx="0" cy="272"/>
                </a:xfrm>
                <a:prstGeom prst="line">
                  <a:avLst/>
                </a:prstGeom>
                <a:noFill/>
                <a:ln w="25400">
                  <a:solidFill>
                    <a:schemeClr val="tx2"/>
                  </a:solidFill>
                  <a:round/>
                  <a:headEnd/>
                  <a:tailEnd/>
                </a:ln>
              </p:spPr>
              <p:txBody>
                <a:bodyPr anchor="b"/>
                <a:lstStyle/>
                <a:p>
                  <a:endParaRPr lang="zh-CN" altLang="en-US"/>
                </a:p>
              </p:txBody>
            </p:sp>
          </p:grpSp>
          <p:sp>
            <p:nvSpPr>
              <p:cNvPr id="34" name="Line 113">
                <a:extLst>
                  <a:ext uri="{FF2B5EF4-FFF2-40B4-BE49-F238E27FC236}">
                    <a16:creationId xmlns:a16="http://schemas.microsoft.com/office/drawing/2014/main" id="{D2A62FA9-C599-4CCE-B56B-775C65528C5D}"/>
                  </a:ext>
                </a:extLst>
              </p:cNvPr>
              <p:cNvSpPr>
                <a:spLocks noChangeShapeType="1"/>
              </p:cNvSpPr>
              <p:nvPr/>
            </p:nvSpPr>
            <p:spPr bwMode="auto">
              <a:xfrm>
                <a:off x="3379" y="4020"/>
                <a:ext cx="136" cy="0"/>
              </a:xfrm>
              <a:prstGeom prst="line">
                <a:avLst/>
              </a:prstGeom>
              <a:noFill/>
              <a:ln w="25400">
                <a:solidFill>
                  <a:schemeClr val="tx2"/>
                </a:solidFill>
                <a:round/>
                <a:headEnd/>
                <a:tailEnd/>
              </a:ln>
            </p:spPr>
            <p:txBody>
              <a:bodyPr anchor="b"/>
              <a:lstStyle/>
              <a:p>
                <a:endParaRPr lang="zh-CN" altLang="en-US"/>
              </a:p>
            </p:txBody>
          </p:sp>
        </p:grpSp>
      </p:grpSp>
      <p:sp>
        <p:nvSpPr>
          <p:cNvPr id="99" name="AutoShape 105">
            <a:extLst>
              <a:ext uri="{FF2B5EF4-FFF2-40B4-BE49-F238E27FC236}">
                <a16:creationId xmlns:a16="http://schemas.microsoft.com/office/drawing/2014/main" id="{84E37684-C4DC-40E0-800A-132F14F97FAC}"/>
              </a:ext>
            </a:extLst>
          </p:cNvPr>
          <p:cNvSpPr>
            <a:spLocks noChangeArrowheads="1"/>
          </p:cNvSpPr>
          <p:nvPr/>
        </p:nvSpPr>
        <p:spPr bwMode="auto">
          <a:xfrm rot="16200000">
            <a:off x="8456709" y="3720533"/>
            <a:ext cx="360362" cy="574675"/>
          </a:xfrm>
          <a:prstGeom prst="leftArrow">
            <a:avLst>
              <a:gd name="adj1" fmla="val 50000"/>
              <a:gd name="adj2" fmla="val 25000"/>
            </a:avLst>
          </a:prstGeom>
          <a:gradFill rotWithShape="1">
            <a:gsLst>
              <a:gs pos="0">
                <a:srgbClr val="3399FF"/>
              </a:gs>
              <a:gs pos="100000">
                <a:schemeClr val="bg1"/>
              </a:gs>
            </a:gsLst>
            <a:lin ang="5400000" scaled="1"/>
          </a:gradFill>
          <a:ln w="12700" cap="rnd" algn="ctr">
            <a:solidFill>
              <a:srgbClr val="3399FF"/>
            </a:solidFill>
            <a:miter lim="800000"/>
            <a:headEnd/>
            <a:tailEnd/>
          </a:ln>
          <a:effectLst>
            <a:outerShdw dist="71842" dir="2700000" algn="ctr" rotWithShape="0">
              <a:srgbClr val="808080">
                <a:alpha val="50000"/>
              </a:srgbClr>
            </a:outerShdw>
          </a:effectLst>
        </p:spPr>
        <p:txBody>
          <a:bodyPr/>
          <a:lstStyle/>
          <a:p>
            <a:pPr>
              <a:defRPr/>
            </a:pPr>
            <a:endParaRPr lang="zh-CN" altLang="en-US"/>
          </a:p>
        </p:txBody>
      </p:sp>
      <p:sp>
        <p:nvSpPr>
          <p:cNvPr id="100" name="AutoShape 106">
            <a:extLst>
              <a:ext uri="{FF2B5EF4-FFF2-40B4-BE49-F238E27FC236}">
                <a16:creationId xmlns:a16="http://schemas.microsoft.com/office/drawing/2014/main" id="{E043CDA3-3074-44EB-B322-269149B0A4BF}"/>
              </a:ext>
            </a:extLst>
          </p:cNvPr>
          <p:cNvSpPr>
            <a:spLocks noChangeArrowheads="1"/>
          </p:cNvSpPr>
          <p:nvPr/>
        </p:nvSpPr>
        <p:spPr bwMode="auto">
          <a:xfrm rot="16200000">
            <a:off x="8456709" y="4657158"/>
            <a:ext cx="360362" cy="574675"/>
          </a:xfrm>
          <a:prstGeom prst="leftArrow">
            <a:avLst>
              <a:gd name="adj1" fmla="val 50000"/>
              <a:gd name="adj2" fmla="val 25000"/>
            </a:avLst>
          </a:prstGeom>
          <a:gradFill rotWithShape="1">
            <a:gsLst>
              <a:gs pos="0">
                <a:srgbClr val="3399FF"/>
              </a:gs>
              <a:gs pos="100000">
                <a:schemeClr val="bg1"/>
              </a:gs>
            </a:gsLst>
            <a:lin ang="5400000" scaled="1"/>
          </a:gradFill>
          <a:ln w="12700" cap="rnd" algn="ctr">
            <a:solidFill>
              <a:srgbClr val="3399FF"/>
            </a:solidFill>
            <a:miter lim="800000"/>
            <a:headEnd/>
            <a:tailEnd/>
          </a:ln>
          <a:effectLst>
            <a:outerShdw dist="71842" dir="2700000" algn="ctr" rotWithShape="0">
              <a:srgbClr val="808080">
                <a:alpha val="50000"/>
              </a:srgbClr>
            </a:outerShdw>
          </a:effectLst>
        </p:spPr>
        <p:txBody>
          <a:bodyPr/>
          <a:lstStyle/>
          <a:p>
            <a:pPr>
              <a:defRPr/>
            </a:pPr>
            <a:endParaRPr lang="zh-CN" altLang="en-US"/>
          </a:p>
        </p:txBody>
      </p:sp>
      <p:sp>
        <p:nvSpPr>
          <p:cNvPr id="101" name="AutoShape 107">
            <a:extLst>
              <a:ext uri="{FF2B5EF4-FFF2-40B4-BE49-F238E27FC236}">
                <a16:creationId xmlns:a16="http://schemas.microsoft.com/office/drawing/2014/main" id="{2246B673-D1FE-477E-9891-369A65EB33BE}"/>
              </a:ext>
            </a:extLst>
          </p:cNvPr>
          <p:cNvSpPr>
            <a:spLocks noChangeArrowheads="1"/>
          </p:cNvSpPr>
          <p:nvPr/>
        </p:nvSpPr>
        <p:spPr bwMode="auto">
          <a:xfrm rot="16200000">
            <a:off x="8456709" y="5593783"/>
            <a:ext cx="360362" cy="574675"/>
          </a:xfrm>
          <a:prstGeom prst="leftArrow">
            <a:avLst>
              <a:gd name="adj1" fmla="val 50000"/>
              <a:gd name="adj2" fmla="val 25000"/>
            </a:avLst>
          </a:prstGeom>
          <a:gradFill rotWithShape="1">
            <a:gsLst>
              <a:gs pos="0">
                <a:srgbClr val="3399FF"/>
              </a:gs>
              <a:gs pos="100000">
                <a:schemeClr val="bg1"/>
              </a:gs>
            </a:gsLst>
            <a:lin ang="5400000" scaled="1"/>
          </a:gradFill>
          <a:ln w="12700" cap="rnd" algn="ctr">
            <a:solidFill>
              <a:srgbClr val="3399FF"/>
            </a:solidFill>
            <a:miter lim="800000"/>
            <a:headEnd/>
            <a:tailEnd/>
          </a:ln>
          <a:effectLst>
            <a:outerShdw dist="71842" dir="2700000" algn="ctr" rotWithShape="0">
              <a:srgbClr val="808080">
                <a:alpha val="50000"/>
              </a:srgbClr>
            </a:outerShdw>
          </a:effectLst>
        </p:spPr>
        <p:txBody>
          <a:bodyPr/>
          <a:lstStyle/>
          <a:p>
            <a:pPr>
              <a:defRPr/>
            </a:pPr>
            <a:endParaRPr lang="zh-CN" altLang="en-US"/>
          </a:p>
        </p:txBody>
      </p:sp>
    </p:spTree>
    <p:extLst>
      <p:ext uri="{BB962C8B-B14F-4D97-AF65-F5344CB8AC3E}">
        <p14:creationId xmlns:p14="http://schemas.microsoft.com/office/powerpoint/2010/main" val="338610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right)">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99"/>
                                        </p:tgtEl>
                                        <p:attrNameLst>
                                          <p:attrName>style.visibility</p:attrName>
                                        </p:attrNameLst>
                                      </p:cBhvr>
                                      <p:to>
                                        <p:strVal val="visible"/>
                                      </p:to>
                                    </p:set>
                                    <p:animEffect transition="in" filter="wipe(right)">
                                      <p:cBhvr>
                                        <p:cTn id="14" dur="500"/>
                                        <p:tgtEl>
                                          <p:spTgt spid="99"/>
                                        </p:tgtEl>
                                      </p:cBhvr>
                                    </p:animEffect>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100"/>
                                        </p:tgtEl>
                                        <p:attrNameLst>
                                          <p:attrName>style.visibility</p:attrName>
                                        </p:attrNameLst>
                                      </p:cBhvr>
                                      <p:to>
                                        <p:strVal val="visible"/>
                                      </p:to>
                                    </p:set>
                                    <p:animEffect transition="in" filter="wipe(right)">
                                      <p:cBhvr>
                                        <p:cTn id="18" dur="500"/>
                                        <p:tgtEl>
                                          <p:spTgt spid="100"/>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101"/>
                                        </p:tgtEl>
                                        <p:attrNameLst>
                                          <p:attrName>style.visibility</p:attrName>
                                        </p:attrNameLst>
                                      </p:cBhvr>
                                      <p:to>
                                        <p:strVal val="visible"/>
                                      </p:to>
                                    </p:set>
                                    <p:animEffect transition="in" filter="wipe(right)">
                                      <p:cBhvr>
                                        <p:cTn id="22"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99" grpId="0" animBg="1"/>
      <p:bldP spid="100" grpId="0" animBg="1"/>
      <p:bldP spid="10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7">
            <a:extLst>
              <a:ext uri="{FF2B5EF4-FFF2-40B4-BE49-F238E27FC236}">
                <a16:creationId xmlns:a16="http://schemas.microsoft.com/office/drawing/2014/main" id="{D0518F91-366C-491A-BE65-21A1BCCE27FF}"/>
              </a:ext>
            </a:extLst>
          </p:cNvPr>
          <p:cNvSpPr>
            <a:spLocks noChangeArrowheads="1"/>
          </p:cNvSpPr>
          <p:nvPr/>
        </p:nvSpPr>
        <p:spPr bwMode="auto">
          <a:xfrm>
            <a:off x="1000125" y="1357313"/>
            <a:ext cx="6643688" cy="785812"/>
          </a:xfrm>
          <a:prstGeom prst="rect">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pPr algn="ctr"/>
            <a:endParaRPr lang="zh-CN" altLang="en-US" sz="2000" b="1">
              <a:solidFill>
                <a:srgbClr val="000000"/>
              </a:solidFill>
              <a:latin typeface="楷体_GB2312" pitchFamily="49" charset="-122"/>
              <a:ea typeface="楷体_GB2312" pitchFamily="49" charset="-122"/>
            </a:endParaRPr>
          </a:p>
        </p:txBody>
      </p:sp>
      <p:sp>
        <p:nvSpPr>
          <p:cNvPr id="5" name="Rectangle 2">
            <a:extLst>
              <a:ext uri="{FF2B5EF4-FFF2-40B4-BE49-F238E27FC236}">
                <a16:creationId xmlns:a16="http://schemas.microsoft.com/office/drawing/2014/main" id="{CD75B669-7502-4702-950E-0A8465D4CEDB}"/>
              </a:ext>
            </a:extLst>
          </p:cNvPr>
          <p:cNvSpPr txBox="1">
            <a:spLocks noChangeArrowheads="1"/>
          </p:cNvSpPr>
          <p:nvPr/>
        </p:nvSpPr>
        <p:spPr>
          <a:xfrm>
            <a:off x="218975" y="473868"/>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设备与层的对应关系</a:t>
            </a:r>
            <a:endParaRPr lang="zh-CN" altLang="zh-CN" dirty="0"/>
          </a:p>
        </p:txBody>
      </p:sp>
      <p:sp>
        <p:nvSpPr>
          <p:cNvPr id="6" name="Rectangle 170">
            <a:extLst>
              <a:ext uri="{FF2B5EF4-FFF2-40B4-BE49-F238E27FC236}">
                <a16:creationId xmlns:a16="http://schemas.microsoft.com/office/drawing/2014/main" id="{F7031710-7359-4394-9970-85EE67D85A72}"/>
              </a:ext>
            </a:extLst>
          </p:cNvPr>
          <p:cNvSpPr>
            <a:spLocks noChangeArrowheads="1"/>
          </p:cNvSpPr>
          <p:nvPr/>
        </p:nvSpPr>
        <p:spPr bwMode="auto">
          <a:xfrm>
            <a:off x="1271588" y="3613150"/>
            <a:ext cx="1728787" cy="363538"/>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pPr algn="ctr"/>
            <a:r>
              <a:rPr lang="zh-CN" altLang="en-US" b="1">
                <a:solidFill>
                  <a:schemeClr val="bg1"/>
                </a:solidFill>
                <a:latin typeface="黑体" pitchFamily="2" charset="-122"/>
              </a:rPr>
              <a:t>网络层</a:t>
            </a:r>
          </a:p>
        </p:txBody>
      </p:sp>
      <p:sp>
        <p:nvSpPr>
          <p:cNvPr id="7" name="Rectangle 171">
            <a:extLst>
              <a:ext uri="{FF2B5EF4-FFF2-40B4-BE49-F238E27FC236}">
                <a16:creationId xmlns:a16="http://schemas.microsoft.com/office/drawing/2014/main" id="{E5BD6124-F33A-4555-8A92-D841D57CFC4C}"/>
              </a:ext>
            </a:extLst>
          </p:cNvPr>
          <p:cNvSpPr>
            <a:spLocks noChangeArrowheads="1"/>
          </p:cNvSpPr>
          <p:nvPr/>
        </p:nvSpPr>
        <p:spPr bwMode="auto">
          <a:xfrm>
            <a:off x="1271588" y="2603500"/>
            <a:ext cx="1728787" cy="360363"/>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pPr algn="ctr"/>
            <a:r>
              <a:rPr lang="zh-CN" altLang="en-US" b="1">
                <a:solidFill>
                  <a:schemeClr val="bg1"/>
                </a:solidFill>
                <a:latin typeface="黑体" pitchFamily="2" charset="-122"/>
              </a:rPr>
              <a:t>传输层</a:t>
            </a:r>
          </a:p>
        </p:txBody>
      </p:sp>
      <p:sp>
        <p:nvSpPr>
          <p:cNvPr id="8" name="Rectangle 172">
            <a:extLst>
              <a:ext uri="{FF2B5EF4-FFF2-40B4-BE49-F238E27FC236}">
                <a16:creationId xmlns:a16="http://schemas.microsoft.com/office/drawing/2014/main" id="{AA75D75A-9B59-4335-9476-09CB7CB9D215}"/>
              </a:ext>
            </a:extLst>
          </p:cNvPr>
          <p:cNvSpPr>
            <a:spLocks noChangeArrowheads="1"/>
          </p:cNvSpPr>
          <p:nvPr/>
        </p:nvSpPr>
        <p:spPr bwMode="auto">
          <a:xfrm>
            <a:off x="1279525" y="1597025"/>
            <a:ext cx="1720850" cy="331788"/>
          </a:xfrm>
          <a:prstGeom prst="rect">
            <a:avLst/>
          </a:prstGeom>
          <a:solidFill>
            <a:srgbClr val="FF33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3300"/>
            </a:extrusionClr>
          </a:sp3d>
        </p:spPr>
        <p:txBody>
          <a:bodyPr wrap="none" anchor="ctr">
            <a:flatTx/>
          </a:bodyPr>
          <a:lstStyle/>
          <a:p>
            <a:pPr algn="ctr"/>
            <a:r>
              <a:rPr lang="zh-CN" altLang="en-US" b="1">
                <a:solidFill>
                  <a:schemeClr val="bg1"/>
                </a:solidFill>
                <a:latin typeface="黑体" pitchFamily="2" charset="-122"/>
              </a:rPr>
              <a:t>应用层</a:t>
            </a:r>
          </a:p>
        </p:txBody>
      </p:sp>
      <p:sp>
        <p:nvSpPr>
          <p:cNvPr id="9" name="Rectangle 173">
            <a:extLst>
              <a:ext uri="{FF2B5EF4-FFF2-40B4-BE49-F238E27FC236}">
                <a16:creationId xmlns:a16="http://schemas.microsoft.com/office/drawing/2014/main" id="{CB3EAC8C-6DF1-4C49-99B0-29BDF32C93A4}"/>
              </a:ext>
            </a:extLst>
          </p:cNvPr>
          <p:cNvSpPr>
            <a:spLocks noChangeArrowheads="1"/>
          </p:cNvSpPr>
          <p:nvPr/>
        </p:nvSpPr>
        <p:spPr bwMode="auto">
          <a:xfrm>
            <a:off x="1271588" y="5565775"/>
            <a:ext cx="1728787" cy="363538"/>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pPr algn="ctr"/>
            <a:r>
              <a:rPr lang="zh-CN" altLang="en-US" b="1">
                <a:solidFill>
                  <a:schemeClr val="bg1"/>
                </a:solidFill>
                <a:latin typeface="黑体" pitchFamily="2" charset="-122"/>
              </a:rPr>
              <a:t>物理层</a:t>
            </a:r>
          </a:p>
        </p:txBody>
      </p:sp>
      <p:sp>
        <p:nvSpPr>
          <p:cNvPr id="10" name="Rectangle 174">
            <a:extLst>
              <a:ext uri="{FF2B5EF4-FFF2-40B4-BE49-F238E27FC236}">
                <a16:creationId xmlns:a16="http://schemas.microsoft.com/office/drawing/2014/main" id="{57CAA5E4-4D3E-4C1A-992D-996BB5FD9D1D}"/>
              </a:ext>
            </a:extLst>
          </p:cNvPr>
          <p:cNvSpPr>
            <a:spLocks noChangeArrowheads="1"/>
          </p:cNvSpPr>
          <p:nvPr/>
        </p:nvSpPr>
        <p:spPr bwMode="auto">
          <a:xfrm>
            <a:off x="1271588" y="4595813"/>
            <a:ext cx="1728787" cy="3619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pPr algn="ctr"/>
            <a:r>
              <a:rPr lang="zh-CN" altLang="en-US" b="1">
                <a:solidFill>
                  <a:schemeClr val="bg1"/>
                </a:solidFill>
                <a:latin typeface="黑体" pitchFamily="2" charset="-122"/>
              </a:rPr>
              <a:t>数据链路层</a:t>
            </a:r>
          </a:p>
        </p:txBody>
      </p:sp>
      <p:pic>
        <p:nvPicPr>
          <p:cNvPr id="11" name="Picture 7">
            <a:extLst>
              <a:ext uri="{FF2B5EF4-FFF2-40B4-BE49-F238E27FC236}">
                <a16:creationId xmlns:a16="http://schemas.microsoft.com/office/drawing/2014/main" id="{33551F1C-898C-4773-8B79-B51AD91D1156}"/>
              </a:ext>
            </a:extLst>
          </p:cNvPr>
          <p:cNvPicPr>
            <a:picLocks noChangeArrowheads="1"/>
          </p:cNvPicPr>
          <p:nvPr/>
        </p:nvPicPr>
        <p:blipFill>
          <a:blip r:embed="rId2"/>
          <a:srcRect/>
          <a:stretch>
            <a:fillRect/>
          </a:stretch>
        </p:blipFill>
        <p:spPr bwMode="auto">
          <a:xfrm>
            <a:off x="5072063" y="3643313"/>
            <a:ext cx="571500" cy="357187"/>
          </a:xfrm>
          <a:prstGeom prst="rect">
            <a:avLst/>
          </a:prstGeom>
          <a:noFill/>
          <a:ln w="9525">
            <a:noFill/>
            <a:miter lim="800000"/>
            <a:headEnd/>
            <a:tailEnd/>
          </a:ln>
        </p:spPr>
      </p:pic>
      <p:pic>
        <p:nvPicPr>
          <p:cNvPr id="12" name="Picture 10">
            <a:extLst>
              <a:ext uri="{FF2B5EF4-FFF2-40B4-BE49-F238E27FC236}">
                <a16:creationId xmlns:a16="http://schemas.microsoft.com/office/drawing/2014/main" id="{786D5E4B-A61A-4A19-AD5C-5AE5CE354F8D}"/>
              </a:ext>
            </a:extLst>
          </p:cNvPr>
          <p:cNvPicPr>
            <a:picLocks noChangeAspect="1" noChangeArrowheads="1"/>
          </p:cNvPicPr>
          <p:nvPr/>
        </p:nvPicPr>
        <p:blipFill>
          <a:blip r:embed="rId3"/>
          <a:srcRect/>
          <a:stretch>
            <a:fillRect/>
          </a:stretch>
        </p:blipFill>
        <p:spPr bwMode="auto">
          <a:xfrm>
            <a:off x="5072063" y="4630738"/>
            <a:ext cx="642937" cy="276225"/>
          </a:xfrm>
          <a:prstGeom prst="rect">
            <a:avLst/>
          </a:prstGeom>
          <a:noFill/>
          <a:ln w="9525">
            <a:noFill/>
            <a:miter lim="800000"/>
            <a:headEnd/>
            <a:tailEnd/>
          </a:ln>
        </p:spPr>
      </p:pic>
      <p:pic>
        <p:nvPicPr>
          <p:cNvPr id="13" name="Picture 9" descr="icon_color">
            <a:extLst>
              <a:ext uri="{FF2B5EF4-FFF2-40B4-BE49-F238E27FC236}">
                <a16:creationId xmlns:a16="http://schemas.microsoft.com/office/drawing/2014/main" id="{E58983E6-73E2-4D40-9B38-76E52F7EE78D}"/>
              </a:ext>
            </a:extLst>
          </p:cNvPr>
          <p:cNvPicPr>
            <a:picLocks noChangeAspect="1" noChangeArrowheads="1"/>
          </p:cNvPicPr>
          <p:nvPr/>
        </p:nvPicPr>
        <p:blipFill>
          <a:blip r:embed="rId4"/>
          <a:srcRect/>
          <a:stretch>
            <a:fillRect/>
          </a:stretch>
        </p:blipFill>
        <p:spPr bwMode="auto">
          <a:xfrm>
            <a:off x="5000625" y="2462213"/>
            <a:ext cx="714375" cy="681037"/>
          </a:xfrm>
          <a:prstGeom prst="rect">
            <a:avLst/>
          </a:prstGeom>
          <a:noFill/>
          <a:ln w="9525">
            <a:noFill/>
            <a:miter lim="800000"/>
            <a:headEnd/>
            <a:tailEnd/>
          </a:ln>
        </p:spPr>
      </p:pic>
      <p:pic>
        <p:nvPicPr>
          <p:cNvPr id="14" name="Picture 31" descr="电脑图标">
            <a:extLst>
              <a:ext uri="{FF2B5EF4-FFF2-40B4-BE49-F238E27FC236}">
                <a16:creationId xmlns:a16="http://schemas.microsoft.com/office/drawing/2014/main" id="{9CD4D673-0224-49EE-800C-B9B92F54D04E}"/>
              </a:ext>
            </a:extLst>
          </p:cNvPr>
          <p:cNvPicPr>
            <a:picLocks noChangeAspect="1" noChangeArrowheads="1"/>
          </p:cNvPicPr>
          <p:nvPr/>
        </p:nvPicPr>
        <p:blipFill>
          <a:blip r:embed="rId5"/>
          <a:srcRect/>
          <a:stretch>
            <a:fillRect/>
          </a:stretch>
        </p:blipFill>
        <p:spPr bwMode="auto">
          <a:xfrm>
            <a:off x="5000625" y="1428750"/>
            <a:ext cx="674688" cy="642938"/>
          </a:xfrm>
          <a:prstGeom prst="rect">
            <a:avLst/>
          </a:prstGeom>
          <a:noFill/>
          <a:ln w="9525">
            <a:noFill/>
            <a:miter lim="800000"/>
            <a:headEnd/>
            <a:tailEnd/>
          </a:ln>
        </p:spPr>
      </p:pic>
      <p:sp>
        <p:nvSpPr>
          <p:cNvPr id="15" name="TextBox 113">
            <a:extLst>
              <a:ext uri="{FF2B5EF4-FFF2-40B4-BE49-F238E27FC236}">
                <a16:creationId xmlns:a16="http://schemas.microsoft.com/office/drawing/2014/main" id="{15AB6D5C-B207-4DCF-8A8B-1820B12A05C0}"/>
              </a:ext>
            </a:extLst>
          </p:cNvPr>
          <p:cNvSpPr txBox="1">
            <a:spLocks noChangeArrowheads="1"/>
          </p:cNvSpPr>
          <p:nvPr/>
        </p:nvSpPr>
        <p:spPr bwMode="auto">
          <a:xfrm>
            <a:off x="6584950" y="1571625"/>
            <a:ext cx="1000125" cy="369888"/>
          </a:xfrm>
          <a:prstGeom prst="rect">
            <a:avLst/>
          </a:prstGeom>
          <a:noFill/>
          <a:ln w="9525">
            <a:noFill/>
            <a:miter lim="800000"/>
            <a:headEnd/>
            <a:tailEnd/>
          </a:ln>
        </p:spPr>
        <p:txBody>
          <a:bodyPr>
            <a:spAutoFit/>
          </a:bodyPr>
          <a:lstStyle/>
          <a:p>
            <a:r>
              <a:rPr lang="zh-CN" altLang="en-US"/>
              <a:t>计算机</a:t>
            </a:r>
          </a:p>
        </p:txBody>
      </p:sp>
      <p:sp>
        <p:nvSpPr>
          <p:cNvPr id="16" name="TextBox 114">
            <a:extLst>
              <a:ext uri="{FF2B5EF4-FFF2-40B4-BE49-F238E27FC236}">
                <a16:creationId xmlns:a16="http://schemas.microsoft.com/office/drawing/2014/main" id="{92F4F1BC-C80E-4583-98D2-5C37878926BD}"/>
              </a:ext>
            </a:extLst>
          </p:cNvPr>
          <p:cNvSpPr txBox="1">
            <a:spLocks noChangeArrowheads="1"/>
          </p:cNvSpPr>
          <p:nvPr/>
        </p:nvSpPr>
        <p:spPr bwMode="auto">
          <a:xfrm>
            <a:off x="6584950" y="2605088"/>
            <a:ext cx="1000125" cy="369887"/>
          </a:xfrm>
          <a:prstGeom prst="rect">
            <a:avLst/>
          </a:prstGeom>
          <a:noFill/>
          <a:ln w="9525">
            <a:noFill/>
            <a:miter lim="800000"/>
            <a:headEnd/>
            <a:tailEnd/>
          </a:ln>
        </p:spPr>
        <p:txBody>
          <a:bodyPr>
            <a:spAutoFit/>
          </a:bodyPr>
          <a:lstStyle/>
          <a:p>
            <a:r>
              <a:rPr lang="zh-CN" altLang="en-US"/>
              <a:t>防火墙</a:t>
            </a:r>
          </a:p>
        </p:txBody>
      </p:sp>
      <p:sp>
        <p:nvSpPr>
          <p:cNvPr id="17" name="TextBox 115">
            <a:extLst>
              <a:ext uri="{FF2B5EF4-FFF2-40B4-BE49-F238E27FC236}">
                <a16:creationId xmlns:a16="http://schemas.microsoft.com/office/drawing/2014/main" id="{6241D9A5-064C-414C-AEFA-B435EA0B5FD1}"/>
              </a:ext>
            </a:extLst>
          </p:cNvPr>
          <p:cNvSpPr txBox="1">
            <a:spLocks noChangeArrowheads="1"/>
          </p:cNvSpPr>
          <p:nvPr/>
        </p:nvSpPr>
        <p:spPr bwMode="auto">
          <a:xfrm>
            <a:off x="6584950" y="3571875"/>
            <a:ext cx="1000125" cy="369888"/>
          </a:xfrm>
          <a:prstGeom prst="rect">
            <a:avLst/>
          </a:prstGeom>
          <a:noFill/>
          <a:ln w="9525">
            <a:noFill/>
            <a:miter lim="800000"/>
            <a:headEnd/>
            <a:tailEnd/>
          </a:ln>
        </p:spPr>
        <p:txBody>
          <a:bodyPr>
            <a:spAutoFit/>
          </a:bodyPr>
          <a:lstStyle/>
          <a:p>
            <a:r>
              <a:rPr lang="zh-CN" altLang="en-US"/>
              <a:t>路由器</a:t>
            </a:r>
          </a:p>
        </p:txBody>
      </p:sp>
      <p:sp>
        <p:nvSpPr>
          <p:cNvPr id="18" name="TextBox 116">
            <a:extLst>
              <a:ext uri="{FF2B5EF4-FFF2-40B4-BE49-F238E27FC236}">
                <a16:creationId xmlns:a16="http://schemas.microsoft.com/office/drawing/2014/main" id="{188B841C-C733-4A78-8FE4-D4645F031A85}"/>
              </a:ext>
            </a:extLst>
          </p:cNvPr>
          <p:cNvSpPr txBox="1">
            <a:spLocks noChangeArrowheads="1"/>
          </p:cNvSpPr>
          <p:nvPr/>
        </p:nvSpPr>
        <p:spPr bwMode="auto">
          <a:xfrm>
            <a:off x="6584950" y="4559300"/>
            <a:ext cx="1000125" cy="369888"/>
          </a:xfrm>
          <a:prstGeom prst="rect">
            <a:avLst/>
          </a:prstGeom>
          <a:noFill/>
          <a:ln w="9525">
            <a:noFill/>
            <a:miter lim="800000"/>
            <a:headEnd/>
            <a:tailEnd/>
          </a:ln>
        </p:spPr>
        <p:txBody>
          <a:bodyPr>
            <a:spAutoFit/>
          </a:bodyPr>
          <a:lstStyle/>
          <a:p>
            <a:r>
              <a:rPr lang="zh-CN" altLang="en-US"/>
              <a:t>交换机</a:t>
            </a:r>
          </a:p>
        </p:txBody>
      </p:sp>
      <p:sp>
        <p:nvSpPr>
          <p:cNvPr id="19" name="TextBox 117">
            <a:extLst>
              <a:ext uri="{FF2B5EF4-FFF2-40B4-BE49-F238E27FC236}">
                <a16:creationId xmlns:a16="http://schemas.microsoft.com/office/drawing/2014/main" id="{394CB640-81E2-4467-ABFB-FD77DB4C5910}"/>
              </a:ext>
            </a:extLst>
          </p:cNvPr>
          <p:cNvSpPr txBox="1">
            <a:spLocks noChangeArrowheads="1"/>
          </p:cNvSpPr>
          <p:nvPr/>
        </p:nvSpPr>
        <p:spPr bwMode="auto">
          <a:xfrm>
            <a:off x="6619875" y="5487988"/>
            <a:ext cx="1000125" cy="369887"/>
          </a:xfrm>
          <a:prstGeom prst="rect">
            <a:avLst/>
          </a:prstGeom>
          <a:noFill/>
          <a:ln w="9525">
            <a:noFill/>
            <a:miter lim="800000"/>
            <a:headEnd/>
            <a:tailEnd/>
          </a:ln>
        </p:spPr>
        <p:txBody>
          <a:bodyPr>
            <a:spAutoFit/>
          </a:bodyPr>
          <a:lstStyle/>
          <a:p>
            <a:r>
              <a:rPr lang="zh-CN" altLang="en-US"/>
              <a:t>网   卡</a:t>
            </a:r>
          </a:p>
        </p:txBody>
      </p:sp>
      <p:pic>
        <p:nvPicPr>
          <p:cNvPr id="20" name="图片 118" descr="21A-修改">
            <a:extLst>
              <a:ext uri="{FF2B5EF4-FFF2-40B4-BE49-F238E27FC236}">
                <a16:creationId xmlns:a16="http://schemas.microsoft.com/office/drawing/2014/main" id="{BEB22D68-4283-4959-8E26-32F1E6AF22C2}"/>
              </a:ext>
            </a:extLst>
          </p:cNvPr>
          <p:cNvPicPr>
            <a:picLocks noChangeAspect="1" noChangeArrowheads="1"/>
          </p:cNvPicPr>
          <p:nvPr/>
        </p:nvPicPr>
        <p:blipFill>
          <a:blip r:embed="rId6"/>
          <a:srcRect/>
          <a:stretch>
            <a:fillRect/>
          </a:stretch>
        </p:blipFill>
        <p:spPr bwMode="auto">
          <a:xfrm>
            <a:off x="5072063" y="5357813"/>
            <a:ext cx="604837" cy="604837"/>
          </a:xfrm>
          <a:prstGeom prst="rect">
            <a:avLst/>
          </a:prstGeom>
          <a:noFill/>
          <a:ln w="9525">
            <a:noFill/>
            <a:miter lim="800000"/>
            <a:headEnd/>
            <a:tailEnd/>
          </a:ln>
        </p:spPr>
      </p:pic>
    </p:spTree>
    <p:extLst>
      <p:ext uri="{BB962C8B-B14F-4D97-AF65-F5344CB8AC3E}">
        <p14:creationId xmlns:p14="http://schemas.microsoft.com/office/powerpoint/2010/main" val="2708020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75">
            <a:extLst>
              <a:ext uri="{FF2B5EF4-FFF2-40B4-BE49-F238E27FC236}">
                <a16:creationId xmlns:a16="http://schemas.microsoft.com/office/drawing/2014/main" id="{9599ACBF-8694-4792-94D0-2C67D58B5BCE}"/>
              </a:ext>
            </a:extLst>
          </p:cNvPr>
          <p:cNvSpPr txBox="1">
            <a:spLocks/>
          </p:cNvSpPr>
          <p:nvPr/>
        </p:nvSpPr>
        <p:spPr>
          <a:xfrm>
            <a:off x="185612" y="560004"/>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各层间通信</a:t>
            </a:r>
          </a:p>
        </p:txBody>
      </p:sp>
      <p:pic>
        <p:nvPicPr>
          <p:cNvPr id="5" name="Picture 6" descr="电脑图标">
            <a:extLst>
              <a:ext uri="{FF2B5EF4-FFF2-40B4-BE49-F238E27FC236}">
                <a16:creationId xmlns:a16="http://schemas.microsoft.com/office/drawing/2014/main" id="{37D4EA54-94EB-4B48-9376-C9C3A4069729}"/>
              </a:ext>
            </a:extLst>
          </p:cNvPr>
          <p:cNvPicPr>
            <a:picLocks noChangeAspect="1" noChangeArrowheads="1"/>
          </p:cNvPicPr>
          <p:nvPr/>
        </p:nvPicPr>
        <p:blipFill>
          <a:blip r:embed="rId2"/>
          <a:srcRect/>
          <a:stretch>
            <a:fillRect/>
          </a:stretch>
        </p:blipFill>
        <p:spPr bwMode="auto">
          <a:xfrm>
            <a:off x="1319384" y="1412875"/>
            <a:ext cx="503238" cy="479425"/>
          </a:xfrm>
          <a:prstGeom prst="rect">
            <a:avLst/>
          </a:prstGeom>
          <a:noFill/>
          <a:ln w="9525">
            <a:noFill/>
            <a:miter lim="800000"/>
            <a:headEnd/>
            <a:tailEnd/>
          </a:ln>
        </p:spPr>
      </p:pic>
      <p:pic>
        <p:nvPicPr>
          <p:cNvPr id="6" name="Picture 10" descr="电脑图标">
            <a:extLst>
              <a:ext uri="{FF2B5EF4-FFF2-40B4-BE49-F238E27FC236}">
                <a16:creationId xmlns:a16="http://schemas.microsoft.com/office/drawing/2014/main" id="{38ADDDD6-B74A-4760-9973-9EB0EAD8B4F5}"/>
              </a:ext>
            </a:extLst>
          </p:cNvPr>
          <p:cNvPicPr>
            <a:picLocks noChangeAspect="1" noChangeArrowheads="1"/>
          </p:cNvPicPr>
          <p:nvPr/>
        </p:nvPicPr>
        <p:blipFill>
          <a:blip r:embed="rId2"/>
          <a:srcRect/>
          <a:stretch>
            <a:fillRect/>
          </a:stretch>
        </p:blipFill>
        <p:spPr bwMode="auto">
          <a:xfrm>
            <a:off x="8734597" y="1412875"/>
            <a:ext cx="504825" cy="481013"/>
          </a:xfrm>
          <a:prstGeom prst="rect">
            <a:avLst/>
          </a:prstGeom>
          <a:noFill/>
          <a:ln w="9525">
            <a:noFill/>
            <a:miter lim="800000"/>
            <a:headEnd/>
            <a:tailEnd/>
          </a:ln>
        </p:spPr>
      </p:pic>
      <p:cxnSp>
        <p:nvCxnSpPr>
          <p:cNvPr id="7" name="AutoShape 12">
            <a:extLst>
              <a:ext uri="{FF2B5EF4-FFF2-40B4-BE49-F238E27FC236}">
                <a16:creationId xmlns:a16="http://schemas.microsoft.com/office/drawing/2014/main" id="{6BB52CDE-F361-45D5-A177-9079164C8618}"/>
              </a:ext>
            </a:extLst>
          </p:cNvPr>
          <p:cNvCxnSpPr>
            <a:cxnSpLocks noChangeShapeType="1"/>
          </p:cNvCxnSpPr>
          <p:nvPr/>
        </p:nvCxnSpPr>
        <p:spPr bwMode="auto">
          <a:xfrm>
            <a:off x="1822622" y="1652588"/>
            <a:ext cx="6911975" cy="1587"/>
          </a:xfrm>
          <a:prstGeom prst="straightConnector1">
            <a:avLst/>
          </a:prstGeom>
          <a:noFill/>
          <a:ln w="9525">
            <a:solidFill>
              <a:srgbClr val="000000"/>
            </a:solidFill>
            <a:round/>
            <a:headEnd/>
            <a:tailEnd/>
          </a:ln>
        </p:spPr>
      </p:cxnSp>
      <p:pic>
        <p:nvPicPr>
          <p:cNvPr id="8" name="Picture 4">
            <a:extLst>
              <a:ext uri="{FF2B5EF4-FFF2-40B4-BE49-F238E27FC236}">
                <a16:creationId xmlns:a16="http://schemas.microsoft.com/office/drawing/2014/main" id="{BA3D52F7-7BE5-492D-BC8E-9948F6D5056C}"/>
              </a:ext>
            </a:extLst>
          </p:cNvPr>
          <p:cNvPicPr>
            <a:picLocks noChangeArrowheads="1"/>
          </p:cNvPicPr>
          <p:nvPr/>
        </p:nvPicPr>
        <p:blipFill>
          <a:blip r:embed="rId3"/>
          <a:srcRect/>
          <a:stretch>
            <a:fillRect/>
          </a:stretch>
        </p:blipFill>
        <p:spPr bwMode="auto">
          <a:xfrm>
            <a:off x="4146722" y="1485900"/>
            <a:ext cx="647700" cy="360363"/>
          </a:xfrm>
          <a:prstGeom prst="rect">
            <a:avLst/>
          </a:prstGeom>
          <a:noFill/>
          <a:ln w="9525">
            <a:noFill/>
            <a:miter lim="800000"/>
            <a:headEnd/>
            <a:tailEnd/>
          </a:ln>
        </p:spPr>
      </p:pic>
      <p:pic>
        <p:nvPicPr>
          <p:cNvPr id="9" name="Picture 5">
            <a:extLst>
              <a:ext uri="{FF2B5EF4-FFF2-40B4-BE49-F238E27FC236}">
                <a16:creationId xmlns:a16="http://schemas.microsoft.com/office/drawing/2014/main" id="{0BF3C4D0-4673-4B0A-8970-87B61A2AF476}"/>
              </a:ext>
            </a:extLst>
          </p:cNvPr>
          <p:cNvPicPr>
            <a:picLocks noChangeAspect="1" noChangeArrowheads="1"/>
          </p:cNvPicPr>
          <p:nvPr/>
        </p:nvPicPr>
        <p:blipFill>
          <a:blip r:embed="rId4"/>
          <a:srcRect/>
          <a:stretch>
            <a:fillRect/>
          </a:stretch>
        </p:blipFill>
        <p:spPr bwMode="auto">
          <a:xfrm>
            <a:off x="2687809" y="1557338"/>
            <a:ext cx="647700" cy="276225"/>
          </a:xfrm>
          <a:prstGeom prst="rect">
            <a:avLst/>
          </a:prstGeom>
          <a:noFill/>
          <a:ln w="9525">
            <a:noFill/>
            <a:miter lim="800000"/>
            <a:headEnd/>
            <a:tailEnd/>
          </a:ln>
        </p:spPr>
      </p:pic>
      <p:pic>
        <p:nvPicPr>
          <p:cNvPr id="10" name="Picture 7">
            <a:extLst>
              <a:ext uri="{FF2B5EF4-FFF2-40B4-BE49-F238E27FC236}">
                <a16:creationId xmlns:a16="http://schemas.microsoft.com/office/drawing/2014/main" id="{629BC609-9D7B-4034-86C3-BA28142FD0A5}"/>
              </a:ext>
            </a:extLst>
          </p:cNvPr>
          <p:cNvPicPr>
            <a:picLocks noChangeArrowheads="1"/>
          </p:cNvPicPr>
          <p:nvPr/>
        </p:nvPicPr>
        <p:blipFill>
          <a:blip r:embed="rId3"/>
          <a:srcRect/>
          <a:stretch>
            <a:fillRect/>
          </a:stretch>
        </p:blipFill>
        <p:spPr bwMode="auto">
          <a:xfrm>
            <a:off x="5711997" y="1485900"/>
            <a:ext cx="647700" cy="360363"/>
          </a:xfrm>
          <a:prstGeom prst="rect">
            <a:avLst/>
          </a:prstGeom>
          <a:noFill/>
          <a:ln w="9525">
            <a:noFill/>
            <a:miter lim="800000"/>
            <a:headEnd/>
            <a:tailEnd/>
          </a:ln>
        </p:spPr>
      </p:pic>
      <p:pic>
        <p:nvPicPr>
          <p:cNvPr id="11" name="Picture 9">
            <a:extLst>
              <a:ext uri="{FF2B5EF4-FFF2-40B4-BE49-F238E27FC236}">
                <a16:creationId xmlns:a16="http://schemas.microsoft.com/office/drawing/2014/main" id="{F61A58C3-38CD-4ED3-8358-F5304A81B0A0}"/>
              </a:ext>
            </a:extLst>
          </p:cNvPr>
          <p:cNvPicPr>
            <a:picLocks noChangeAspect="1" noChangeArrowheads="1"/>
          </p:cNvPicPr>
          <p:nvPr/>
        </p:nvPicPr>
        <p:blipFill>
          <a:blip r:embed="rId4"/>
          <a:srcRect/>
          <a:stretch>
            <a:fillRect/>
          </a:stretch>
        </p:blipFill>
        <p:spPr bwMode="auto">
          <a:xfrm>
            <a:off x="7189959" y="1557338"/>
            <a:ext cx="647700" cy="276225"/>
          </a:xfrm>
          <a:prstGeom prst="rect">
            <a:avLst/>
          </a:prstGeom>
          <a:noFill/>
          <a:ln w="9525">
            <a:noFill/>
            <a:miter lim="800000"/>
            <a:headEnd/>
            <a:tailEnd/>
          </a:ln>
        </p:spPr>
      </p:pic>
      <p:sp>
        <p:nvSpPr>
          <p:cNvPr id="12" name="Rectangle 170">
            <a:extLst>
              <a:ext uri="{FF2B5EF4-FFF2-40B4-BE49-F238E27FC236}">
                <a16:creationId xmlns:a16="http://schemas.microsoft.com/office/drawing/2014/main" id="{B80D884B-4C2B-4479-8578-9AA86AE3B98B}"/>
              </a:ext>
            </a:extLst>
          </p:cNvPr>
          <p:cNvSpPr>
            <a:spLocks noChangeArrowheads="1"/>
          </p:cNvSpPr>
          <p:nvPr/>
        </p:nvSpPr>
        <p:spPr bwMode="auto">
          <a:xfrm>
            <a:off x="1030459" y="4005263"/>
            <a:ext cx="930275"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r>
              <a:rPr lang="zh-CN" altLang="en-US" sz="1400">
                <a:solidFill>
                  <a:schemeClr val="bg1"/>
                </a:solidFill>
                <a:latin typeface="黑体" pitchFamily="2" charset="-122"/>
              </a:rPr>
              <a:t>网络层</a:t>
            </a:r>
          </a:p>
        </p:txBody>
      </p:sp>
      <p:sp>
        <p:nvSpPr>
          <p:cNvPr id="13" name="Rectangle 171">
            <a:extLst>
              <a:ext uri="{FF2B5EF4-FFF2-40B4-BE49-F238E27FC236}">
                <a16:creationId xmlns:a16="http://schemas.microsoft.com/office/drawing/2014/main" id="{31020325-9830-4A3F-81A7-7660BBD35666}"/>
              </a:ext>
            </a:extLst>
          </p:cNvPr>
          <p:cNvSpPr>
            <a:spLocks noChangeArrowheads="1"/>
          </p:cNvSpPr>
          <p:nvPr/>
        </p:nvSpPr>
        <p:spPr bwMode="auto">
          <a:xfrm>
            <a:off x="1030459" y="3030538"/>
            <a:ext cx="930275" cy="349250"/>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r>
              <a:rPr lang="zh-CN" altLang="en-US" sz="1400">
                <a:solidFill>
                  <a:schemeClr val="bg1"/>
                </a:solidFill>
                <a:latin typeface="黑体" pitchFamily="2" charset="-122"/>
              </a:rPr>
              <a:t>传输层</a:t>
            </a:r>
          </a:p>
        </p:txBody>
      </p:sp>
      <p:sp>
        <p:nvSpPr>
          <p:cNvPr id="14" name="Rectangle 172">
            <a:extLst>
              <a:ext uri="{FF2B5EF4-FFF2-40B4-BE49-F238E27FC236}">
                <a16:creationId xmlns:a16="http://schemas.microsoft.com/office/drawing/2014/main" id="{E41C2886-C0C8-40AE-B156-A852E95129FE}"/>
              </a:ext>
            </a:extLst>
          </p:cNvPr>
          <p:cNvSpPr>
            <a:spLocks noChangeArrowheads="1"/>
          </p:cNvSpPr>
          <p:nvPr/>
        </p:nvSpPr>
        <p:spPr bwMode="auto">
          <a:xfrm>
            <a:off x="1039984" y="2060575"/>
            <a:ext cx="927100" cy="431800"/>
          </a:xfrm>
          <a:prstGeom prst="rect">
            <a:avLst/>
          </a:prstGeom>
          <a:solidFill>
            <a:srgbClr val="FF33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3300"/>
            </a:extrusionClr>
          </a:sp3d>
        </p:spPr>
        <p:txBody>
          <a:bodyPr wrap="none" anchor="ctr">
            <a:flatTx/>
          </a:bodyPr>
          <a:lstStyle/>
          <a:p>
            <a:r>
              <a:rPr lang="zh-CN" altLang="en-US" sz="1400">
                <a:solidFill>
                  <a:schemeClr val="bg1"/>
                </a:solidFill>
                <a:latin typeface="黑体" pitchFamily="2" charset="-122"/>
              </a:rPr>
              <a:t>应用层</a:t>
            </a:r>
          </a:p>
        </p:txBody>
      </p:sp>
      <p:sp>
        <p:nvSpPr>
          <p:cNvPr id="15" name="Rectangle 173">
            <a:extLst>
              <a:ext uri="{FF2B5EF4-FFF2-40B4-BE49-F238E27FC236}">
                <a16:creationId xmlns:a16="http://schemas.microsoft.com/office/drawing/2014/main" id="{D2FAE1C1-9788-49CD-B021-426D0B2F626D}"/>
              </a:ext>
            </a:extLst>
          </p:cNvPr>
          <p:cNvSpPr>
            <a:spLocks noChangeArrowheads="1"/>
          </p:cNvSpPr>
          <p:nvPr/>
        </p:nvSpPr>
        <p:spPr bwMode="auto">
          <a:xfrm>
            <a:off x="1030459" y="5888038"/>
            <a:ext cx="930275"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物理层</a:t>
            </a:r>
          </a:p>
        </p:txBody>
      </p:sp>
      <p:sp>
        <p:nvSpPr>
          <p:cNvPr id="16" name="Rectangle 174">
            <a:extLst>
              <a:ext uri="{FF2B5EF4-FFF2-40B4-BE49-F238E27FC236}">
                <a16:creationId xmlns:a16="http://schemas.microsoft.com/office/drawing/2014/main" id="{BFFE0B4D-6404-447E-ABA0-2679E3002E27}"/>
              </a:ext>
            </a:extLst>
          </p:cNvPr>
          <p:cNvSpPr>
            <a:spLocks noChangeArrowheads="1"/>
          </p:cNvSpPr>
          <p:nvPr/>
        </p:nvSpPr>
        <p:spPr bwMode="auto">
          <a:xfrm>
            <a:off x="1030459" y="4951413"/>
            <a:ext cx="930275"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数据链路层</a:t>
            </a:r>
          </a:p>
        </p:txBody>
      </p:sp>
      <p:sp>
        <p:nvSpPr>
          <p:cNvPr id="17" name="Rectangle 170">
            <a:extLst>
              <a:ext uri="{FF2B5EF4-FFF2-40B4-BE49-F238E27FC236}">
                <a16:creationId xmlns:a16="http://schemas.microsoft.com/office/drawing/2014/main" id="{9DA4A829-1FAD-4A21-B385-C996E0AB83C6}"/>
              </a:ext>
            </a:extLst>
          </p:cNvPr>
          <p:cNvSpPr>
            <a:spLocks noChangeArrowheads="1"/>
          </p:cNvSpPr>
          <p:nvPr/>
        </p:nvSpPr>
        <p:spPr bwMode="auto">
          <a:xfrm>
            <a:off x="8447259" y="3957638"/>
            <a:ext cx="930275"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r>
              <a:rPr lang="zh-CN" altLang="en-US" sz="1400">
                <a:solidFill>
                  <a:schemeClr val="bg1"/>
                </a:solidFill>
                <a:latin typeface="黑体" pitchFamily="2" charset="-122"/>
              </a:rPr>
              <a:t>网络层</a:t>
            </a:r>
          </a:p>
        </p:txBody>
      </p:sp>
      <p:sp>
        <p:nvSpPr>
          <p:cNvPr id="18" name="Rectangle 171">
            <a:extLst>
              <a:ext uri="{FF2B5EF4-FFF2-40B4-BE49-F238E27FC236}">
                <a16:creationId xmlns:a16="http://schemas.microsoft.com/office/drawing/2014/main" id="{34B52B8F-A358-4A44-9198-E426976B7842}"/>
              </a:ext>
            </a:extLst>
          </p:cNvPr>
          <p:cNvSpPr>
            <a:spLocks noChangeArrowheads="1"/>
          </p:cNvSpPr>
          <p:nvPr/>
        </p:nvSpPr>
        <p:spPr bwMode="auto">
          <a:xfrm>
            <a:off x="8447259" y="3030538"/>
            <a:ext cx="930275" cy="349250"/>
          </a:xfrm>
          <a:prstGeom prst="rect">
            <a:avLst/>
          </a:prstGeom>
          <a:solidFill>
            <a:srgbClr val="FFFF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FF00"/>
            </a:extrusionClr>
          </a:sp3d>
        </p:spPr>
        <p:txBody>
          <a:bodyPr wrap="none" anchor="ctr">
            <a:flatTx/>
          </a:bodyPr>
          <a:lstStyle/>
          <a:p>
            <a:r>
              <a:rPr lang="zh-CN" altLang="en-US" sz="1400">
                <a:solidFill>
                  <a:schemeClr val="bg1"/>
                </a:solidFill>
                <a:latin typeface="黑体" pitchFamily="2" charset="-122"/>
              </a:rPr>
              <a:t>传输层</a:t>
            </a:r>
          </a:p>
        </p:txBody>
      </p:sp>
      <p:sp>
        <p:nvSpPr>
          <p:cNvPr id="19" name="Rectangle 172">
            <a:extLst>
              <a:ext uri="{FF2B5EF4-FFF2-40B4-BE49-F238E27FC236}">
                <a16:creationId xmlns:a16="http://schemas.microsoft.com/office/drawing/2014/main" id="{59A60CD6-02AC-4AAC-9A57-C55EF6F09878}"/>
              </a:ext>
            </a:extLst>
          </p:cNvPr>
          <p:cNvSpPr>
            <a:spLocks noChangeArrowheads="1"/>
          </p:cNvSpPr>
          <p:nvPr/>
        </p:nvSpPr>
        <p:spPr bwMode="auto">
          <a:xfrm>
            <a:off x="8456784" y="2060575"/>
            <a:ext cx="927100" cy="431800"/>
          </a:xfrm>
          <a:prstGeom prst="rect">
            <a:avLst/>
          </a:prstGeom>
          <a:solidFill>
            <a:srgbClr val="FF330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FF3300"/>
            </a:extrusionClr>
          </a:sp3d>
        </p:spPr>
        <p:txBody>
          <a:bodyPr wrap="none" anchor="ctr">
            <a:flatTx/>
          </a:bodyPr>
          <a:lstStyle/>
          <a:p>
            <a:r>
              <a:rPr lang="zh-CN" altLang="en-US" sz="1400">
                <a:solidFill>
                  <a:schemeClr val="bg1"/>
                </a:solidFill>
                <a:latin typeface="黑体" pitchFamily="2" charset="-122"/>
              </a:rPr>
              <a:t>应用层</a:t>
            </a:r>
          </a:p>
        </p:txBody>
      </p:sp>
      <p:sp>
        <p:nvSpPr>
          <p:cNvPr id="20" name="Rectangle 173">
            <a:extLst>
              <a:ext uri="{FF2B5EF4-FFF2-40B4-BE49-F238E27FC236}">
                <a16:creationId xmlns:a16="http://schemas.microsoft.com/office/drawing/2014/main" id="{5BDB6EF8-C697-49F3-80DD-7B8B8E716397}"/>
              </a:ext>
            </a:extLst>
          </p:cNvPr>
          <p:cNvSpPr>
            <a:spLocks noChangeArrowheads="1"/>
          </p:cNvSpPr>
          <p:nvPr/>
        </p:nvSpPr>
        <p:spPr bwMode="auto">
          <a:xfrm>
            <a:off x="8466309" y="5859463"/>
            <a:ext cx="930275"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物理层</a:t>
            </a:r>
          </a:p>
        </p:txBody>
      </p:sp>
      <p:sp>
        <p:nvSpPr>
          <p:cNvPr id="21" name="Rectangle 174">
            <a:extLst>
              <a:ext uri="{FF2B5EF4-FFF2-40B4-BE49-F238E27FC236}">
                <a16:creationId xmlns:a16="http://schemas.microsoft.com/office/drawing/2014/main" id="{B04073EE-C090-472C-80EA-D66D0C9857C9}"/>
              </a:ext>
            </a:extLst>
          </p:cNvPr>
          <p:cNvSpPr>
            <a:spLocks noChangeArrowheads="1"/>
          </p:cNvSpPr>
          <p:nvPr/>
        </p:nvSpPr>
        <p:spPr bwMode="auto">
          <a:xfrm>
            <a:off x="8456784" y="4922838"/>
            <a:ext cx="930275"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数据链路层</a:t>
            </a:r>
          </a:p>
        </p:txBody>
      </p:sp>
      <p:sp>
        <p:nvSpPr>
          <p:cNvPr id="22" name="Rectangle 173">
            <a:extLst>
              <a:ext uri="{FF2B5EF4-FFF2-40B4-BE49-F238E27FC236}">
                <a16:creationId xmlns:a16="http://schemas.microsoft.com/office/drawing/2014/main" id="{22E294A2-8C4C-447A-90BA-87C988297C41}"/>
              </a:ext>
            </a:extLst>
          </p:cNvPr>
          <p:cNvSpPr>
            <a:spLocks noChangeArrowheads="1"/>
          </p:cNvSpPr>
          <p:nvPr/>
        </p:nvSpPr>
        <p:spPr bwMode="auto">
          <a:xfrm>
            <a:off x="2471909" y="5888038"/>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23" name="Rectangle 174">
            <a:extLst>
              <a:ext uri="{FF2B5EF4-FFF2-40B4-BE49-F238E27FC236}">
                <a16:creationId xmlns:a16="http://schemas.microsoft.com/office/drawing/2014/main" id="{7A2C9345-EA80-4B91-9713-F8198F041FC8}"/>
              </a:ext>
            </a:extLst>
          </p:cNvPr>
          <p:cNvSpPr>
            <a:spLocks noChangeArrowheads="1"/>
          </p:cNvSpPr>
          <p:nvPr/>
        </p:nvSpPr>
        <p:spPr bwMode="auto">
          <a:xfrm>
            <a:off x="2471909" y="4951413"/>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24" name="Line 35">
            <a:extLst>
              <a:ext uri="{FF2B5EF4-FFF2-40B4-BE49-F238E27FC236}">
                <a16:creationId xmlns:a16="http://schemas.microsoft.com/office/drawing/2014/main" id="{7D4591A9-53EB-4E66-9111-FCA22CDD9F7B}"/>
              </a:ext>
            </a:extLst>
          </p:cNvPr>
          <p:cNvSpPr>
            <a:spLocks noChangeShapeType="1"/>
          </p:cNvSpPr>
          <p:nvPr/>
        </p:nvSpPr>
        <p:spPr bwMode="auto">
          <a:xfrm>
            <a:off x="2063922" y="5084763"/>
            <a:ext cx="360362"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25" name="Line 36">
            <a:extLst>
              <a:ext uri="{FF2B5EF4-FFF2-40B4-BE49-F238E27FC236}">
                <a16:creationId xmlns:a16="http://schemas.microsoft.com/office/drawing/2014/main" id="{EF45D5BD-655B-4EF8-8CED-BE2B582E2F32}"/>
              </a:ext>
            </a:extLst>
          </p:cNvPr>
          <p:cNvSpPr>
            <a:spLocks noChangeShapeType="1"/>
          </p:cNvSpPr>
          <p:nvPr/>
        </p:nvSpPr>
        <p:spPr bwMode="auto">
          <a:xfrm>
            <a:off x="2073447" y="6021388"/>
            <a:ext cx="360362"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26" name="Line 37">
            <a:extLst>
              <a:ext uri="{FF2B5EF4-FFF2-40B4-BE49-F238E27FC236}">
                <a16:creationId xmlns:a16="http://schemas.microsoft.com/office/drawing/2014/main" id="{C45F8071-9190-4460-8542-FFDEBD36E4BE}"/>
              </a:ext>
            </a:extLst>
          </p:cNvPr>
          <p:cNvSpPr>
            <a:spLocks noChangeShapeType="1"/>
          </p:cNvSpPr>
          <p:nvPr/>
        </p:nvSpPr>
        <p:spPr bwMode="auto">
          <a:xfrm>
            <a:off x="3541884" y="5084763"/>
            <a:ext cx="360363"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27" name="Line 38">
            <a:extLst>
              <a:ext uri="{FF2B5EF4-FFF2-40B4-BE49-F238E27FC236}">
                <a16:creationId xmlns:a16="http://schemas.microsoft.com/office/drawing/2014/main" id="{C771560F-C287-44D7-9A3C-4D2647FB2EEB}"/>
              </a:ext>
            </a:extLst>
          </p:cNvPr>
          <p:cNvSpPr>
            <a:spLocks noChangeShapeType="1"/>
          </p:cNvSpPr>
          <p:nvPr/>
        </p:nvSpPr>
        <p:spPr bwMode="auto">
          <a:xfrm>
            <a:off x="3551409" y="6021388"/>
            <a:ext cx="360363"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28" name="Line 39">
            <a:extLst>
              <a:ext uri="{FF2B5EF4-FFF2-40B4-BE49-F238E27FC236}">
                <a16:creationId xmlns:a16="http://schemas.microsoft.com/office/drawing/2014/main" id="{B9139036-D515-4BF1-B050-F6D74A7ED856}"/>
              </a:ext>
            </a:extLst>
          </p:cNvPr>
          <p:cNvSpPr>
            <a:spLocks noChangeShapeType="1"/>
          </p:cNvSpPr>
          <p:nvPr/>
        </p:nvSpPr>
        <p:spPr bwMode="auto">
          <a:xfrm>
            <a:off x="5064297" y="5084763"/>
            <a:ext cx="360362"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29" name="Line 40">
            <a:extLst>
              <a:ext uri="{FF2B5EF4-FFF2-40B4-BE49-F238E27FC236}">
                <a16:creationId xmlns:a16="http://schemas.microsoft.com/office/drawing/2014/main" id="{FA3D814B-BD09-48CC-9CB0-D4798DC35AE3}"/>
              </a:ext>
            </a:extLst>
          </p:cNvPr>
          <p:cNvSpPr>
            <a:spLocks noChangeShapeType="1"/>
          </p:cNvSpPr>
          <p:nvPr/>
        </p:nvSpPr>
        <p:spPr bwMode="auto">
          <a:xfrm>
            <a:off x="5073822" y="6021388"/>
            <a:ext cx="360362"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0" name="Line 41">
            <a:extLst>
              <a:ext uri="{FF2B5EF4-FFF2-40B4-BE49-F238E27FC236}">
                <a16:creationId xmlns:a16="http://schemas.microsoft.com/office/drawing/2014/main" id="{473233DA-8121-4188-8873-2B5AC339255B}"/>
              </a:ext>
            </a:extLst>
          </p:cNvPr>
          <p:cNvSpPr>
            <a:spLocks noChangeShapeType="1"/>
          </p:cNvSpPr>
          <p:nvPr/>
        </p:nvSpPr>
        <p:spPr bwMode="auto">
          <a:xfrm>
            <a:off x="6566072" y="5084763"/>
            <a:ext cx="360362"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1" name="Line 42">
            <a:extLst>
              <a:ext uri="{FF2B5EF4-FFF2-40B4-BE49-F238E27FC236}">
                <a16:creationId xmlns:a16="http://schemas.microsoft.com/office/drawing/2014/main" id="{830589ED-5924-4E4C-AC02-2284B59B0BB1}"/>
              </a:ext>
            </a:extLst>
          </p:cNvPr>
          <p:cNvSpPr>
            <a:spLocks noChangeShapeType="1"/>
          </p:cNvSpPr>
          <p:nvPr/>
        </p:nvSpPr>
        <p:spPr bwMode="auto">
          <a:xfrm>
            <a:off x="6575597" y="6021388"/>
            <a:ext cx="360362"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2" name="Line 43">
            <a:extLst>
              <a:ext uri="{FF2B5EF4-FFF2-40B4-BE49-F238E27FC236}">
                <a16:creationId xmlns:a16="http://schemas.microsoft.com/office/drawing/2014/main" id="{7CF80F05-538C-4464-88AB-8FB403878C97}"/>
              </a:ext>
            </a:extLst>
          </p:cNvPr>
          <p:cNvSpPr>
            <a:spLocks noChangeShapeType="1"/>
          </p:cNvSpPr>
          <p:nvPr/>
        </p:nvSpPr>
        <p:spPr bwMode="auto">
          <a:xfrm>
            <a:off x="8040859" y="5084763"/>
            <a:ext cx="360363"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3" name="Line 44">
            <a:extLst>
              <a:ext uri="{FF2B5EF4-FFF2-40B4-BE49-F238E27FC236}">
                <a16:creationId xmlns:a16="http://schemas.microsoft.com/office/drawing/2014/main" id="{988AF543-1460-4016-B1B3-C427C4CAAC93}"/>
              </a:ext>
            </a:extLst>
          </p:cNvPr>
          <p:cNvSpPr>
            <a:spLocks noChangeShapeType="1"/>
          </p:cNvSpPr>
          <p:nvPr/>
        </p:nvSpPr>
        <p:spPr bwMode="auto">
          <a:xfrm>
            <a:off x="8050384" y="6021388"/>
            <a:ext cx="360363"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4" name="Line 45">
            <a:extLst>
              <a:ext uri="{FF2B5EF4-FFF2-40B4-BE49-F238E27FC236}">
                <a16:creationId xmlns:a16="http://schemas.microsoft.com/office/drawing/2014/main" id="{7E39A37C-88E5-41E3-BE7D-A9ACC455EC37}"/>
              </a:ext>
            </a:extLst>
          </p:cNvPr>
          <p:cNvSpPr>
            <a:spLocks noChangeShapeType="1"/>
          </p:cNvSpPr>
          <p:nvPr/>
        </p:nvSpPr>
        <p:spPr bwMode="auto">
          <a:xfrm>
            <a:off x="5073822" y="4149725"/>
            <a:ext cx="360362"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5" name="Line 46">
            <a:extLst>
              <a:ext uri="{FF2B5EF4-FFF2-40B4-BE49-F238E27FC236}">
                <a16:creationId xmlns:a16="http://schemas.microsoft.com/office/drawing/2014/main" id="{E2595E9D-AD6E-4C02-BA0D-32878E5F7CD2}"/>
              </a:ext>
            </a:extLst>
          </p:cNvPr>
          <p:cNvSpPr>
            <a:spLocks noChangeShapeType="1"/>
          </p:cNvSpPr>
          <p:nvPr/>
        </p:nvSpPr>
        <p:spPr bwMode="auto">
          <a:xfrm>
            <a:off x="2111547" y="4149725"/>
            <a:ext cx="1800225"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6" name="Line 47">
            <a:extLst>
              <a:ext uri="{FF2B5EF4-FFF2-40B4-BE49-F238E27FC236}">
                <a16:creationId xmlns:a16="http://schemas.microsoft.com/office/drawing/2014/main" id="{0753EA03-CA49-4FCB-B998-FAE0F1FD9376}"/>
              </a:ext>
            </a:extLst>
          </p:cNvPr>
          <p:cNvSpPr>
            <a:spLocks noChangeShapeType="1"/>
          </p:cNvSpPr>
          <p:nvPr/>
        </p:nvSpPr>
        <p:spPr bwMode="auto">
          <a:xfrm>
            <a:off x="6575597" y="4076700"/>
            <a:ext cx="1800225"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7" name="Line 48">
            <a:extLst>
              <a:ext uri="{FF2B5EF4-FFF2-40B4-BE49-F238E27FC236}">
                <a16:creationId xmlns:a16="http://schemas.microsoft.com/office/drawing/2014/main" id="{4C7D934C-25A1-4B8D-A47C-A9EBD282F75C}"/>
              </a:ext>
            </a:extLst>
          </p:cNvPr>
          <p:cNvSpPr>
            <a:spLocks noChangeShapeType="1"/>
          </p:cNvSpPr>
          <p:nvPr/>
        </p:nvSpPr>
        <p:spPr bwMode="auto">
          <a:xfrm>
            <a:off x="2111547" y="3141663"/>
            <a:ext cx="6264275"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8" name="Line 49">
            <a:extLst>
              <a:ext uri="{FF2B5EF4-FFF2-40B4-BE49-F238E27FC236}">
                <a16:creationId xmlns:a16="http://schemas.microsoft.com/office/drawing/2014/main" id="{5717F12C-D57F-4E51-897E-B89989833E40}"/>
              </a:ext>
            </a:extLst>
          </p:cNvPr>
          <p:cNvSpPr>
            <a:spLocks noChangeShapeType="1"/>
          </p:cNvSpPr>
          <p:nvPr/>
        </p:nvSpPr>
        <p:spPr bwMode="auto">
          <a:xfrm>
            <a:off x="2111547" y="2276475"/>
            <a:ext cx="6264275" cy="0"/>
          </a:xfrm>
          <a:prstGeom prst="line">
            <a:avLst/>
          </a:prstGeom>
          <a:noFill/>
          <a:ln w="9525">
            <a:solidFill>
              <a:srgbClr val="000000"/>
            </a:solidFill>
            <a:round/>
            <a:headEnd type="triangle" w="med" len="med"/>
            <a:tailEnd type="triangle" w="med" len="med"/>
          </a:ln>
        </p:spPr>
        <p:txBody>
          <a:bodyPr wrap="none" anchor="ctr" anchorCtr="1"/>
          <a:lstStyle/>
          <a:p>
            <a:endParaRPr lang="zh-CN" altLang="en-US"/>
          </a:p>
        </p:txBody>
      </p:sp>
      <p:sp>
        <p:nvSpPr>
          <p:cNvPr id="39" name="Rectangle 173">
            <a:extLst>
              <a:ext uri="{FF2B5EF4-FFF2-40B4-BE49-F238E27FC236}">
                <a16:creationId xmlns:a16="http://schemas.microsoft.com/office/drawing/2014/main" id="{41847F81-95C5-4028-AE79-E38356FF7F0F}"/>
              </a:ext>
            </a:extLst>
          </p:cNvPr>
          <p:cNvSpPr>
            <a:spLocks noChangeArrowheads="1"/>
          </p:cNvSpPr>
          <p:nvPr/>
        </p:nvSpPr>
        <p:spPr bwMode="auto">
          <a:xfrm>
            <a:off x="3048172" y="5876925"/>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40" name="Rectangle 174">
            <a:extLst>
              <a:ext uri="{FF2B5EF4-FFF2-40B4-BE49-F238E27FC236}">
                <a16:creationId xmlns:a16="http://schemas.microsoft.com/office/drawing/2014/main" id="{6530E31F-DB60-4AB9-B8AE-6E8A1818E51F}"/>
              </a:ext>
            </a:extLst>
          </p:cNvPr>
          <p:cNvSpPr>
            <a:spLocks noChangeArrowheads="1"/>
          </p:cNvSpPr>
          <p:nvPr/>
        </p:nvSpPr>
        <p:spPr bwMode="auto">
          <a:xfrm>
            <a:off x="3048172" y="4940300"/>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41" name="Rectangle 173">
            <a:extLst>
              <a:ext uri="{FF2B5EF4-FFF2-40B4-BE49-F238E27FC236}">
                <a16:creationId xmlns:a16="http://schemas.microsoft.com/office/drawing/2014/main" id="{C01718AC-F302-4330-BD69-96820D59A5F5}"/>
              </a:ext>
            </a:extLst>
          </p:cNvPr>
          <p:cNvSpPr>
            <a:spLocks noChangeArrowheads="1"/>
          </p:cNvSpPr>
          <p:nvPr/>
        </p:nvSpPr>
        <p:spPr bwMode="auto">
          <a:xfrm>
            <a:off x="3940347" y="5897563"/>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42" name="Rectangle 174">
            <a:extLst>
              <a:ext uri="{FF2B5EF4-FFF2-40B4-BE49-F238E27FC236}">
                <a16:creationId xmlns:a16="http://schemas.microsoft.com/office/drawing/2014/main" id="{D6160E13-1EC0-4777-9830-50B7C0759EF5}"/>
              </a:ext>
            </a:extLst>
          </p:cNvPr>
          <p:cNvSpPr>
            <a:spLocks noChangeArrowheads="1"/>
          </p:cNvSpPr>
          <p:nvPr/>
        </p:nvSpPr>
        <p:spPr bwMode="auto">
          <a:xfrm>
            <a:off x="3940347" y="4960938"/>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43" name="Rectangle 173">
            <a:extLst>
              <a:ext uri="{FF2B5EF4-FFF2-40B4-BE49-F238E27FC236}">
                <a16:creationId xmlns:a16="http://schemas.microsoft.com/office/drawing/2014/main" id="{74A29E71-8DEA-40F9-B159-5010F8ED08FF}"/>
              </a:ext>
            </a:extLst>
          </p:cNvPr>
          <p:cNvSpPr>
            <a:spLocks noChangeArrowheads="1"/>
          </p:cNvSpPr>
          <p:nvPr/>
        </p:nvSpPr>
        <p:spPr bwMode="auto">
          <a:xfrm>
            <a:off x="4516609" y="5886450"/>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44" name="Rectangle 174">
            <a:extLst>
              <a:ext uri="{FF2B5EF4-FFF2-40B4-BE49-F238E27FC236}">
                <a16:creationId xmlns:a16="http://schemas.microsoft.com/office/drawing/2014/main" id="{3E33B304-E9FF-4725-AF91-89813F548F37}"/>
              </a:ext>
            </a:extLst>
          </p:cNvPr>
          <p:cNvSpPr>
            <a:spLocks noChangeArrowheads="1"/>
          </p:cNvSpPr>
          <p:nvPr/>
        </p:nvSpPr>
        <p:spPr bwMode="auto">
          <a:xfrm>
            <a:off x="4516609" y="4949825"/>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45" name="Rectangle 173">
            <a:extLst>
              <a:ext uri="{FF2B5EF4-FFF2-40B4-BE49-F238E27FC236}">
                <a16:creationId xmlns:a16="http://schemas.microsoft.com/office/drawing/2014/main" id="{DA5DF372-4DF4-4AE2-9B16-FC2F6959B786}"/>
              </a:ext>
            </a:extLst>
          </p:cNvPr>
          <p:cNvSpPr>
            <a:spLocks noChangeArrowheads="1"/>
          </p:cNvSpPr>
          <p:nvPr/>
        </p:nvSpPr>
        <p:spPr bwMode="auto">
          <a:xfrm>
            <a:off x="5467522" y="5878513"/>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46" name="Rectangle 174">
            <a:extLst>
              <a:ext uri="{FF2B5EF4-FFF2-40B4-BE49-F238E27FC236}">
                <a16:creationId xmlns:a16="http://schemas.microsoft.com/office/drawing/2014/main" id="{9967FD2E-04F5-48BF-8781-7C4383EE69A5}"/>
              </a:ext>
            </a:extLst>
          </p:cNvPr>
          <p:cNvSpPr>
            <a:spLocks noChangeArrowheads="1"/>
          </p:cNvSpPr>
          <p:nvPr/>
        </p:nvSpPr>
        <p:spPr bwMode="auto">
          <a:xfrm>
            <a:off x="5467522" y="4941888"/>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47" name="Rectangle 173">
            <a:extLst>
              <a:ext uri="{FF2B5EF4-FFF2-40B4-BE49-F238E27FC236}">
                <a16:creationId xmlns:a16="http://schemas.microsoft.com/office/drawing/2014/main" id="{2B7162E2-D516-4190-B3C8-D54E044E8F75}"/>
              </a:ext>
            </a:extLst>
          </p:cNvPr>
          <p:cNvSpPr>
            <a:spLocks noChangeArrowheads="1"/>
          </p:cNvSpPr>
          <p:nvPr/>
        </p:nvSpPr>
        <p:spPr bwMode="auto">
          <a:xfrm>
            <a:off x="6043784" y="5867400"/>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48" name="Rectangle 174">
            <a:extLst>
              <a:ext uri="{FF2B5EF4-FFF2-40B4-BE49-F238E27FC236}">
                <a16:creationId xmlns:a16="http://schemas.microsoft.com/office/drawing/2014/main" id="{D4A8FFFC-219E-4311-BFDE-4DF2434FFBA8}"/>
              </a:ext>
            </a:extLst>
          </p:cNvPr>
          <p:cNvSpPr>
            <a:spLocks noChangeArrowheads="1"/>
          </p:cNvSpPr>
          <p:nvPr/>
        </p:nvSpPr>
        <p:spPr bwMode="auto">
          <a:xfrm>
            <a:off x="6043784" y="4930775"/>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49" name="Rectangle 173">
            <a:extLst>
              <a:ext uri="{FF2B5EF4-FFF2-40B4-BE49-F238E27FC236}">
                <a16:creationId xmlns:a16="http://schemas.microsoft.com/office/drawing/2014/main" id="{37F1776C-076F-4232-A170-5B966AD1AC08}"/>
              </a:ext>
            </a:extLst>
          </p:cNvPr>
          <p:cNvSpPr>
            <a:spLocks noChangeArrowheads="1"/>
          </p:cNvSpPr>
          <p:nvPr/>
        </p:nvSpPr>
        <p:spPr bwMode="auto">
          <a:xfrm>
            <a:off x="6950247" y="5854700"/>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50" name="Rectangle 174">
            <a:extLst>
              <a:ext uri="{FF2B5EF4-FFF2-40B4-BE49-F238E27FC236}">
                <a16:creationId xmlns:a16="http://schemas.microsoft.com/office/drawing/2014/main" id="{E9F30C3A-6A9F-4EC2-B4D2-4F11F7E794A2}"/>
              </a:ext>
            </a:extLst>
          </p:cNvPr>
          <p:cNvSpPr>
            <a:spLocks noChangeArrowheads="1"/>
          </p:cNvSpPr>
          <p:nvPr/>
        </p:nvSpPr>
        <p:spPr bwMode="auto">
          <a:xfrm>
            <a:off x="6950247" y="4918075"/>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51" name="Rectangle 173">
            <a:extLst>
              <a:ext uri="{FF2B5EF4-FFF2-40B4-BE49-F238E27FC236}">
                <a16:creationId xmlns:a16="http://schemas.microsoft.com/office/drawing/2014/main" id="{CBA5D76D-73DE-4F93-8609-9C9DA357E11C}"/>
              </a:ext>
            </a:extLst>
          </p:cNvPr>
          <p:cNvSpPr>
            <a:spLocks noChangeArrowheads="1"/>
          </p:cNvSpPr>
          <p:nvPr/>
        </p:nvSpPr>
        <p:spPr bwMode="auto">
          <a:xfrm>
            <a:off x="7526509" y="5843588"/>
            <a:ext cx="431800" cy="349250"/>
          </a:xfrm>
          <a:prstGeom prst="rect">
            <a:avLst/>
          </a:prstGeom>
          <a:solidFill>
            <a:srgbClr val="00B0F0"/>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00B0F0"/>
            </a:extrusionClr>
          </a:sp3d>
        </p:spPr>
        <p:txBody>
          <a:bodyPr wrap="none" anchor="ctr">
            <a:flatTx/>
          </a:bodyPr>
          <a:lstStyle/>
          <a:p>
            <a:r>
              <a:rPr lang="zh-CN" altLang="en-US" sz="1400">
                <a:solidFill>
                  <a:schemeClr val="bg1"/>
                </a:solidFill>
                <a:latin typeface="黑体" pitchFamily="2" charset="-122"/>
              </a:rPr>
              <a:t>物</a:t>
            </a:r>
          </a:p>
        </p:txBody>
      </p:sp>
      <p:sp>
        <p:nvSpPr>
          <p:cNvPr id="52" name="Rectangle 174">
            <a:extLst>
              <a:ext uri="{FF2B5EF4-FFF2-40B4-BE49-F238E27FC236}">
                <a16:creationId xmlns:a16="http://schemas.microsoft.com/office/drawing/2014/main" id="{2A34EA12-E2DE-4A6C-960E-598DEBBCD57C}"/>
              </a:ext>
            </a:extLst>
          </p:cNvPr>
          <p:cNvSpPr>
            <a:spLocks noChangeArrowheads="1"/>
          </p:cNvSpPr>
          <p:nvPr/>
        </p:nvSpPr>
        <p:spPr bwMode="auto">
          <a:xfrm>
            <a:off x="7526509" y="4906963"/>
            <a:ext cx="431800" cy="349250"/>
          </a:xfrm>
          <a:prstGeom prst="rect">
            <a:avLst/>
          </a:prstGeom>
          <a:solidFill>
            <a:schemeClr val="folHlink"/>
          </a:solidFill>
          <a:ln w="9525">
            <a:miter lim="800000"/>
            <a:headEnd/>
            <a:tailEnd/>
          </a:ln>
          <a:scene3d>
            <a:camera prst="legacyObliqueTopRight"/>
            <a:lightRig rig="legacyFlat3" dir="b"/>
          </a:scene3d>
          <a:sp3d extrusionH="201600" prstMaterial="legacyMatte">
            <a:bevelT w="13500" h="13500" prst="angle"/>
            <a:bevelB w="13500" h="13500" prst="angle"/>
            <a:extrusionClr>
              <a:schemeClr val="folHlink"/>
            </a:extrusionClr>
          </a:sp3d>
        </p:spPr>
        <p:txBody>
          <a:bodyPr wrap="none" anchor="ctr">
            <a:flatTx/>
          </a:bodyPr>
          <a:lstStyle/>
          <a:p>
            <a:r>
              <a:rPr lang="zh-CN" altLang="en-US" sz="1400">
                <a:solidFill>
                  <a:schemeClr val="bg1"/>
                </a:solidFill>
                <a:latin typeface="黑体" pitchFamily="2" charset="-122"/>
              </a:rPr>
              <a:t>数</a:t>
            </a:r>
          </a:p>
        </p:txBody>
      </p:sp>
      <p:sp>
        <p:nvSpPr>
          <p:cNvPr id="53" name="Rectangle 170">
            <a:extLst>
              <a:ext uri="{FF2B5EF4-FFF2-40B4-BE49-F238E27FC236}">
                <a16:creationId xmlns:a16="http://schemas.microsoft.com/office/drawing/2014/main" id="{19DA25FC-22D2-42D1-8F94-6EFDBE623590}"/>
              </a:ext>
            </a:extLst>
          </p:cNvPr>
          <p:cNvSpPr>
            <a:spLocks noChangeArrowheads="1"/>
          </p:cNvSpPr>
          <p:nvPr/>
        </p:nvSpPr>
        <p:spPr bwMode="auto">
          <a:xfrm>
            <a:off x="3949872" y="4005263"/>
            <a:ext cx="431800"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r>
              <a:rPr lang="zh-CN" altLang="en-US" sz="1400">
                <a:solidFill>
                  <a:schemeClr val="bg1"/>
                </a:solidFill>
                <a:latin typeface="黑体" pitchFamily="2" charset="-122"/>
              </a:rPr>
              <a:t>网</a:t>
            </a:r>
          </a:p>
        </p:txBody>
      </p:sp>
      <p:sp>
        <p:nvSpPr>
          <p:cNvPr id="54" name="Rectangle 170">
            <a:extLst>
              <a:ext uri="{FF2B5EF4-FFF2-40B4-BE49-F238E27FC236}">
                <a16:creationId xmlns:a16="http://schemas.microsoft.com/office/drawing/2014/main" id="{63C6731B-034E-4815-9AE2-E21C9A656612}"/>
              </a:ext>
            </a:extLst>
          </p:cNvPr>
          <p:cNvSpPr>
            <a:spLocks noChangeArrowheads="1"/>
          </p:cNvSpPr>
          <p:nvPr/>
        </p:nvSpPr>
        <p:spPr bwMode="auto">
          <a:xfrm>
            <a:off x="4521372" y="3995738"/>
            <a:ext cx="431800"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r>
              <a:rPr lang="zh-CN" altLang="en-US" sz="1400">
                <a:solidFill>
                  <a:schemeClr val="bg1"/>
                </a:solidFill>
                <a:latin typeface="黑体" pitchFamily="2" charset="-122"/>
              </a:rPr>
              <a:t>网</a:t>
            </a:r>
          </a:p>
        </p:txBody>
      </p:sp>
      <p:sp>
        <p:nvSpPr>
          <p:cNvPr id="55" name="Rectangle 170">
            <a:extLst>
              <a:ext uri="{FF2B5EF4-FFF2-40B4-BE49-F238E27FC236}">
                <a16:creationId xmlns:a16="http://schemas.microsoft.com/office/drawing/2014/main" id="{8C27D859-0AAA-4834-A459-084240976FD3}"/>
              </a:ext>
            </a:extLst>
          </p:cNvPr>
          <p:cNvSpPr>
            <a:spLocks noChangeArrowheads="1"/>
          </p:cNvSpPr>
          <p:nvPr/>
        </p:nvSpPr>
        <p:spPr bwMode="auto">
          <a:xfrm>
            <a:off x="5477047" y="3957638"/>
            <a:ext cx="431800"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r>
              <a:rPr lang="zh-CN" altLang="en-US" sz="1400">
                <a:solidFill>
                  <a:schemeClr val="bg1"/>
                </a:solidFill>
                <a:latin typeface="黑体" pitchFamily="2" charset="-122"/>
              </a:rPr>
              <a:t>网</a:t>
            </a:r>
          </a:p>
        </p:txBody>
      </p:sp>
      <p:sp>
        <p:nvSpPr>
          <p:cNvPr id="56" name="Rectangle 170">
            <a:extLst>
              <a:ext uri="{FF2B5EF4-FFF2-40B4-BE49-F238E27FC236}">
                <a16:creationId xmlns:a16="http://schemas.microsoft.com/office/drawing/2014/main" id="{1A8C7A50-97C5-4D88-9F02-0C5565E9DEB6}"/>
              </a:ext>
            </a:extLst>
          </p:cNvPr>
          <p:cNvSpPr>
            <a:spLocks noChangeArrowheads="1"/>
          </p:cNvSpPr>
          <p:nvPr/>
        </p:nvSpPr>
        <p:spPr bwMode="auto">
          <a:xfrm>
            <a:off x="6062834" y="3948113"/>
            <a:ext cx="431800" cy="349250"/>
          </a:xfrm>
          <a:prstGeom prst="rect">
            <a:avLst/>
          </a:prstGeom>
          <a:solidFill>
            <a:srgbClr val="C5E5FB"/>
          </a:solidFill>
          <a:ln w="9525">
            <a:miter lim="800000"/>
            <a:headEnd/>
            <a:tailEnd/>
          </a:ln>
          <a:scene3d>
            <a:camera prst="legacyObliqueTopRight"/>
            <a:lightRig rig="legacyFlat3" dir="b"/>
          </a:scene3d>
          <a:sp3d extrusionH="201600" prstMaterial="legacyMatte">
            <a:bevelT w="13500" h="13500" prst="angle"/>
            <a:bevelB w="13500" h="13500" prst="angle"/>
            <a:extrusionClr>
              <a:srgbClr val="C5E5FB"/>
            </a:extrusionClr>
          </a:sp3d>
        </p:spPr>
        <p:txBody>
          <a:bodyPr wrap="none" anchor="ctr">
            <a:flatTx/>
          </a:bodyPr>
          <a:lstStyle/>
          <a:p>
            <a:r>
              <a:rPr lang="zh-CN" altLang="en-US" sz="1400">
                <a:solidFill>
                  <a:schemeClr val="bg1"/>
                </a:solidFill>
                <a:latin typeface="黑体" pitchFamily="2" charset="-122"/>
              </a:rPr>
              <a:t>网</a:t>
            </a:r>
          </a:p>
        </p:txBody>
      </p:sp>
      <p:sp>
        <p:nvSpPr>
          <p:cNvPr id="57" name="Line 80">
            <a:extLst>
              <a:ext uri="{FF2B5EF4-FFF2-40B4-BE49-F238E27FC236}">
                <a16:creationId xmlns:a16="http://schemas.microsoft.com/office/drawing/2014/main" id="{EF19F532-ED2B-4F5C-90CB-C3E825A2D40B}"/>
              </a:ext>
            </a:extLst>
          </p:cNvPr>
          <p:cNvSpPr>
            <a:spLocks noChangeShapeType="1"/>
          </p:cNvSpPr>
          <p:nvPr/>
        </p:nvSpPr>
        <p:spPr bwMode="auto">
          <a:xfrm>
            <a:off x="1895647" y="1882775"/>
            <a:ext cx="0" cy="446405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58" name="Line 81">
            <a:extLst>
              <a:ext uri="{FF2B5EF4-FFF2-40B4-BE49-F238E27FC236}">
                <a16:creationId xmlns:a16="http://schemas.microsoft.com/office/drawing/2014/main" id="{360A22B8-C853-4542-8E61-B60227AF23F8}"/>
              </a:ext>
            </a:extLst>
          </p:cNvPr>
          <p:cNvSpPr>
            <a:spLocks noChangeShapeType="1"/>
          </p:cNvSpPr>
          <p:nvPr/>
        </p:nvSpPr>
        <p:spPr bwMode="auto">
          <a:xfrm>
            <a:off x="8591722" y="1773238"/>
            <a:ext cx="0" cy="4606925"/>
          </a:xfrm>
          <a:prstGeom prst="line">
            <a:avLst/>
          </a:prstGeom>
          <a:noFill/>
          <a:ln w="28575">
            <a:solidFill>
              <a:srgbClr val="FF0000"/>
            </a:solidFill>
            <a:prstDash val="dash"/>
            <a:round/>
            <a:headEnd type="stealth" w="lg" len="lg"/>
            <a:tailEnd/>
          </a:ln>
        </p:spPr>
        <p:txBody>
          <a:bodyPr wrap="none" anchor="ctr" anchorCtr="1"/>
          <a:lstStyle/>
          <a:p>
            <a:endParaRPr lang="zh-CN" altLang="en-US"/>
          </a:p>
        </p:txBody>
      </p:sp>
      <p:sp>
        <p:nvSpPr>
          <p:cNvPr id="59" name="Line 82">
            <a:extLst>
              <a:ext uri="{FF2B5EF4-FFF2-40B4-BE49-F238E27FC236}">
                <a16:creationId xmlns:a16="http://schemas.microsoft.com/office/drawing/2014/main" id="{0CA21164-9B82-4CEE-BA24-459D57BE0207}"/>
              </a:ext>
            </a:extLst>
          </p:cNvPr>
          <p:cNvSpPr>
            <a:spLocks noChangeShapeType="1"/>
          </p:cNvSpPr>
          <p:nvPr/>
        </p:nvSpPr>
        <p:spPr bwMode="auto">
          <a:xfrm>
            <a:off x="2543347" y="4797425"/>
            <a:ext cx="0" cy="1563688"/>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0" name="Line 83">
            <a:extLst>
              <a:ext uri="{FF2B5EF4-FFF2-40B4-BE49-F238E27FC236}">
                <a16:creationId xmlns:a16="http://schemas.microsoft.com/office/drawing/2014/main" id="{27208D28-E603-4266-B5D5-6B5FF0FEA3BB}"/>
              </a:ext>
            </a:extLst>
          </p:cNvPr>
          <p:cNvSpPr>
            <a:spLocks noChangeShapeType="1"/>
          </p:cNvSpPr>
          <p:nvPr/>
        </p:nvSpPr>
        <p:spPr bwMode="auto">
          <a:xfrm>
            <a:off x="3479972" y="4797425"/>
            <a:ext cx="0" cy="1563688"/>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1" name="Line 84">
            <a:extLst>
              <a:ext uri="{FF2B5EF4-FFF2-40B4-BE49-F238E27FC236}">
                <a16:creationId xmlns:a16="http://schemas.microsoft.com/office/drawing/2014/main" id="{1A691E0E-34B7-43C0-87AF-C37877F1CC68}"/>
              </a:ext>
            </a:extLst>
          </p:cNvPr>
          <p:cNvSpPr>
            <a:spLocks noChangeShapeType="1"/>
          </p:cNvSpPr>
          <p:nvPr/>
        </p:nvSpPr>
        <p:spPr bwMode="auto">
          <a:xfrm>
            <a:off x="7007397" y="4797425"/>
            <a:ext cx="0" cy="1563688"/>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2" name="Line 85">
            <a:extLst>
              <a:ext uri="{FF2B5EF4-FFF2-40B4-BE49-F238E27FC236}">
                <a16:creationId xmlns:a16="http://schemas.microsoft.com/office/drawing/2014/main" id="{71C2C8F1-42A1-40A6-8909-3E6942ECD564}"/>
              </a:ext>
            </a:extLst>
          </p:cNvPr>
          <p:cNvSpPr>
            <a:spLocks noChangeShapeType="1"/>
          </p:cNvSpPr>
          <p:nvPr/>
        </p:nvSpPr>
        <p:spPr bwMode="auto">
          <a:xfrm>
            <a:off x="7944022" y="4797425"/>
            <a:ext cx="0" cy="1563688"/>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3" name="Line 86">
            <a:extLst>
              <a:ext uri="{FF2B5EF4-FFF2-40B4-BE49-F238E27FC236}">
                <a16:creationId xmlns:a16="http://schemas.microsoft.com/office/drawing/2014/main" id="{33D2A142-FFB8-4B65-9A86-E2CE79645D82}"/>
              </a:ext>
            </a:extLst>
          </p:cNvPr>
          <p:cNvSpPr>
            <a:spLocks noChangeShapeType="1"/>
          </p:cNvSpPr>
          <p:nvPr/>
        </p:nvSpPr>
        <p:spPr bwMode="auto">
          <a:xfrm>
            <a:off x="3983209" y="3860800"/>
            <a:ext cx="0" cy="2500313"/>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4" name="Line 88">
            <a:extLst>
              <a:ext uri="{FF2B5EF4-FFF2-40B4-BE49-F238E27FC236}">
                <a16:creationId xmlns:a16="http://schemas.microsoft.com/office/drawing/2014/main" id="{95EFD693-6554-4EDD-A1E2-BEAF1E065FD6}"/>
              </a:ext>
            </a:extLst>
          </p:cNvPr>
          <p:cNvSpPr>
            <a:spLocks noChangeShapeType="1"/>
          </p:cNvSpPr>
          <p:nvPr/>
        </p:nvSpPr>
        <p:spPr bwMode="auto">
          <a:xfrm>
            <a:off x="4919834" y="3860800"/>
            <a:ext cx="0" cy="2500313"/>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5" name="Line 89">
            <a:extLst>
              <a:ext uri="{FF2B5EF4-FFF2-40B4-BE49-F238E27FC236}">
                <a16:creationId xmlns:a16="http://schemas.microsoft.com/office/drawing/2014/main" id="{DA4B70E6-F7A4-4E87-A1B7-4E616B6A0FA4}"/>
              </a:ext>
            </a:extLst>
          </p:cNvPr>
          <p:cNvSpPr>
            <a:spLocks noChangeShapeType="1"/>
          </p:cNvSpPr>
          <p:nvPr/>
        </p:nvSpPr>
        <p:spPr bwMode="auto">
          <a:xfrm>
            <a:off x="5496097" y="3860800"/>
            <a:ext cx="0" cy="2500313"/>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6" name="Line 90">
            <a:extLst>
              <a:ext uri="{FF2B5EF4-FFF2-40B4-BE49-F238E27FC236}">
                <a16:creationId xmlns:a16="http://schemas.microsoft.com/office/drawing/2014/main" id="{ECC78462-1C0B-499F-A9D2-45F6FFAB77B1}"/>
              </a:ext>
            </a:extLst>
          </p:cNvPr>
          <p:cNvSpPr>
            <a:spLocks noChangeShapeType="1"/>
          </p:cNvSpPr>
          <p:nvPr/>
        </p:nvSpPr>
        <p:spPr bwMode="auto">
          <a:xfrm>
            <a:off x="6431134" y="3860800"/>
            <a:ext cx="0" cy="2500313"/>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7" name="Line 91">
            <a:extLst>
              <a:ext uri="{FF2B5EF4-FFF2-40B4-BE49-F238E27FC236}">
                <a16:creationId xmlns:a16="http://schemas.microsoft.com/office/drawing/2014/main" id="{49C4842C-68B7-4C68-86BC-5A120238E466}"/>
              </a:ext>
            </a:extLst>
          </p:cNvPr>
          <p:cNvSpPr>
            <a:spLocks noChangeShapeType="1"/>
          </p:cNvSpPr>
          <p:nvPr/>
        </p:nvSpPr>
        <p:spPr bwMode="auto">
          <a:xfrm>
            <a:off x="1895647" y="6362700"/>
            <a:ext cx="647700"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8" name="Line 92">
            <a:extLst>
              <a:ext uri="{FF2B5EF4-FFF2-40B4-BE49-F238E27FC236}">
                <a16:creationId xmlns:a16="http://schemas.microsoft.com/office/drawing/2014/main" id="{4D8AD6A3-875B-4FB8-8AB6-75EF03982F48}"/>
              </a:ext>
            </a:extLst>
          </p:cNvPr>
          <p:cNvSpPr>
            <a:spLocks noChangeShapeType="1"/>
          </p:cNvSpPr>
          <p:nvPr/>
        </p:nvSpPr>
        <p:spPr bwMode="auto">
          <a:xfrm>
            <a:off x="3470447" y="6372225"/>
            <a:ext cx="503237"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69" name="Line 93">
            <a:extLst>
              <a:ext uri="{FF2B5EF4-FFF2-40B4-BE49-F238E27FC236}">
                <a16:creationId xmlns:a16="http://schemas.microsoft.com/office/drawing/2014/main" id="{78AB0C8B-110E-4496-8053-FC85690C1871}"/>
              </a:ext>
            </a:extLst>
          </p:cNvPr>
          <p:cNvSpPr>
            <a:spLocks noChangeShapeType="1"/>
          </p:cNvSpPr>
          <p:nvPr/>
        </p:nvSpPr>
        <p:spPr bwMode="auto">
          <a:xfrm>
            <a:off x="4919834" y="6381750"/>
            <a:ext cx="576263"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70" name="Line 94">
            <a:extLst>
              <a:ext uri="{FF2B5EF4-FFF2-40B4-BE49-F238E27FC236}">
                <a16:creationId xmlns:a16="http://schemas.microsoft.com/office/drawing/2014/main" id="{91E33AC0-C917-45DF-8D58-26D15C386BD8}"/>
              </a:ext>
            </a:extLst>
          </p:cNvPr>
          <p:cNvSpPr>
            <a:spLocks noChangeShapeType="1"/>
          </p:cNvSpPr>
          <p:nvPr/>
        </p:nvSpPr>
        <p:spPr bwMode="auto">
          <a:xfrm>
            <a:off x="6431134" y="6381750"/>
            <a:ext cx="576263"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71" name="Line 95">
            <a:extLst>
              <a:ext uri="{FF2B5EF4-FFF2-40B4-BE49-F238E27FC236}">
                <a16:creationId xmlns:a16="http://schemas.microsoft.com/office/drawing/2014/main" id="{164E1332-7782-4BDE-8689-F1EC3C34B927}"/>
              </a:ext>
            </a:extLst>
          </p:cNvPr>
          <p:cNvSpPr>
            <a:spLocks noChangeShapeType="1"/>
          </p:cNvSpPr>
          <p:nvPr/>
        </p:nvSpPr>
        <p:spPr bwMode="auto">
          <a:xfrm>
            <a:off x="7953547" y="6362700"/>
            <a:ext cx="647700"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72" name="Line 96">
            <a:extLst>
              <a:ext uri="{FF2B5EF4-FFF2-40B4-BE49-F238E27FC236}">
                <a16:creationId xmlns:a16="http://schemas.microsoft.com/office/drawing/2014/main" id="{3626412F-725B-420E-A893-7215156E6A00}"/>
              </a:ext>
            </a:extLst>
          </p:cNvPr>
          <p:cNvSpPr>
            <a:spLocks noChangeShapeType="1"/>
          </p:cNvSpPr>
          <p:nvPr/>
        </p:nvSpPr>
        <p:spPr bwMode="auto">
          <a:xfrm>
            <a:off x="2578272" y="4797425"/>
            <a:ext cx="863600"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73" name="Line 97">
            <a:extLst>
              <a:ext uri="{FF2B5EF4-FFF2-40B4-BE49-F238E27FC236}">
                <a16:creationId xmlns:a16="http://schemas.microsoft.com/office/drawing/2014/main" id="{8134B47D-7723-446B-85DC-C1C75BF2DEB6}"/>
              </a:ext>
            </a:extLst>
          </p:cNvPr>
          <p:cNvSpPr>
            <a:spLocks noChangeShapeType="1"/>
          </p:cNvSpPr>
          <p:nvPr/>
        </p:nvSpPr>
        <p:spPr bwMode="auto">
          <a:xfrm>
            <a:off x="3975272" y="3856038"/>
            <a:ext cx="935037"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74" name="Line 98">
            <a:extLst>
              <a:ext uri="{FF2B5EF4-FFF2-40B4-BE49-F238E27FC236}">
                <a16:creationId xmlns:a16="http://schemas.microsoft.com/office/drawing/2014/main" id="{D0E619FF-6CBC-4F9F-B9D9-C26279E87B16}"/>
              </a:ext>
            </a:extLst>
          </p:cNvPr>
          <p:cNvSpPr>
            <a:spLocks noChangeShapeType="1"/>
          </p:cNvSpPr>
          <p:nvPr/>
        </p:nvSpPr>
        <p:spPr bwMode="auto">
          <a:xfrm>
            <a:off x="5529434" y="3817938"/>
            <a:ext cx="863600" cy="0"/>
          </a:xfrm>
          <a:prstGeom prst="line">
            <a:avLst/>
          </a:prstGeom>
          <a:noFill/>
          <a:ln w="28575">
            <a:solidFill>
              <a:srgbClr val="FF0000"/>
            </a:solidFill>
            <a:prstDash val="dash"/>
            <a:round/>
            <a:headEnd/>
            <a:tailEnd/>
          </a:ln>
        </p:spPr>
        <p:txBody>
          <a:bodyPr wrap="none" anchor="ctr" anchorCtr="1"/>
          <a:lstStyle/>
          <a:p>
            <a:endParaRPr lang="zh-CN" altLang="en-US"/>
          </a:p>
        </p:txBody>
      </p:sp>
      <p:sp>
        <p:nvSpPr>
          <p:cNvPr id="75" name="Line 99">
            <a:extLst>
              <a:ext uri="{FF2B5EF4-FFF2-40B4-BE49-F238E27FC236}">
                <a16:creationId xmlns:a16="http://schemas.microsoft.com/office/drawing/2014/main" id="{FEF4A4ED-A2DB-484A-B057-47FEA733935D}"/>
              </a:ext>
            </a:extLst>
          </p:cNvPr>
          <p:cNvSpPr>
            <a:spLocks noChangeShapeType="1"/>
          </p:cNvSpPr>
          <p:nvPr/>
        </p:nvSpPr>
        <p:spPr bwMode="auto">
          <a:xfrm>
            <a:off x="7080422" y="4797425"/>
            <a:ext cx="863600" cy="0"/>
          </a:xfrm>
          <a:prstGeom prst="line">
            <a:avLst/>
          </a:prstGeom>
          <a:noFill/>
          <a:ln w="28575">
            <a:solidFill>
              <a:srgbClr val="FF0000"/>
            </a:solidFill>
            <a:prstDash val="dash"/>
            <a:round/>
            <a:headEnd/>
            <a:tailEnd/>
          </a:ln>
        </p:spPr>
        <p:txBody>
          <a:bodyPr wrap="none" anchor="ctr" anchorCtr="1"/>
          <a:lstStyle/>
          <a:p>
            <a:endParaRPr lang="zh-CN" altLang="en-US"/>
          </a:p>
        </p:txBody>
      </p:sp>
    </p:spTree>
    <p:extLst>
      <p:ext uri="{BB962C8B-B14F-4D97-AF65-F5344CB8AC3E}">
        <p14:creationId xmlns:p14="http://schemas.microsoft.com/office/powerpoint/2010/main" val="4106546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694080" y="753034"/>
            <a:ext cx="10261080" cy="58724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4400" b="1" spc="-1" dirty="0">
              <a:solidFill>
                <a:srgbClr val="4472C4"/>
              </a:solidFill>
              <a:latin typeface="微软雅黑"/>
              <a:ea typeface="微软雅黑"/>
              <a:cs typeface="+mj-cs"/>
            </a:endParaRPr>
          </a:p>
        </p:txBody>
      </p:sp>
      <p:pic>
        <p:nvPicPr>
          <p:cNvPr id="238" name="图片 237"/>
          <p:cNvPicPr/>
          <p:nvPr/>
        </p:nvPicPr>
        <p:blipFill>
          <a:blip r:embed="rId3"/>
          <a:stretch/>
        </p:blipFill>
        <p:spPr>
          <a:xfrm>
            <a:off x="360" y="0"/>
            <a:ext cx="203040" cy="152280"/>
          </a:xfrm>
          <a:prstGeom prst="rect">
            <a:avLst/>
          </a:prstGeom>
          <a:ln>
            <a:noFill/>
          </a:ln>
        </p:spPr>
      </p:pic>
      <p:sp>
        <p:nvSpPr>
          <p:cNvPr id="2" name="文本框 1">
            <a:extLst>
              <a:ext uri="{FF2B5EF4-FFF2-40B4-BE49-F238E27FC236}">
                <a16:creationId xmlns:a16="http://schemas.microsoft.com/office/drawing/2014/main" id="{34B18D5B-7D90-4FE2-B21C-0484B2517CD4}"/>
              </a:ext>
            </a:extLst>
          </p:cNvPr>
          <p:cNvSpPr txBox="1"/>
          <p:nvPr/>
        </p:nvSpPr>
        <p:spPr>
          <a:xfrm>
            <a:off x="2847583" y="1190702"/>
            <a:ext cx="7917628" cy="8740854"/>
          </a:xfrm>
          <a:prstGeom prst="rect">
            <a:avLst/>
          </a:prstGeom>
          <a:noFill/>
        </p:spPr>
        <p:txBody>
          <a:bodyPr wrap="square" rtlCol="0">
            <a:spAutoFit/>
          </a:bodyPr>
          <a:lstStyle/>
          <a:p>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r>
              <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rPr>
              <a:t>1.</a:t>
            </a:r>
            <a:r>
              <a:rPr lang="zh-CN" altLang="en-US" sz="3200" dirty="0"/>
              <a:t>以太网</a:t>
            </a:r>
            <a:endParaRPr lang="en-US" altLang="zh-CN" sz="3200" dirty="0"/>
          </a:p>
          <a:p>
            <a:endParaRPr lang="zh-CN" altLang="en-US" sz="3200" dirty="0"/>
          </a:p>
          <a:p>
            <a:r>
              <a:rPr lang="en-US" altLang="zh-CN" sz="3200" dirty="0"/>
              <a:t>2.</a:t>
            </a:r>
            <a:r>
              <a:rPr lang="zh-CN" altLang="en-US" sz="3200" dirty="0"/>
              <a:t>以太网</a:t>
            </a:r>
            <a:r>
              <a:rPr lang="en-US" altLang="zh-CN" sz="3200" dirty="0"/>
              <a:t>MAC</a:t>
            </a:r>
            <a:r>
              <a:rPr lang="zh-CN" altLang="en-US" sz="3200" dirty="0"/>
              <a:t>地址</a:t>
            </a:r>
            <a:endParaRPr lang="en-US" altLang="zh-CN" sz="3200" dirty="0"/>
          </a:p>
          <a:p>
            <a:endParaRPr lang="zh-CN" altLang="en-US" sz="3200" dirty="0"/>
          </a:p>
          <a:p>
            <a:r>
              <a:rPr lang="en-US" altLang="zh-CN" sz="3200" dirty="0"/>
              <a:t>3.</a:t>
            </a:r>
            <a:r>
              <a:rPr lang="zh-CN" altLang="en-US" sz="3200" dirty="0"/>
              <a:t>以太网帧格式</a:t>
            </a:r>
            <a:endParaRPr lang="en-US" altLang="zh-CN" sz="3200" dirty="0"/>
          </a:p>
          <a:p>
            <a:endParaRPr lang="zh-CN" altLang="en-US" sz="3200" dirty="0"/>
          </a:p>
          <a:p>
            <a:r>
              <a:rPr lang="en-US" altLang="zh-CN" sz="3200" dirty="0"/>
              <a:t>4.</a:t>
            </a:r>
            <a:r>
              <a:rPr lang="zh-CN" altLang="en-US" sz="3200" dirty="0"/>
              <a:t>交换机的工作原理</a:t>
            </a:r>
            <a:endParaRPr lang="en-US" altLang="zh-CN" sz="3200" dirty="0"/>
          </a:p>
          <a:p>
            <a:endParaRPr lang="zh-CN" altLang="zh-CN" sz="3200" dirty="0"/>
          </a:p>
          <a:p>
            <a:r>
              <a:rPr lang="en-US" altLang="zh-CN" sz="3200" dirty="0"/>
              <a:t>5.</a:t>
            </a:r>
            <a:r>
              <a:rPr lang="zh-CN" altLang="en-US" sz="3200" dirty="0"/>
              <a:t>交换机以太网接口的工作模式</a:t>
            </a:r>
          </a:p>
          <a:p>
            <a:br>
              <a:rPr lang="en-US" altLang="zh-CN" sz="3200" dirty="0"/>
            </a:br>
            <a:r>
              <a:rPr lang="en-US" altLang="zh-CN" sz="3200" dirty="0"/>
              <a:t> </a:t>
            </a:r>
          </a:p>
          <a:p>
            <a:endParaRPr lang="zh-CN" altLang="en-US" sz="3200" dirty="0"/>
          </a:p>
          <a:p>
            <a:endParaRPr lang="zh-CN" altLang="zh-CN" sz="3200" dirty="0"/>
          </a:p>
          <a:p>
            <a:endParaRPr lang="zh-CN" altLang="zh-CN" sz="3200" dirty="0"/>
          </a:p>
          <a:p>
            <a:br>
              <a:rPr lang="en-US" altLang="zh-CN" sz="3200" dirty="0"/>
            </a:br>
            <a:endParaRPr lang="zh-CN" altLang="en-US" sz="3200" dirty="0"/>
          </a:p>
          <a:p>
            <a:endParaRPr lang="zh-CN" altLang="en-US" dirty="0"/>
          </a:p>
        </p:txBody>
      </p:sp>
      <p:sp>
        <p:nvSpPr>
          <p:cNvPr id="6" name="文本框 5">
            <a:extLst>
              <a:ext uri="{FF2B5EF4-FFF2-40B4-BE49-F238E27FC236}">
                <a16:creationId xmlns:a16="http://schemas.microsoft.com/office/drawing/2014/main" id="{EA272EB8-85A6-47FB-A13F-91D417A2CF4F}"/>
              </a:ext>
            </a:extLst>
          </p:cNvPr>
          <p:cNvSpPr txBox="1"/>
          <p:nvPr/>
        </p:nvSpPr>
        <p:spPr>
          <a:xfrm>
            <a:off x="101880" y="568368"/>
            <a:ext cx="6097604" cy="769441"/>
          </a:xfrm>
          <a:prstGeom prst="rect">
            <a:avLst/>
          </a:prstGeom>
          <a:noFill/>
        </p:spPr>
        <p:txBody>
          <a:bodyPr wrap="square">
            <a:spAutoFit/>
          </a:bodyPr>
          <a:lstStyle/>
          <a:p>
            <a:r>
              <a:rPr lang="zh-CN" altLang="en-US" sz="4400" dirty="0"/>
              <a:t>交换机工作原理</a:t>
            </a:r>
            <a:endParaRPr lang="en-US" altLang="zh-CN" sz="4400" dirty="0"/>
          </a:p>
        </p:txBody>
      </p:sp>
    </p:spTree>
    <p:extLst>
      <p:ext uri="{BB962C8B-B14F-4D97-AF65-F5344CB8AC3E}">
        <p14:creationId xmlns:p14="http://schemas.microsoft.com/office/powerpoint/2010/main" val="203713267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F54A696-F555-42B5-95C5-EB16B0BC2EEA}"/>
              </a:ext>
            </a:extLst>
          </p:cNvPr>
          <p:cNvSpPr txBox="1">
            <a:spLocks noChangeArrowheads="1"/>
          </p:cNvSpPr>
          <p:nvPr/>
        </p:nvSpPr>
        <p:spPr>
          <a:xfrm>
            <a:off x="137639" y="698968"/>
            <a:ext cx="7391400" cy="56356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以太网</a:t>
            </a:r>
          </a:p>
        </p:txBody>
      </p:sp>
      <p:sp>
        <p:nvSpPr>
          <p:cNvPr id="5" name="Rectangle 3">
            <a:extLst>
              <a:ext uri="{FF2B5EF4-FFF2-40B4-BE49-F238E27FC236}">
                <a16:creationId xmlns:a16="http://schemas.microsoft.com/office/drawing/2014/main" id="{9ED2BE1C-EE01-4992-9E65-CBA9C5175360}"/>
              </a:ext>
            </a:extLst>
          </p:cNvPr>
          <p:cNvSpPr txBox="1">
            <a:spLocks noChangeArrowheads="1"/>
          </p:cNvSpPr>
          <p:nvPr/>
        </p:nvSpPr>
        <p:spPr>
          <a:xfrm>
            <a:off x="1388589" y="1528016"/>
            <a:ext cx="8501062" cy="571500"/>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zh-CN" altLang="en-US" dirty="0"/>
              <a:t>以太网工作在数据链路层</a:t>
            </a:r>
          </a:p>
        </p:txBody>
      </p:sp>
      <p:sp>
        <p:nvSpPr>
          <p:cNvPr id="6" name="Rectangle 4">
            <a:extLst>
              <a:ext uri="{FF2B5EF4-FFF2-40B4-BE49-F238E27FC236}">
                <a16:creationId xmlns:a16="http://schemas.microsoft.com/office/drawing/2014/main" id="{CD1FD0D3-C1C8-401B-9206-281272DEFA14}"/>
              </a:ext>
            </a:extLst>
          </p:cNvPr>
          <p:cNvSpPr>
            <a:spLocks noChangeArrowheads="1"/>
          </p:cNvSpPr>
          <p:nvPr/>
        </p:nvSpPr>
        <p:spPr bwMode="auto">
          <a:xfrm>
            <a:off x="2255364" y="4561729"/>
            <a:ext cx="1582737" cy="28733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p>
            <a:pPr algn="ctr"/>
            <a:r>
              <a:rPr lang="zh-CN" altLang="en-US" b="1">
                <a:solidFill>
                  <a:schemeClr val="bg1"/>
                </a:solidFill>
                <a:latin typeface="楷体_GB2312" pitchFamily="49" charset="-122"/>
                <a:ea typeface="楷体_GB2312" pitchFamily="49" charset="-122"/>
              </a:rPr>
              <a:t>物理层</a:t>
            </a:r>
          </a:p>
        </p:txBody>
      </p:sp>
      <p:sp>
        <p:nvSpPr>
          <p:cNvPr id="7" name="Rectangle 5">
            <a:extLst>
              <a:ext uri="{FF2B5EF4-FFF2-40B4-BE49-F238E27FC236}">
                <a16:creationId xmlns:a16="http://schemas.microsoft.com/office/drawing/2014/main" id="{5F4C8984-1F2A-4928-810A-E7757519C023}"/>
              </a:ext>
            </a:extLst>
          </p:cNvPr>
          <p:cNvSpPr>
            <a:spLocks noChangeArrowheads="1"/>
          </p:cNvSpPr>
          <p:nvPr/>
        </p:nvSpPr>
        <p:spPr bwMode="auto">
          <a:xfrm>
            <a:off x="5784376" y="4561729"/>
            <a:ext cx="1582738" cy="28733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p>
            <a:pPr algn="ctr"/>
            <a:r>
              <a:rPr lang="zh-CN" altLang="en-US" b="1">
                <a:solidFill>
                  <a:schemeClr val="bg1"/>
                </a:solidFill>
                <a:latin typeface="楷体_GB2312" pitchFamily="49" charset="-122"/>
                <a:ea typeface="楷体_GB2312" pitchFamily="49" charset="-122"/>
              </a:rPr>
              <a:t>物理层</a:t>
            </a:r>
          </a:p>
        </p:txBody>
      </p:sp>
      <p:sp>
        <p:nvSpPr>
          <p:cNvPr id="8" name="Rectangle 6">
            <a:extLst>
              <a:ext uri="{FF2B5EF4-FFF2-40B4-BE49-F238E27FC236}">
                <a16:creationId xmlns:a16="http://schemas.microsoft.com/office/drawing/2014/main" id="{DC8C11C4-E85F-4B1F-9F39-57197A0DC494}"/>
              </a:ext>
            </a:extLst>
          </p:cNvPr>
          <p:cNvSpPr>
            <a:spLocks noChangeArrowheads="1"/>
          </p:cNvSpPr>
          <p:nvPr/>
        </p:nvSpPr>
        <p:spPr bwMode="auto">
          <a:xfrm>
            <a:off x="2255364" y="3912441"/>
            <a:ext cx="1582737" cy="287338"/>
          </a:xfrm>
          <a:prstGeom prst="rect">
            <a:avLst/>
          </a:prstGeom>
          <a:solidFill>
            <a:srgbClr val="FF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6600"/>
            </a:extrusionClr>
          </a:sp3d>
        </p:spPr>
        <p:txBody>
          <a:bodyPr wrap="none" anchor="ctr">
            <a:flatTx/>
          </a:bodyPr>
          <a:lstStyle/>
          <a:p>
            <a:pPr algn="ctr"/>
            <a:r>
              <a:rPr lang="zh-CN" altLang="en-US" b="1">
                <a:solidFill>
                  <a:schemeClr val="bg1"/>
                </a:solidFill>
                <a:latin typeface="楷体_GB2312" pitchFamily="49" charset="-122"/>
                <a:ea typeface="楷体_GB2312" pitchFamily="49" charset="-122"/>
              </a:rPr>
              <a:t>数据链路层</a:t>
            </a:r>
          </a:p>
        </p:txBody>
      </p:sp>
      <p:sp>
        <p:nvSpPr>
          <p:cNvPr id="9" name="Rectangle 7">
            <a:extLst>
              <a:ext uri="{FF2B5EF4-FFF2-40B4-BE49-F238E27FC236}">
                <a16:creationId xmlns:a16="http://schemas.microsoft.com/office/drawing/2014/main" id="{DD8CC99F-0387-4750-8E06-D4246BE3575F}"/>
              </a:ext>
            </a:extLst>
          </p:cNvPr>
          <p:cNvSpPr>
            <a:spLocks noChangeArrowheads="1"/>
          </p:cNvSpPr>
          <p:nvPr/>
        </p:nvSpPr>
        <p:spPr bwMode="auto">
          <a:xfrm>
            <a:off x="5784376" y="3914029"/>
            <a:ext cx="1582738" cy="287337"/>
          </a:xfrm>
          <a:prstGeom prst="rect">
            <a:avLst/>
          </a:prstGeom>
          <a:solidFill>
            <a:srgbClr val="FF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6600"/>
            </a:extrusionClr>
          </a:sp3d>
        </p:spPr>
        <p:txBody>
          <a:bodyPr wrap="none" anchor="ctr">
            <a:flatTx/>
          </a:bodyPr>
          <a:lstStyle/>
          <a:p>
            <a:pPr algn="ctr"/>
            <a:r>
              <a:rPr lang="zh-CN" altLang="en-US" b="1">
                <a:solidFill>
                  <a:schemeClr val="bg1"/>
                </a:solidFill>
                <a:latin typeface="楷体_GB2312" pitchFamily="49" charset="-122"/>
                <a:ea typeface="楷体_GB2312" pitchFamily="49" charset="-122"/>
              </a:rPr>
              <a:t>数据链路层</a:t>
            </a:r>
          </a:p>
        </p:txBody>
      </p:sp>
      <p:sp>
        <p:nvSpPr>
          <p:cNvPr id="10" name="Rectangle 8">
            <a:extLst>
              <a:ext uri="{FF2B5EF4-FFF2-40B4-BE49-F238E27FC236}">
                <a16:creationId xmlns:a16="http://schemas.microsoft.com/office/drawing/2014/main" id="{60BB3D5A-1DB3-4D16-AC8F-6FE22A58D059}"/>
              </a:ext>
            </a:extLst>
          </p:cNvPr>
          <p:cNvSpPr>
            <a:spLocks noChangeArrowheads="1"/>
          </p:cNvSpPr>
          <p:nvPr/>
        </p:nvSpPr>
        <p:spPr bwMode="auto">
          <a:xfrm>
            <a:off x="2255364" y="3264741"/>
            <a:ext cx="1582737" cy="287338"/>
          </a:xfrm>
          <a:prstGeom prst="rect">
            <a:avLst/>
          </a:prstGeom>
          <a:solidFill>
            <a:srgbClr val="66FF33"/>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FF33"/>
            </a:extrusionClr>
          </a:sp3d>
        </p:spPr>
        <p:txBody>
          <a:bodyPr wrap="none" anchor="ctr">
            <a:flatTx/>
          </a:bodyPr>
          <a:lstStyle/>
          <a:p>
            <a:pPr algn="ctr"/>
            <a:r>
              <a:rPr lang="zh-CN" altLang="en-US" b="1">
                <a:solidFill>
                  <a:schemeClr val="bg1"/>
                </a:solidFill>
                <a:latin typeface="楷体_GB2312" pitchFamily="49" charset="-122"/>
                <a:ea typeface="楷体_GB2312" pitchFamily="49" charset="-122"/>
              </a:rPr>
              <a:t>网络层</a:t>
            </a:r>
          </a:p>
        </p:txBody>
      </p:sp>
      <p:sp>
        <p:nvSpPr>
          <p:cNvPr id="11" name="Rectangle 9">
            <a:extLst>
              <a:ext uri="{FF2B5EF4-FFF2-40B4-BE49-F238E27FC236}">
                <a16:creationId xmlns:a16="http://schemas.microsoft.com/office/drawing/2014/main" id="{035117AB-9E91-43FD-992B-2DD695A830E1}"/>
              </a:ext>
            </a:extLst>
          </p:cNvPr>
          <p:cNvSpPr>
            <a:spLocks noChangeArrowheads="1"/>
          </p:cNvSpPr>
          <p:nvPr/>
        </p:nvSpPr>
        <p:spPr bwMode="auto">
          <a:xfrm>
            <a:off x="5784376" y="3264741"/>
            <a:ext cx="1582738" cy="287338"/>
          </a:xfrm>
          <a:prstGeom prst="rect">
            <a:avLst/>
          </a:prstGeom>
          <a:solidFill>
            <a:srgbClr val="66FF33"/>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FF33"/>
            </a:extrusionClr>
          </a:sp3d>
        </p:spPr>
        <p:txBody>
          <a:bodyPr wrap="none" anchor="ctr">
            <a:flatTx/>
          </a:bodyPr>
          <a:lstStyle/>
          <a:p>
            <a:pPr algn="ctr"/>
            <a:r>
              <a:rPr lang="zh-CN" altLang="en-US" b="1">
                <a:solidFill>
                  <a:schemeClr val="bg1"/>
                </a:solidFill>
                <a:latin typeface="楷体_GB2312" pitchFamily="49" charset="-122"/>
                <a:ea typeface="楷体_GB2312" pitchFamily="49" charset="-122"/>
              </a:rPr>
              <a:t>网络层</a:t>
            </a:r>
          </a:p>
        </p:txBody>
      </p:sp>
      <p:sp>
        <p:nvSpPr>
          <p:cNvPr id="12" name="Line 10">
            <a:extLst>
              <a:ext uri="{FF2B5EF4-FFF2-40B4-BE49-F238E27FC236}">
                <a16:creationId xmlns:a16="http://schemas.microsoft.com/office/drawing/2014/main" id="{E32EF7A0-F1F6-48D3-A444-648054908DDF}"/>
              </a:ext>
            </a:extLst>
          </p:cNvPr>
          <p:cNvSpPr>
            <a:spLocks noChangeShapeType="1"/>
          </p:cNvSpPr>
          <p:nvPr/>
        </p:nvSpPr>
        <p:spPr bwMode="auto">
          <a:xfrm>
            <a:off x="4055589" y="4633166"/>
            <a:ext cx="1655762" cy="0"/>
          </a:xfrm>
          <a:prstGeom prst="line">
            <a:avLst/>
          </a:prstGeom>
          <a:noFill/>
          <a:ln w="28575">
            <a:solidFill>
              <a:schemeClr val="tx1"/>
            </a:solidFill>
            <a:round/>
            <a:headEnd type="triangle" w="med" len="med"/>
            <a:tailEnd type="triangle" w="med" len="med"/>
          </a:ln>
        </p:spPr>
        <p:txBody>
          <a:bodyPr anchor="b"/>
          <a:lstStyle/>
          <a:p>
            <a:endParaRPr lang="zh-CN" altLang="en-US"/>
          </a:p>
        </p:txBody>
      </p:sp>
      <p:sp>
        <p:nvSpPr>
          <p:cNvPr id="13" name="Line 11">
            <a:extLst>
              <a:ext uri="{FF2B5EF4-FFF2-40B4-BE49-F238E27FC236}">
                <a16:creationId xmlns:a16="http://schemas.microsoft.com/office/drawing/2014/main" id="{AC3B4056-281C-4677-88AD-17BB386BB39C}"/>
              </a:ext>
            </a:extLst>
          </p:cNvPr>
          <p:cNvSpPr>
            <a:spLocks noChangeShapeType="1"/>
          </p:cNvSpPr>
          <p:nvPr/>
        </p:nvSpPr>
        <p:spPr bwMode="auto">
          <a:xfrm>
            <a:off x="4055589" y="3985466"/>
            <a:ext cx="1655762" cy="0"/>
          </a:xfrm>
          <a:prstGeom prst="line">
            <a:avLst/>
          </a:prstGeom>
          <a:noFill/>
          <a:ln w="28575">
            <a:solidFill>
              <a:schemeClr val="tx1"/>
            </a:solidFill>
            <a:prstDash val="dash"/>
            <a:round/>
            <a:headEnd type="triangle" w="med" len="med"/>
            <a:tailEnd type="triangle" w="med" len="med"/>
          </a:ln>
        </p:spPr>
        <p:txBody>
          <a:bodyPr anchor="b"/>
          <a:lstStyle/>
          <a:p>
            <a:endParaRPr lang="zh-CN" altLang="en-US"/>
          </a:p>
        </p:txBody>
      </p:sp>
      <p:sp>
        <p:nvSpPr>
          <p:cNvPr id="14" name="Line 12">
            <a:extLst>
              <a:ext uri="{FF2B5EF4-FFF2-40B4-BE49-F238E27FC236}">
                <a16:creationId xmlns:a16="http://schemas.microsoft.com/office/drawing/2014/main" id="{EAF49075-E83E-4BF8-BCD5-7E2945BD562D}"/>
              </a:ext>
            </a:extLst>
          </p:cNvPr>
          <p:cNvSpPr>
            <a:spLocks noChangeShapeType="1"/>
          </p:cNvSpPr>
          <p:nvPr/>
        </p:nvSpPr>
        <p:spPr bwMode="auto">
          <a:xfrm>
            <a:off x="4055589" y="3336179"/>
            <a:ext cx="1655762" cy="0"/>
          </a:xfrm>
          <a:prstGeom prst="line">
            <a:avLst/>
          </a:prstGeom>
          <a:noFill/>
          <a:ln w="28575">
            <a:solidFill>
              <a:schemeClr val="tx1"/>
            </a:solidFill>
            <a:prstDash val="dash"/>
            <a:round/>
            <a:headEnd type="triangle" w="med" len="med"/>
            <a:tailEnd type="triangle" w="med" len="med"/>
          </a:ln>
        </p:spPr>
        <p:txBody>
          <a:bodyPr anchor="b"/>
          <a:lstStyle/>
          <a:p>
            <a:endParaRPr lang="zh-CN" altLang="en-US"/>
          </a:p>
        </p:txBody>
      </p:sp>
      <p:sp>
        <p:nvSpPr>
          <p:cNvPr id="15" name="Line 13">
            <a:extLst>
              <a:ext uri="{FF2B5EF4-FFF2-40B4-BE49-F238E27FC236}">
                <a16:creationId xmlns:a16="http://schemas.microsoft.com/office/drawing/2014/main" id="{7ABC28E3-2D61-45D7-BB6B-F8880820D2A5}"/>
              </a:ext>
            </a:extLst>
          </p:cNvPr>
          <p:cNvSpPr>
            <a:spLocks noChangeShapeType="1"/>
          </p:cNvSpPr>
          <p:nvPr/>
        </p:nvSpPr>
        <p:spPr bwMode="auto">
          <a:xfrm>
            <a:off x="3047526" y="4201366"/>
            <a:ext cx="0" cy="214313"/>
          </a:xfrm>
          <a:prstGeom prst="line">
            <a:avLst/>
          </a:prstGeom>
          <a:noFill/>
          <a:ln w="28575">
            <a:solidFill>
              <a:schemeClr val="tx1"/>
            </a:solidFill>
            <a:round/>
            <a:headEnd type="triangle" w="med" len="med"/>
            <a:tailEnd type="triangle" w="med" len="med"/>
          </a:ln>
        </p:spPr>
        <p:txBody>
          <a:bodyPr anchor="b"/>
          <a:lstStyle/>
          <a:p>
            <a:endParaRPr lang="zh-CN" altLang="en-US"/>
          </a:p>
        </p:txBody>
      </p:sp>
      <p:sp>
        <p:nvSpPr>
          <p:cNvPr id="16" name="Line 14">
            <a:extLst>
              <a:ext uri="{FF2B5EF4-FFF2-40B4-BE49-F238E27FC236}">
                <a16:creationId xmlns:a16="http://schemas.microsoft.com/office/drawing/2014/main" id="{D150E53B-A53E-4B8B-82B5-593AFA22A4AE}"/>
              </a:ext>
            </a:extLst>
          </p:cNvPr>
          <p:cNvSpPr>
            <a:spLocks noChangeShapeType="1"/>
          </p:cNvSpPr>
          <p:nvPr/>
        </p:nvSpPr>
        <p:spPr bwMode="auto">
          <a:xfrm>
            <a:off x="6574951" y="4201366"/>
            <a:ext cx="0" cy="214313"/>
          </a:xfrm>
          <a:prstGeom prst="line">
            <a:avLst/>
          </a:prstGeom>
          <a:noFill/>
          <a:ln w="28575">
            <a:solidFill>
              <a:schemeClr val="tx1"/>
            </a:solidFill>
            <a:round/>
            <a:headEnd type="triangle" w="med" len="med"/>
            <a:tailEnd type="triangle" w="med" len="med"/>
          </a:ln>
        </p:spPr>
        <p:txBody>
          <a:bodyPr anchor="b"/>
          <a:lstStyle/>
          <a:p>
            <a:endParaRPr lang="zh-CN" altLang="en-US"/>
          </a:p>
        </p:txBody>
      </p:sp>
      <p:sp>
        <p:nvSpPr>
          <p:cNvPr id="17" name="Line 15">
            <a:extLst>
              <a:ext uri="{FF2B5EF4-FFF2-40B4-BE49-F238E27FC236}">
                <a16:creationId xmlns:a16="http://schemas.microsoft.com/office/drawing/2014/main" id="{49E38394-56B2-4C92-8BE2-B3FA6D1781FB}"/>
              </a:ext>
            </a:extLst>
          </p:cNvPr>
          <p:cNvSpPr>
            <a:spLocks noChangeShapeType="1"/>
          </p:cNvSpPr>
          <p:nvPr/>
        </p:nvSpPr>
        <p:spPr bwMode="auto">
          <a:xfrm>
            <a:off x="3047526" y="3552079"/>
            <a:ext cx="0" cy="214312"/>
          </a:xfrm>
          <a:prstGeom prst="line">
            <a:avLst/>
          </a:prstGeom>
          <a:noFill/>
          <a:ln w="28575">
            <a:solidFill>
              <a:schemeClr val="tx1"/>
            </a:solidFill>
            <a:round/>
            <a:headEnd type="triangle" w="med" len="med"/>
            <a:tailEnd type="triangle" w="med" len="med"/>
          </a:ln>
        </p:spPr>
        <p:txBody>
          <a:bodyPr anchor="b"/>
          <a:lstStyle/>
          <a:p>
            <a:endParaRPr lang="zh-CN" altLang="en-US"/>
          </a:p>
        </p:txBody>
      </p:sp>
      <p:sp>
        <p:nvSpPr>
          <p:cNvPr id="18" name="Line 16">
            <a:extLst>
              <a:ext uri="{FF2B5EF4-FFF2-40B4-BE49-F238E27FC236}">
                <a16:creationId xmlns:a16="http://schemas.microsoft.com/office/drawing/2014/main" id="{69E1351D-CC8F-47D3-A24F-8B3361A474E2}"/>
              </a:ext>
            </a:extLst>
          </p:cNvPr>
          <p:cNvSpPr>
            <a:spLocks noChangeShapeType="1"/>
          </p:cNvSpPr>
          <p:nvPr/>
        </p:nvSpPr>
        <p:spPr bwMode="auto">
          <a:xfrm>
            <a:off x="6574951" y="3552079"/>
            <a:ext cx="0" cy="214312"/>
          </a:xfrm>
          <a:prstGeom prst="line">
            <a:avLst/>
          </a:prstGeom>
          <a:noFill/>
          <a:ln w="28575">
            <a:solidFill>
              <a:schemeClr val="tx1"/>
            </a:solidFill>
            <a:round/>
            <a:headEnd type="triangle" w="med" len="med"/>
            <a:tailEnd type="triangle" w="med" len="med"/>
          </a:ln>
        </p:spPr>
        <p:txBody>
          <a:bodyPr anchor="b"/>
          <a:lstStyle/>
          <a:p>
            <a:endParaRPr lang="zh-CN" altLang="en-US"/>
          </a:p>
        </p:txBody>
      </p:sp>
      <p:sp>
        <p:nvSpPr>
          <p:cNvPr id="19" name="Text Box 17">
            <a:extLst>
              <a:ext uri="{FF2B5EF4-FFF2-40B4-BE49-F238E27FC236}">
                <a16:creationId xmlns:a16="http://schemas.microsoft.com/office/drawing/2014/main" id="{C24BCF01-4861-488D-A1C6-BF2C89101AD6}"/>
              </a:ext>
            </a:extLst>
          </p:cNvPr>
          <p:cNvSpPr txBox="1">
            <a:spLocks noChangeArrowheads="1"/>
          </p:cNvSpPr>
          <p:nvPr/>
        </p:nvSpPr>
        <p:spPr bwMode="auto">
          <a:xfrm>
            <a:off x="4236564" y="4272804"/>
            <a:ext cx="1258887" cy="336550"/>
          </a:xfrm>
          <a:prstGeom prst="rect">
            <a:avLst/>
          </a:prstGeom>
          <a:noFill/>
          <a:ln w="9525">
            <a:noFill/>
            <a:miter lim="800000"/>
            <a:headEnd/>
            <a:tailEnd/>
          </a:ln>
        </p:spPr>
        <p:txBody>
          <a:bodyPr anchor="b">
            <a:spAutoFit/>
          </a:bodyPr>
          <a:lstStyle/>
          <a:p>
            <a:pPr>
              <a:spcBef>
                <a:spcPct val="50000"/>
              </a:spcBef>
            </a:pPr>
            <a:r>
              <a:rPr lang="zh-CN" altLang="en-US" sz="1600"/>
              <a:t>物理层协议</a:t>
            </a:r>
          </a:p>
        </p:txBody>
      </p:sp>
      <p:sp>
        <p:nvSpPr>
          <p:cNvPr id="20" name="Text Box 18">
            <a:extLst>
              <a:ext uri="{FF2B5EF4-FFF2-40B4-BE49-F238E27FC236}">
                <a16:creationId xmlns:a16="http://schemas.microsoft.com/office/drawing/2014/main" id="{6B9B6CF1-2079-47FB-BDD8-2529C0328E6B}"/>
              </a:ext>
            </a:extLst>
          </p:cNvPr>
          <p:cNvSpPr txBox="1">
            <a:spLocks noChangeArrowheads="1"/>
          </p:cNvSpPr>
          <p:nvPr/>
        </p:nvSpPr>
        <p:spPr bwMode="auto">
          <a:xfrm>
            <a:off x="4055589" y="3625104"/>
            <a:ext cx="1873250" cy="336550"/>
          </a:xfrm>
          <a:prstGeom prst="rect">
            <a:avLst/>
          </a:prstGeom>
          <a:noFill/>
          <a:ln w="9525">
            <a:noFill/>
            <a:miter lim="800000"/>
            <a:headEnd/>
            <a:tailEnd/>
          </a:ln>
        </p:spPr>
        <p:txBody>
          <a:bodyPr anchor="b">
            <a:spAutoFit/>
          </a:bodyPr>
          <a:lstStyle/>
          <a:p>
            <a:pPr>
              <a:spcBef>
                <a:spcPct val="50000"/>
              </a:spcBef>
            </a:pPr>
            <a:r>
              <a:rPr lang="zh-CN" altLang="en-US" sz="1600"/>
              <a:t>数据链路层协议</a:t>
            </a:r>
          </a:p>
        </p:txBody>
      </p:sp>
      <p:sp>
        <p:nvSpPr>
          <p:cNvPr id="21" name="Text Box 19">
            <a:extLst>
              <a:ext uri="{FF2B5EF4-FFF2-40B4-BE49-F238E27FC236}">
                <a16:creationId xmlns:a16="http://schemas.microsoft.com/office/drawing/2014/main" id="{7A59C2E1-CB4C-4532-B346-5DD628E574B5}"/>
              </a:ext>
            </a:extLst>
          </p:cNvPr>
          <p:cNvSpPr txBox="1">
            <a:spLocks noChangeArrowheads="1"/>
          </p:cNvSpPr>
          <p:nvPr/>
        </p:nvSpPr>
        <p:spPr bwMode="auto">
          <a:xfrm>
            <a:off x="4198464" y="2977404"/>
            <a:ext cx="1258887" cy="336550"/>
          </a:xfrm>
          <a:prstGeom prst="rect">
            <a:avLst/>
          </a:prstGeom>
          <a:noFill/>
          <a:ln w="9525">
            <a:noFill/>
            <a:miter lim="800000"/>
            <a:headEnd/>
            <a:tailEnd/>
          </a:ln>
        </p:spPr>
        <p:txBody>
          <a:bodyPr anchor="b">
            <a:spAutoFit/>
          </a:bodyPr>
          <a:lstStyle/>
          <a:p>
            <a:pPr>
              <a:spcBef>
                <a:spcPct val="50000"/>
              </a:spcBef>
            </a:pPr>
            <a:r>
              <a:rPr lang="zh-CN" altLang="en-US" sz="1600"/>
              <a:t>网络层协议</a:t>
            </a:r>
          </a:p>
        </p:txBody>
      </p:sp>
      <p:sp>
        <p:nvSpPr>
          <p:cNvPr id="22" name="Text Box 25">
            <a:extLst>
              <a:ext uri="{FF2B5EF4-FFF2-40B4-BE49-F238E27FC236}">
                <a16:creationId xmlns:a16="http://schemas.microsoft.com/office/drawing/2014/main" id="{280EC728-5F29-4058-8469-3E304357B3F9}"/>
              </a:ext>
            </a:extLst>
          </p:cNvPr>
          <p:cNvSpPr txBox="1">
            <a:spLocks noChangeArrowheads="1"/>
          </p:cNvSpPr>
          <p:nvPr/>
        </p:nvSpPr>
        <p:spPr bwMode="auto">
          <a:xfrm>
            <a:off x="2652239" y="4920504"/>
            <a:ext cx="1258887" cy="336550"/>
          </a:xfrm>
          <a:prstGeom prst="rect">
            <a:avLst/>
          </a:prstGeom>
          <a:noFill/>
          <a:ln w="9525">
            <a:noFill/>
            <a:miter lim="800000"/>
            <a:headEnd/>
            <a:tailEnd/>
          </a:ln>
        </p:spPr>
        <p:txBody>
          <a:bodyPr anchor="b">
            <a:spAutoFit/>
          </a:bodyPr>
          <a:lstStyle/>
          <a:p>
            <a:pPr>
              <a:spcBef>
                <a:spcPct val="50000"/>
              </a:spcBef>
            </a:pPr>
            <a:r>
              <a:rPr lang="zh-CN" altLang="en-US" sz="1600" b="1">
                <a:solidFill>
                  <a:srgbClr val="0033CC"/>
                </a:solidFill>
                <a:latin typeface="楷体_GB2312" pitchFamily="49" charset="-122"/>
                <a:ea typeface="楷体_GB2312" pitchFamily="49" charset="-122"/>
              </a:rPr>
              <a:t>主机</a:t>
            </a:r>
            <a:r>
              <a:rPr lang="en-US" altLang="zh-CN" sz="1600" b="1">
                <a:solidFill>
                  <a:srgbClr val="0033CC"/>
                </a:solidFill>
                <a:latin typeface="楷体_GB2312" pitchFamily="49" charset="-122"/>
                <a:ea typeface="楷体_GB2312" pitchFamily="49" charset="-122"/>
              </a:rPr>
              <a:t>A</a:t>
            </a:r>
          </a:p>
        </p:txBody>
      </p:sp>
      <p:sp>
        <p:nvSpPr>
          <p:cNvPr id="23" name="Text Box 26">
            <a:extLst>
              <a:ext uri="{FF2B5EF4-FFF2-40B4-BE49-F238E27FC236}">
                <a16:creationId xmlns:a16="http://schemas.microsoft.com/office/drawing/2014/main" id="{C9445D2B-A33F-4303-A1C7-FD91EE420CE1}"/>
              </a:ext>
            </a:extLst>
          </p:cNvPr>
          <p:cNvSpPr txBox="1">
            <a:spLocks noChangeArrowheads="1"/>
          </p:cNvSpPr>
          <p:nvPr/>
        </p:nvSpPr>
        <p:spPr bwMode="auto">
          <a:xfrm>
            <a:off x="6100289" y="4977654"/>
            <a:ext cx="1258887" cy="336550"/>
          </a:xfrm>
          <a:prstGeom prst="rect">
            <a:avLst/>
          </a:prstGeom>
          <a:noFill/>
          <a:ln w="9525">
            <a:noFill/>
            <a:miter lim="800000"/>
            <a:headEnd/>
            <a:tailEnd/>
          </a:ln>
        </p:spPr>
        <p:txBody>
          <a:bodyPr anchor="b">
            <a:spAutoFit/>
          </a:bodyPr>
          <a:lstStyle/>
          <a:p>
            <a:pPr>
              <a:spcBef>
                <a:spcPct val="50000"/>
              </a:spcBef>
            </a:pPr>
            <a:r>
              <a:rPr lang="zh-CN" altLang="en-US" sz="1600" b="1">
                <a:solidFill>
                  <a:srgbClr val="0033CC"/>
                </a:solidFill>
                <a:latin typeface="楷体_GB2312" pitchFamily="49" charset="-122"/>
                <a:ea typeface="楷体_GB2312" pitchFamily="49" charset="-122"/>
              </a:rPr>
              <a:t>主机</a:t>
            </a:r>
            <a:r>
              <a:rPr lang="en-US" altLang="zh-CN" sz="1600" b="1">
                <a:solidFill>
                  <a:srgbClr val="0033CC"/>
                </a:solidFill>
                <a:latin typeface="楷体_GB2312" pitchFamily="49" charset="-122"/>
                <a:ea typeface="楷体_GB2312" pitchFamily="49" charset="-122"/>
              </a:rPr>
              <a:t>B</a:t>
            </a:r>
          </a:p>
        </p:txBody>
      </p:sp>
      <p:grpSp>
        <p:nvGrpSpPr>
          <p:cNvPr id="24" name="组合 35">
            <a:extLst>
              <a:ext uri="{FF2B5EF4-FFF2-40B4-BE49-F238E27FC236}">
                <a16:creationId xmlns:a16="http://schemas.microsoft.com/office/drawing/2014/main" id="{3D15F1BF-4666-4A44-94E8-46F954D45208}"/>
              </a:ext>
            </a:extLst>
          </p:cNvPr>
          <p:cNvGrpSpPr>
            <a:grpSpLocks/>
          </p:cNvGrpSpPr>
          <p:nvPr/>
        </p:nvGrpSpPr>
        <p:grpSpPr bwMode="auto">
          <a:xfrm>
            <a:off x="1463201" y="3574304"/>
            <a:ext cx="8640763" cy="719137"/>
            <a:chOff x="506473" y="5357826"/>
            <a:chExt cx="8640763" cy="719138"/>
          </a:xfrm>
        </p:grpSpPr>
        <p:sp>
          <p:nvSpPr>
            <p:cNvPr id="25" name="Text Box 30">
              <a:extLst>
                <a:ext uri="{FF2B5EF4-FFF2-40B4-BE49-F238E27FC236}">
                  <a16:creationId xmlns:a16="http://schemas.microsoft.com/office/drawing/2014/main" id="{A1E2B97E-7AE8-4638-B2AC-68113300ADDB}"/>
                </a:ext>
              </a:extLst>
            </p:cNvPr>
            <p:cNvSpPr txBox="1">
              <a:spLocks noChangeArrowheads="1"/>
            </p:cNvSpPr>
            <p:nvPr/>
          </p:nvSpPr>
          <p:spPr bwMode="auto">
            <a:xfrm>
              <a:off x="7851834" y="5526100"/>
              <a:ext cx="1009650" cy="396875"/>
            </a:xfrm>
            <a:prstGeom prst="rect">
              <a:avLst/>
            </a:prstGeom>
            <a:noFill/>
            <a:ln w="9525">
              <a:noFill/>
              <a:miter lim="800000"/>
              <a:headEnd/>
              <a:tailEnd/>
            </a:ln>
          </p:spPr>
          <p:txBody>
            <a:bodyPr anchor="b">
              <a:spAutoFit/>
            </a:bodyPr>
            <a:lstStyle/>
            <a:p>
              <a:pPr>
                <a:spcBef>
                  <a:spcPct val="50000"/>
                </a:spcBef>
              </a:pPr>
              <a:r>
                <a:rPr lang="zh-CN" altLang="en-US" sz="2000">
                  <a:solidFill>
                    <a:srgbClr val="FF0000"/>
                  </a:solidFill>
                </a:rPr>
                <a:t>以太网</a:t>
              </a:r>
            </a:p>
          </p:txBody>
        </p:sp>
        <p:sp>
          <p:nvSpPr>
            <p:cNvPr id="26" name="AutoShape 31">
              <a:extLst>
                <a:ext uri="{FF2B5EF4-FFF2-40B4-BE49-F238E27FC236}">
                  <a16:creationId xmlns:a16="http://schemas.microsoft.com/office/drawing/2014/main" id="{5447906D-570C-432F-B585-EBBABA3C141F}"/>
                </a:ext>
              </a:extLst>
            </p:cNvPr>
            <p:cNvSpPr>
              <a:spLocks noChangeArrowheads="1"/>
            </p:cNvSpPr>
            <p:nvPr/>
          </p:nvSpPr>
          <p:spPr bwMode="auto">
            <a:xfrm>
              <a:off x="506473" y="5357826"/>
              <a:ext cx="8640763" cy="719138"/>
            </a:xfrm>
            <a:prstGeom prst="roundRect">
              <a:avLst>
                <a:gd name="adj" fmla="val 16667"/>
              </a:avLst>
            </a:prstGeom>
            <a:solidFill>
              <a:srgbClr val="3333CC">
                <a:alpha val="21176"/>
              </a:srgbClr>
            </a:solidFill>
            <a:ln w="9525" algn="ctr">
              <a:noFill/>
              <a:round/>
              <a:headEnd/>
              <a:tailEnd/>
            </a:ln>
          </p:spPr>
          <p:txBody>
            <a:bodyPr wrap="none" anchor="ctr"/>
            <a:lstStyle/>
            <a:p>
              <a:endParaRPr lang="zh-CN" altLang="en-US"/>
            </a:p>
          </p:txBody>
        </p:sp>
      </p:grpSp>
      <p:sp>
        <p:nvSpPr>
          <p:cNvPr id="27" name="Text Box 19">
            <a:extLst>
              <a:ext uri="{FF2B5EF4-FFF2-40B4-BE49-F238E27FC236}">
                <a16:creationId xmlns:a16="http://schemas.microsoft.com/office/drawing/2014/main" id="{83F0BA44-2AA1-4840-91EC-A1674C179368}"/>
              </a:ext>
            </a:extLst>
          </p:cNvPr>
          <p:cNvSpPr txBox="1">
            <a:spLocks noChangeArrowheads="1"/>
          </p:cNvSpPr>
          <p:nvPr/>
        </p:nvSpPr>
        <p:spPr bwMode="auto">
          <a:xfrm>
            <a:off x="7529039" y="4468066"/>
            <a:ext cx="1258887" cy="338138"/>
          </a:xfrm>
          <a:prstGeom prst="rect">
            <a:avLst/>
          </a:prstGeom>
          <a:noFill/>
          <a:ln w="9525">
            <a:noFill/>
            <a:miter lim="800000"/>
            <a:headEnd/>
            <a:tailEnd/>
          </a:ln>
        </p:spPr>
        <p:txBody>
          <a:bodyPr anchor="b">
            <a:spAutoFit/>
          </a:bodyPr>
          <a:lstStyle/>
          <a:p>
            <a:pPr>
              <a:spcBef>
                <a:spcPct val="50000"/>
              </a:spcBef>
            </a:pPr>
            <a:r>
              <a:rPr lang="zh-CN" altLang="en-US" sz="1600" b="1">
                <a:solidFill>
                  <a:schemeClr val="tx2"/>
                </a:solidFill>
                <a:latin typeface="楷体_GB2312" pitchFamily="49" charset="-122"/>
                <a:ea typeface="楷体_GB2312" pitchFamily="49" charset="-122"/>
              </a:rPr>
              <a:t> 比特（</a:t>
            </a:r>
            <a:r>
              <a:rPr lang="en-US" altLang="zh-CN" sz="1600" b="1">
                <a:solidFill>
                  <a:schemeClr val="tx2"/>
                </a:solidFill>
                <a:latin typeface="楷体_GB2312" pitchFamily="49" charset="-122"/>
                <a:ea typeface="楷体_GB2312" pitchFamily="49" charset="-122"/>
              </a:rPr>
              <a:t>Bit</a:t>
            </a:r>
            <a:r>
              <a:rPr lang="zh-CN" altLang="en-US" sz="1600" b="1">
                <a:solidFill>
                  <a:schemeClr val="tx2"/>
                </a:solidFill>
                <a:latin typeface="楷体_GB2312" pitchFamily="49" charset="-122"/>
                <a:ea typeface="楷体_GB2312" pitchFamily="49" charset="-122"/>
              </a:rPr>
              <a:t>）</a:t>
            </a:r>
          </a:p>
        </p:txBody>
      </p:sp>
      <p:sp>
        <p:nvSpPr>
          <p:cNvPr id="28" name="Text Box 20">
            <a:extLst>
              <a:ext uri="{FF2B5EF4-FFF2-40B4-BE49-F238E27FC236}">
                <a16:creationId xmlns:a16="http://schemas.microsoft.com/office/drawing/2014/main" id="{3D6C7750-7605-4B91-A4B5-A7A0069171C5}"/>
              </a:ext>
            </a:extLst>
          </p:cNvPr>
          <p:cNvSpPr txBox="1">
            <a:spLocks noChangeArrowheads="1"/>
          </p:cNvSpPr>
          <p:nvPr/>
        </p:nvSpPr>
        <p:spPr bwMode="auto">
          <a:xfrm>
            <a:off x="7538564" y="3758454"/>
            <a:ext cx="1258887" cy="338137"/>
          </a:xfrm>
          <a:prstGeom prst="rect">
            <a:avLst/>
          </a:prstGeom>
          <a:noFill/>
          <a:ln w="9525">
            <a:noFill/>
            <a:miter lim="800000"/>
            <a:headEnd/>
            <a:tailEnd/>
          </a:ln>
        </p:spPr>
        <p:txBody>
          <a:bodyPr anchor="b">
            <a:spAutoFit/>
          </a:bodyPr>
          <a:lstStyle/>
          <a:p>
            <a:pPr>
              <a:spcBef>
                <a:spcPct val="50000"/>
              </a:spcBef>
            </a:pPr>
            <a:r>
              <a:rPr lang="zh-CN" altLang="en-US" sz="1600" b="1">
                <a:solidFill>
                  <a:schemeClr val="tx2"/>
                </a:solidFill>
                <a:latin typeface="楷体_GB2312" pitchFamily="49" charset="-122"/>
                <a:ea typeface="楷体_GB2312" pitchFamily="49" charset="-122"/>
              </a:rPr>
              <a:t> 帧（</a:t>
            </a:r>
            <a:r>
              <a:rPr lang="en-US" altLang="zh-CN" sz="1600" b="1">
                <a:solidFill>
                  <a:schemeClr val="tx2"/>
                </a:solidFill>
                <a:latin typeface="楷体_GB2312" pitchFamily="49" charset="-122"/>
                <a:ea typeface="楷体_GB2312" pitchFamily="49" charset="-122"/>
              </a:rPr>
              <a:t>Frame</a:t>
            </a:r>
            <a:r>
              <a:rPr lang="zh-CN" altLang="en-US" sz="1600" b="1">
                <a:solidFill>
                  <a:schemeClr val="tx2"/>
                </a:solidFill>
                <a:latin typeface="楷体_GB2312" pitchFamily="49" charset="-122"/>
                <a:ea typeface="楷体_GB2312" pitchFamily="49" charset="-122"/>
              </a:rPr>
              <a:t>）</a:t>
            </a:r>
          </a:p>
        </p:txBody>
      </p:sp>
      <p:sp>
        <p:nvSpPr>
          <p:cNvPr id="29" name="Text Box 21">
            <a:extLst>
              <a:ext uri="{FF2B5EF4-FFF2-40B4-BE49-F238E27FC236}">
                <a16:creationId xmlns:a16="http://schemas.microsoft.com/office/drawing/2014/main" id="{5EAC9038-6994-474C-BDC3-AF1CFE6BF24D}"/>
              </a:ext>
            </a:extLst>
          </p:cNvPr>
          <p:cNvSpPr txBox="1">
            <a:spLocks noChangeArrowheads="1"/>
          </p:cNvSpPr>
          <p:nvPr/>
        </p:nvSpPr>
        <p:spPr bwMode="auto">
          <a:xfrm>
            <a:off x="7636989" y="3099641"/>
            <a:ext cx="1258887" cy="338138"/>
          </a:xfrm>
          <a:prstGeom prst="rect">
            <a:avLst/>
          </a:prstGeom>
          <a:noFill/>
          <a:ln w="9525">
            <a:noFill/>
            <a:miter lim="800000"/>
            <a:headEnd/>
            <a:tailEnd/>
          </a:ln>
        </p:spPr>
        <p:txBody>
          <a:bodyPr anchor="b">
            <a:spAutoFit/>
          </a:bodyPr>
          <a:lstStyle/>
          <a:p>
            <a:pPr>
              <a:spcBef>
                <a:spcPct val="50000"/>
              </a:spcBef>
            </a:pPr>
            <a:r>
              <a:rPr lang="zh-CN" altLang="en-US" sz="1600" b="1">
                <a:solidFill>
                  <a:schemeClr val="tx2"/>
                </a:solidFill>
                <a:latin typeface="楷体_GB2312" pitchFamily="49" charset="-122"/>
                <a:ea typeface="楷体_GB2312" pitchFamily="49" charset="-122"/>
              </a:rPr>
              <a:t>包</a:t>
            </a:r>
            <a:r>
              <a:rPr lang="en-US" altLang="zh-CN" sz="1600" b="1">
                <a:solidFill>
                  <a:schemeClr val="tx2"/>
                </a:solidFill>
                <a:latin typeface="楷体_GB2312" pitchFamily="49" charset="-122"/>
                <a:ea typeface="楷体_GB2312" pitchFamily="49" charset="-122"/>
              </a:rPr>
              <a:t>(Packet</a:t>
            </a:r>
            <a:r>
              <a:rPr lang="zh-CN" altLang="en-US" sz="1600" b="1">
                <a:solidFill>
                  <a:schemeClr val="tx2"/>
                </a:solidFill>
                <a:latin typeface="楷体_GB2312" pitchFamily="49" charset="-122"/>
                <a:ea typeface="楷体_GB2312" pitchFamily="49" charset="-122"/>
              </a:rPr>
              <a:t>）</a:t>
            </a:r>
          </a:p>
        </p:txBody>
      </p:sp>
      <p:sp>
        <p:nvSpPr>
          <p:cNvPr id="30" name="Text Box 26">
            <a:extLst>
              <a:ext uri="{FF2B5EF4-FFF2-40B4-BE49-F238E27FC236}">
                <a16:creationId xmlns:a16="http://schemas.microsoft.com/office/drawing/2014/main" id="{6743BC3D-36AA-44E0-BAB7-AE9E2FE4358B}"/>
              </a:ext>
            </a:extLst>
          </p:cNvPr>
          <p:cNvSpPr txBox="1">
            <a:spLocks noChangeArrowheads="1"/>
          </p:cNvSpPr>
          <p:nvPr/>
        </p:nvSpPr>
        <p:spPr bwMode="auto">
          <a:xfrm>
            <a:off x="7681439" y="5177679"/>
            <a:ext cx="1258887" cy="336550"/>
          </a:xfrm>
          <a:prstGeom prst="rect">
            <a:avLst/>
          </a:prstGeom>
          <a:noFill/>
          <a:ln w="9525">
            <a:noFill/>
            <a:miter lim="800000"/>
            <a:headEnd/>
            <a:tailEnd/>
          </a:ln>
        </p:spPr>
        <p:txBody>
          <a:bodyPr anchor="b">
            <a:spAutoFit/>
          </a:bodyPr>
          <a:lstStyle/>
          <a:p>
            <a:pPr>
              <a:spcBef>
                <a:spcPct val="50000"/>
              </a:spcBef>
            </a:pPr>
            <a:r>
              <a:rPr lang="zh-CN" altLang="en-US" sz="1600" b="1">
                <a:solidFill>
                  <a:schemeClr val="tx2"/>
                </a:solidFill>
                <a:latin typeface="楷体_GB2312" pitchFamily="49" charset="-122"/>
                <a:ea typeface="楷体_GB2312" pitchFamily="49" charset="-122"/>
              </a:rPr>
              <a:t>数据单元</a:t>
            </a:r>
          </a:p>
        </p:txBody>
      </p:sp>
    </p:spTree>
    <p:extLst>
      <p:ext uri="{BB962C8B-B14F-4D97-AF65-F5344CB8AC3E}">
        <p14:creationId xmlns:p14="http://schemas.microsoft.com/office/powerpoint/2010/main" val="780935297"/>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ppt_x</p:attrName>
                                        </p:attrNameLst>
                                      </p:cBhvr>
                                      <p:tavLst>
                                        <p:tav tm="0">
                                          <p:val>
                                            <p:strVal val="#ppt_x-.2"/>
                                          </p:val>
                                        </p:tav>
                                        <p:tav tm="100000">
                                          <p:val>
                                            <p:strVal val="#ppt_x"/>
                                          </p:val>
                                        </p:tav>
                                      </p:tavLst>
                                    </p:anim>
                                    <p:anim calcmode="lin" valueType="num">
                                      <p:cBhvr>
                                        <p:cTn id="8" dur="1000" fill="hold"/>
                                        <p:tgtEl>
                                          <p:spTgt spid="24"/>
                                        </p:tgtEl>
                                        <p:attrNameLst>
                                          <p:attrName>ppt_y</p:attrName>
                                        </p:attrNameLst>
                                      </p:cBhvr>
                                      <p:tavLst>
                                        <p:tav tm="0">
                                          <p:val>
                                            <p:strVal val="#ppt_y"/>
                                          </p:val>
                                        </p:tav>
                                        <p:tav tm="100000">
                                          <p:val>
                                            <p:strVal val="#ppt_y"/>
                                          </p:val>
                                        </p:tav>
                                      </p:tavLst>
                                    </p:anim>
                                    <p:animEffect transition="in" filter="wipe(right)" prLst="gradientSize: 0.1">
                                      <p:cBhvr>
                                        <p:cTn id="9"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08E9AD8-64FF-4BB6-AD66-617990CFA932}"/>
              </a:ext>
            </a:extLst>
          </p:cNvPr>
          <p:cNvSpPr txBox="1">
            <a:spLocks noChangeArrowheads="1"/>
          </p:cNvSpPr>
          <p:nvPr/>
        </p:nvSpPr>
        <p:spPr>
          <a:xfrm>
            <a:off x="94634" y="598872"/>
            <a:ext cx="7391400" cy="56356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以太网</a:t>
            </a:r>
            <a:r>
              <a:rPr lang="en-US" altLang="zh-CN" dirty="0"/>
              <a:t>MAC</a:t>
            </a:r>
            <a:r>
              <a:rPr lang="zh-CN" altLang="en-US" dirty="0"/>
              <a:t>地址</a:t>
            </a:r>
          </a:p>
        </p:txBody>
      </p:sp>
      <p:sp>
        <p:nvSpPr>
          <p:cNvPr id="5" name="Rectangle 3">
            <a:extLst>
              <a:ext uri="{FF2B5EF4-FFF2-40B4-BE49-F238E27FC236}">
                <a16:creationId xmlns:a16="http://schemas.microsoft.com/office/drawing/2014/main" id="{136A6262-1983-4090-9E4A-4FDF8A7B95BA}"/>
              </a:ext>
            </a:extLst>
          </p:cNvPr>
          <p:cNvSpPr txBox="1">
            <a:spLocks noChangeArrowheads="1"/>
          </p:cNvSpPr>
          <p:nvPr/>
        </p:nvSpPr>
        <p:spPr>
          <a:xfrm>
            <a:off x="2085359" y="1972059"/>
            <a:ext cx="8229600" cy="1084262"/>
          </a:xfrm>
          <a:prstGeom prst="rect">
            <a:avLst/>
          </a:prstGeom>
        </p:spPr>
        <p:txBody>
          <a:bodyPr lIns="0" tIns="0" rIns="0" bIns="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zh-CN"/>
              <a:t>以太网地址用来识别一个以太网上的某个单独的设备或一组设备</a:t>
            </a:r>
            <a:r>
              <a:rPr lang="zh-CN" altLang="en-US"/>
              <a:t> </a:t>
            </a:r>
          </a:p>
          <a:p>
            <a:pPr>
              <a:spcBef>
                <a:spcPts val="675"/>
              </a:spcBef>
            </a:pPr>
            <a:endParaRPr lang="zh-CN" altLang="en-US"/>
          </a:p>
          <a:p>
            <a:pPr>
              <a:spcBef>
                <a:spcPts val="675"/>
              </a:spcBef>
            </a:pPr>
            <a:endParaRPr lang="zh-CN" altLang="en-US"/>
          </a:p>
          <a:p>
            <a:pPr>
              <a:spcBef>
                <a:spcPts val="675"/>
              </a:spcBef>
            </a:pPr>
            <a:endParaRPr lang="zh-CN" altLang="en-US"/>
          </a:p>
          <a:p>
            <a:pPr>
              <a:spcBef>
                <a:spcPts val="675"/>
              </a:spcBef>
              <a:buFont typeface="Wingdings" pitchFamily="2" charset="2"/>
              <a:buNone/>
            </a:pPr>
            <a:br>
              <a:rPr lang="zh-CN" altLang="en-US"/>
            </a:br>
            <a:endParaRPr lang="zh-CN" altLang="en-US"/>
          </a:p>
          <a:p>
            <a:pPr>
              <a:spcBef>
                <a:spcPts val="675"/>
              </a:spcBef>
              <a:buFont typeface="Wingdings" pitchFamily="2" charset="2"/>
              <a:buNone/>
            </a:pPr>
            <a:r>
              <a:rPr lang="zh-CN" altLang="en-US" sz="2000">
                <a:solidFill>
                  <a:srgbClr val="0000FF"/>
                </a:solidFill>
              </a:rPr>
              <a:t>   例如：</a:t>
            </a:r>
            <a:r>
              <a:rPr lang="en-US" altLang="zh-CN" sz="2000">
                <a:solidFill>
                  <a:srgbClr val="0000FF"/>
                </a:solidFill>
              </a:rPr>
              <a:t>00</a:t>
            </a:r>
            <a:r>
              <a:rPr lang="zh-CN" altLang="en-US" sz="2000">
                <a:solidFill>
                  <a:srgbClr val="0000FF"/>
                </a:solidFill>
              </a:rPr>
              <a:t>－</a:t>
            </a:r>
            <a:r>
              <a:rPr lang="en-US" altLang="zh-CN" sz="2000">
                <a:solidFill>
                  <a:srgbClr val="0000FF"/>
                </a:solidFill>
              </a:rPr>
              <a:t>06</a:t>
            </a:r>
            <a:r>
              <a:rPr lang="zh-CN" altLang="en-US" sz="2000">
                <a:solidFill>
                  <a:srgbClr val="0000FF"/>
                </a:solidFill>
              </a:rPr>
              <a:t>－</a:t>
            </a:r>
            <a:r>
              <a:rPr lang="en-US" altLang="zh-CN" sz="2000">
                <a:solidFill>
                  <a:srgbClr val="0000FF"/>
                </a:solidFill>
              </a:rPr>
              <a:t>1b</a:t>
            </a:r>
            <a:r>
              <a:rPr lang="zh-CN" altLang="en-US" sz="2000">
                <a:solidFill>
                  <a:srgbClr val="0000FF"/>
                </a:solidFill>
              </a:rPr>
              <a:t>－</a:t>
            </a:r>
            <a:r>
              <a:rPr lang="en-US" altLang="zh-CN" sz="2000">
                <a:solidFill>
                  <a:srgbClr val="0000FF"/>
                </a:solidFill>
              </a:rPr>
              <a:t>e3</a:t>
            </a:r>
            <a:r>
              <a:rPr lang="zh-CN" altLang="en-US" sz="2000">
                <a:solidFill>
                  <a:srgbClr val="0000FF"/>
                </a:solidFill>
              </a:rPr>
              <a:t>－</a:t>
            </a:r>
            <a:r>
              <a:rPr lang="en-US" altLang="zh-CN" sz="2000">
                <a:solidFill>
                  <a:srgbClr val="0000FF"/>
                </a:solidFill>
              </a:rPr>
              <a:t>93</a:t>
            </a:r>
            <a:r>
              <a:rPr lang="zh-CN" altLang="en-US" sz="2000">
                <a:solidFill>
                  <a:srgbClr val="0000FF"/>
                </a:solidFill>
              </a:rPr>
              <a:t>－</a:t>
            </a:r>
            <a:r>
              <a:rPr lang="en-US" altLang="zh-CN" sz="2000">
                <a:solidFill>
                  <a:srgbClr val="0000FF"/>
                </a:solidFill>
              </a:rPr>
              <a:t>6c          00</a:t>
            </a:r>
            <a:r>
              <a:rPr lang="zh-CN" altLang="en-US" sz="2000">
                <a:solidFill>
                  <a:srgbClr val="0000FF"/>
                </a:solidFill>
              </a:rPr>
              <a:t>－</a:t>
            </a:r>
            <a:r>
              <a:rPr lang="en-US" altLang="zh-CN" sz="2000">
                <a:solidFill>
                  <a:srgbClr val="0000FF"/>
                </a:solidFill>
              </a:rPr>
              <a:t>0d</a:t>
            </a:r>
            <a:r>
              <a:rPr lang="zh-CN" altLang="en-US" sz="2000">
                <a:solidFill>
                  <a:srgbClr val="0000FF"/>
                </a:solidFill>
              </a:rPr>
              <a:t>－</a:t>
            </a:r>
            <a:r>
              <a:rPr lang="en-US" altLang="zh-CN" sz="2000">
                <a:solidFill>
                  <a:srgbClr val="0000FF"/>
                </a:solidFill>
              </a:rPr>
              <a:t>28</a:t>
            </a:r>
            <a:r>
              <a:rPr lang="zh-CN" altLang="en-US" sz="2000">
                <a:solidFill>
                  <a:srgbClr val="0000FF"/>
                </a:solidFill>
              </a:rPr>
              <a:t>－</a:t>
            </a:r>
            <a:r>
              <a:rPr lang="en-US" altLang="zh-CN" sz="2000">
                <a:solidFill>
                  <a:srgbClr val="0000FF"/>
                </a:solidFill>
              </a:rPr>
              <a:t>be</a:t>
            </a:r>
            <a:r>
              <a:rPr lang="zh-CN" altLang="en-US" sz="2000">
                <a:solidFill>
                  <a:srgbClr val="0000FF"/>
                </a:solidFill>
              </a:rPr>
              <a:t>－</a:t>
            </a:r>
            <a:r>
              <a:rPr lang="en-US" altLang="zh-CN" sz="2000">
                <a:solidFill>
                  <a:srgbClr val="0000FF"/>
                </a:solidFill>
              </a:rPr>
              <a:t>b6</a:t>
            </a:r>
            <a:r>
              <a:rPr lang="zh-CN" altLang="en-US" sz="2000">
                <a:solidFill>
                  <a:srgbClr val="0000FF"/>
                </a:solidFill>
              </a:rPr>
              <a:t>－</a:t>
            </a:r>
            <a:r>
              <a:rPr lang="en-US" altLang="zh-CN" sz="2000">
                <a:solidFill>
                  <a:srgbClr val="0000FF"/>
                </a:solidFill>
              </a:rPr>
              <a:t>42</a:t>
            </a:r>
          </a:p>
          <a:p>
            <a:pPr>
              <a:spcBef>
                <a:spcPts val="675"/>
              </a:spcBef>
            </a:pPr>
            <a:endParaRPr lang="zh-CN" altLang="en-US" sz="2000">
              <a:solidFill>
                <a:srgbClr val="0000FF"/>
              </a:solidFill>
            </a:endParaRPr>
          </a:p>
          <a:p>
            <a:pPr>
              <a:spcBef>
                <a:spcPts val="675"/>
              </a:spcBef>
            </a:pPr>
            <a:endParaRPr lang="zh-CN" altLang="en-US" sz="2400" dirty="0">
              <a:solidFill>
                <a:srgbClr val="0000FF"/>
              </a:solidFill>
            </a:endParaRPr>
          </a:p>
        </p:txBody>
      </p:sp>
      <p:sp>
        <p:nvSpPr>
          <p:cNvPr id="6" name="AutoShape 267">
            <a:extLst>
              <a:ext uri="{FF2B5EF4-FFF2-40B4-BE49-F238E27FC236}">
                <a16:creationId xmlns:a16="http://schemas.microsoft.com/office/drawing/2014/main" id="{5D113DBF-2D0B-4633-91C7-D42247DB4643}"/>
              </a:ext>
            </a:extLst>
          </p:cNvPr>
          <p:cNvSpPr>
            <a:spLocks/>
          </p:cNvSpPr>
          <p:nvPr/>
        </p:nvSpPr>
        <p:spPr bwMode="auto">
          <a:xfrm rot="5400000">
            <a:off x="3741915" y="5141502"/>
            <a:ext cx="215900" cy="1366838"/>
          </a:xfrm>
          <a:prstGeom prst="rightBrace">
            <a:avLst>
              <a:gd name="adj1" fmla="val 52757"/>
              <a:gd name="adj2" fmla="val 50000"/>
            </a:avLst>
          </a:prstGeom>
          <a:noFill/>
          <a:ln w="9525">
            <a:solidFill>
              <a:schemeClr val="tx2"/>
            </a:solidFill>
            <a:round/>
            <a:headEnd/>
            <a:tailEnd/>
          </a:ln>
        </p:spPr>
        <p:txBody>
          <a:bodyPr wrap="none" anchor="ctr"/>
          <a:lstStyle/>
          <a:p>
            <a:endParaRPr lang="zh-CN" altLang="en-US"/>
          </a:p>
        </p:txBody>
      </p:sp>
      <p:sp>
        <p:nvSpPr>
          <p:cNvPr id="7" name="AutoShape 269">
            <a:extLst>
              <a:ext uri="{FF2B5EF4-FFF2-40B4-BE49-F238E27FC236}">
                <a16:creationId xmlns:a16="http://schemas.microsoft.com/office/drawing/2014/main" id="{270529D8-5638-426A-9DC2-39EBAE3AA482}"/>
              </a:ext>
            </a:extLst>
          </p:cNvPr>
          <p:cNvSpPr>
            <a:spLocks/>
          </p:cNvSpPr>
          <p:nvPr/>
        </p:nvSpPr>
        <p:spPr bwMode="auto">
          <a:xfrm rot="5400000">
            <a:off x="7448727" y="5176428"/>
            <a:ext cx="144463" cy="1225550"/>
          </a:xfrm>
          <a:prstGeom prst="rightBrace">
            <a:avLst>
              <a:gd name="adj1" fmla="val 70696"/>
              <a:gd name="adj2" fmla="val 50000"/>
            </a:avLst>
          </a:prstGeom>
          <a:noFill/>
          <a:ln w="9525">
            <a:solidFill>
              <a:schemeClr val="tx2"/>
            </a:solidFill>
            <a:round/>
            <a:headEnd/>
            <a:tailEnd/>
          </a:ln>
        </p:spPr>
        <p:txBody>
          <a:bodyPr wrap="none" anchor="ctr"/>
          <a:lstStyle/>
          <a:p>
            <a:endParaRPr lang="zh-CN" altLang="en-US"/>
          </a:p>
        </p:txBody>
      </p:sp>
      <p:sp>
        <p:nvSpPr>
          <p:cNvPr id="8" name="Text Box 272">
            <a:extLst>
              <a:ext uri="{FF2B5EF4-FFF2-40B4-BE49-F238E27FC236}">
                <a16:creationId xmlns:a16="http://schemas.microsoft.com/office/drawing/2014/main" id="{90A5730E-2805-45C3-A5F9-71B921CFD982}"/>
              </a:ext>
            </a:extLst>
          </p:cNvPr>
          <p:cNvSpPr txBox="1">
            <a:spLocks noChangeArrowheads="1"/>
          </p:cNvSpPr>
          <p:nvPr/>
        </p:nvSpPr>
        <p:spPr bwMode="auto">
          <a:xfrm>
            <a:off x="3574434" y="5918584"/>
            <a:ext cx="655637" cy="366712"/>
          </a:xfrm>
          <a:prstGeom prst="rect">
            <a:avLst/>
          </a:prstGeom>
          <a:noFill/>
          <a:ln w="9525" algn="ctr">
            <a:noFill/>
            <a:miter lim="800000"/>
            <a:headEnd/>
            <a:tailEnd/>
          </a:ln>
        </p:spPr>
        <p:txBody>
          <a:bodyPr anchor="b">
            <a:spAutoFit/>
          </a:bodyPr>
          <a:lstStyle/>
          <a:p>
            <a:pPr>
              <a:spcBef>
                <a:spcPct val="50000"/>
              </a:spcBef>
            </a:pPr>
            <a:r>
              <a:rPr lang="en-US" altLang="zh-CN">
                <a:solidFill>
                  <a:srgbClr val="0000FF"/>
                </a:solidFill>
                <a:ea typeface="宋体" pitchFamily="2" charset="-122"/>
              </a:rPr>
              <a:t>IBM</a:t>
            </a:r>
          </a:p>
        </p:txBody>
      </p:sp>
      <p:sp>
        <p:nvSpPr>
          <p:cNvPr id="9" name="Text Box 273">
            <a:extLst>
              <a:ext uri="{FF2B5EF4-FFF2-40B4-BE49-F238E27FC236}">
                <a16:creationId xmlns:a16="http://schemas.microsoft.com/office/drawing/2014/main" id="{0BA69184-E338-4A93-A837-A34557F807DF}"/>
              </a:ext>
            </a:extLst>
          </p:cNvPr>
          <p:cNvSpPr txBox="1">
            <a:spLocks noChangeArrowheads="1"/>
          </p:cNvSpPr>
          <p:nvPr/>
        </p:nvSpPr>
        <p:spPr bwMode="auto">
          <a:xfrm>
            <a:off x="7117734" y="5861434"/>
            <a:ext cx="1012825" cy="366712"/>
          </a:xfrm>
          <a:prstGeom prst="rect">
            <a:avLst/>
          </a:prstGeom>
          <a:noFill/>
          <a:ln w="9525" algn="ctr">
            <a:noFill/>
            <a:miter lim="800000"/>
            <a:headEnd/>
            <a:tailEnd/>
          </a:ln>
        </p:spPr>
        <p:txBody>
          <a:bodyPr anchor="b">
            <a:spAutoFit/>
          </a:bodyPr>
          <a:lstStyle/>
          <a:p>
            <a:pPr>
              <a:spcBef>
                <a:spcPct val="50000"/>
              </a:spcBef>
            </a:pPr>
            <a:r>
              <a:rPr lang="en-US" altLang="zh-CN">
                <a:solidFill>
                  <a:srgbClr val="0000FF"/>
                </a:solidFill>
                <a:ea typeface="宋体" pitchFamily="2" charset="-122"/>
              </a:rPr>
              <a:t>CISCO</a:t>
            </a:r>
          </a:p>
        </p:txBody>
      </p:sp>
      <p:grpSp>
        <p:nvGrpSpPr>
          <p:cNvPr id="10" name="Group 285">
            <a:extLst>
              <a:ext uri="{FF2B5EF4-FFF2-40B4-BE49-F238E27FC236}">
                <a16:creationId xmlns:a16="http://schemas.microsoft.com/office/drawing/2014/main" id="{039A4C72-8CCA-4091-B345-F2A4A7BAE22C}"/>
              </a:ext>
            </a:extLst>
          </p:cNvPr>
          <p:cNvGrpSpPr>
            <a:grpSpLocks/>
          </p:cNvGrpSpPr>
          <p:nvPr/>
        </p:nvGrpSpPr>
        <p:grpSpPr bwMode="auto">
          <a:xfrm>
            <a:off x="3680796" y="3213484"/>
            <a:ext cx="5748338" cy="1566862"/>
            <a:chOff x="1300" y="1944"/>
            <a:chExt cx="3621" cy="987"/>
          </a:xfrm>
        </p:grpSpPr>
        <p:grpSp>
          <p:nvGrpSpPr>
            <p:cNvPr id="11" name="Group 274">
              <a:extLst>
                <a:ext uri="{FF2B5EF4-FFF2-40B4-BE49-F238E27FC236}">
                  <a16:creationId xmlns:a16="http://schemas.microsoft.com/office/drawing/2014/main" id="{9FAE3633-C5FC-44EC-8B0B-6B3D32188F41}"/>
                </a:ext>
              </a:extLst>
            </p:cNvPr>
            <p:cNvGrpSpPr>
              <a:grpSpLocks/>
            </p:cNvGrpSpPr>
            <p:nvPr/>
          </p:nvGrpSpPr>
          <p:grpSpPr bwMode="auto">
            <a:xfrm>
              <a:off x="1300" y="1944"/>
              <a:ext cx="3621" cy="469"/>
              <a:chOff x="919" y="1661"/>
              <a:chExt cx="3621" cy="469"/>
            </a:xfrm>
          </p:grpSpPr>
          <p:sp>
            <p:nvSpPr>
              <p:cNvPr id="17" name="Rectangle 139">
                <a:extLst>
                  <a:ext uri="{FF2B5EF4-FFF2-40B4-BE49-F238E27FC236}">
                    <a16:creationId xmlns:a16="http://schemas.microsoft.com/office/drawing/2014/main" id="{A9566DCE-A479-4B22-9ADA-E9D734FF4AAC}"/>
                  </a:ext>
                </a:extLst>
              </p:cNvPr>
              <p:cNvSpPr>
                <a:spLocks noChangeArrowheads="1"/>
              </p:cNvSpPr>
              <p:nvPr/>
            </p:nvSpPr>
            <p:spPr bwMode="auto">
              <a:xfrm>
                <a:off x="919" y="1979"/>
                <a:ext cx="603" cy="151"/>
              </a:xfrm>
              <a:prstGeom prst="rect">
                <a:avLst/>
              </a:prstGeom>
              <a:solidFill>
                <a:srgbClr val="CCCCFF"/>
              </a:solidFill>
              <a:ln w="12700" cap="rnd">
                <a:solidFill>
                  <a:srgbClr val="000000"/>
                </a:solidFill>
                <a:round/>
                <a:headEnd/>
                <a:tailEnd/>
              </a:ln>
            </p:spPr>
            <p:txBody>
              <a:bodyPr/>
              <a:lstStyle/>
              <a:p>
                <a:endParaRPr lang="zh-CN" altLang="en-US"/>
              </a:p>
            </p:txBody>
          </p:sp>
          <p:sp>
            <p:nvSpPr>
              <p:cNvPr id="18" name="Line 140">
                <a:extLst>
                  <a:ext uri="{FF2B5EF4-FFF2-40B4-BE49-F238E27FC236}">
                    <a16:creationId xmlns:a16="http://schemas.microsoft.com/office/drawing/2014/main" id="{83DB21BF-0201-4412-963F-43D67EEE5D70}"/>
                  </a:ext>
                </a:extLst>
              </p:cNvPr>
              <p:cNvSpPr>
                <a:spLocks noChangeShapeType="1"/>
              </p:cNvSpPr>
              <p:nvPr/>
            </p:nvSpPr>
            <p:spPr bwMode="auto">
              <a:xfrm flipV="1">
                <a:off x="994" y="2084"/>
                <a:ext cx="1" cy="46"/>
              </a:xfrm>
              <a:prstGeom prst="line">
                <a:avLst/>
              </a:prstGeom>
              <a:noFill/>
              <a:ln w="12700" cap="rnd">
                <a:solidFill>
                  <a:srgbClr val="000000"/>
                </a:solidFill>
                <a:round/>
                <a:headEnd/>
                <a:tailEnd/>
              </a:ln>
            </p:spPr>
            <p:txBody>
              <a:bodyPr/>
              <a:lstStyle/>
              <a:p>
                <a:endParaRPr lang="zh-CN" altLang="en-US"/>
              </a:p>
            </p:txBody>
          </p:sp>
          <p:sp>
            <p:nvSpPr>
              <p:cNvPr id="19" name="Line 141">
                <a:extLst>
                  <a:ext uri="{FF2B5EF4-FFF2-40B4-BE49-F238E27FC236}">
                    <a16:creationId xmlns:a16="http://schemas.microsoft.com/office/drawing/2014/main" id="{70EC51B2-F291-47E9-B4B6-16A094F69DA6}"/>
                  </a:ext>
                </a:extLst>
              </p:cNvPr>
              <p:cNvSpPr>
                <a:spLocks noChangeShapeType="1"/>
              </p:cNvSpPr>
              <p:nvPr/>
            </p:nvSpPr>
            <p:spPr bwMode="auto">
              <a:xfrm flipV="1">
                <a:off x="1070" y="2084"/>
                <a:ext cx="1" cy="46"/>
              </a:xfrm>
              <a:prstGeom prst="line">
                <a:avLst/>
              </a:prstGeom>
              <a:noFill/>
              <a:ln w="12700" cap="rnd">
                <a:solidFill>
                  <a:srgbClr val="000000"/>
                </a:solidFill>
                <a:round/>
                <a:headEnd/>
                <a:tailEnd/>
              </a:ln>
            </p:spPr>
            <p:txBody>
              <a:bodyPr/>
              <a:lstStyle/>
              <a:p>
                <a:endParaRPr lang="zh-CN" altLang="en-US"/>
              </a:p>
            </p:txBody>
          </p:sp>
          <p:sp>
            <p:nvSpPr>
              <p:cNvPr id="20" name="Line 142">
                <a:extLst>
                  <a:ext uri="{FF2B5EF4-FFF2-40B4-BE49-F238E27FC236}">
                    <a16:creationId xmlns:a16="http://schemas.microsoft.com/office/drawing/2014/main" id="{65A535AB-D8F2-4C53-BFC3-3F0E25B29CA9}"/>
                  </a:ext>
                </a:extLst>
              </p:cNvPr>
              <p:cNvSpPr>
                <a:spLocks noChangeShapeType="1"/>
              </p:cNvSpPr>
              <p:nvPr/>
            </p:nvSpPr>
            <p:spPr bwMode="auto">
              <a:xfrm flipV="1">
                <a:off x="1145" y="2084"/>
                <a:ext cx="1" cy="46"/>
              </a:xfrm>
              <a:prstGeom prst="line">
                <a:avLst/>
              </a:prstGeom>
              <a:noFill/>
              <a:ln w="12700" cap="rnd">
                <a:solidFill>
                  <a:srgbClr val="000000"/>
                </a:solidFill>
                <a:round/>
                <a:headEnd/>
                <a:tailEnd/>
              </a:ln>
            </p:spPr>
            <p:txBody>
              <a:bodyPr/>
              <a:lstStyle/>
              <a:p>
                <a:endParaRPr lang="zh-CN" altLang="en-US"/>
              </a:p>
            </p:txBody>
          </p:sp>
          <p:sp>
            <p:nvSpPr>
              <p:cNvPr id="21" name="Line 143">
                <a:extLst>
                  <a:ext uri="{FF2B5EF4-FFF2-40B4-BE49-F238E27FC236}">
                    <a16:creationId xmlns:a16="http://schemas.microsoft.com/office/drawing/2014/main" id="{9482A832-25A6-4809-972E-A82FFE6DFF48}"/>
                  </a:ext>
                </a:extLst>
              </p:cNvPr>
              <p:cNvSpPr>
                <a:spLocks noChangeShapeType="1"/>
              </p:cNvSpPr>
              <p:nvPr/>
            </p:nvSpPr>
            <p:spPr bwMode="auto">
              <a:xfrm flipV="1">
                <a:off x="1221" y="2084"/>
                <a:ext cx="1" cy="46"/>
              </a:xfrm>
              <a:prstGeom prst="line">
                <a:avLst/>
              </a:prstGeom>
              <a:noFill/>
              <a:ln w="12700" cap="rnd">
                <a:solidFill>
                  <a:srgbClr val="000000"/>
                </a:solidFill>
                <a:round/>
                <a:headEnd/>
                <a:tailEnd/>
              </a:ln>
            </p:spPr>
            <p:txBody>
              <a:bodyPr/>
              <a:lstStyle/>
              <a:p>
                <a:endParaRPr lang="zh-CN" altLang="en-US"/>
              </a:p>
            </p:txBody>
          </p:sp>
          <p:sp>
            <p:nvSpPr>
              <p:cNvPr id="22" name="Line 144">
                <a:extLst>
                  <a:ext uri="{FF2B5EF4-FFF2-40B4-BE49-F238E27FC236}">
                    <a16:creationId xmlns:a16="http://schemas.microsoft.com/office/drawing/2014/main" id="{2DD98BD9-4C81-4B03-A7DC-248880144156}"/>
                  </a:ext>
                </a:extLst>
              </p:cNvPr>
              <p:cNvSpPr>
                <a:spLocks noChangeShapeType="1"/>
              </p:cNvSpPr>
              <p:nvPr/>
            </p:nvSpPr>
            <p:spPr bwMode="auto">
              <a:xfrm flipV="1">
                <a:off x="1296" y="2084"/>
                <a:ext cx="1" cy="46"/>
              </a:xfrm>
              <a:prstGeom prst="line">
                <a:avLst/>
              </a:prstGeom>
              <a:noFill/>
              <a:ln w="12700" cap="rnd">
                <a:solidFill>
                  <a:srgbClr val="000000"/>
                </a:solidFill>
                <a:round/>
                <a:headEnd/>
                <a:tailEnd/>
              </a:ln>
            </p:spPr>
            <p:txBody>
              <a:bodyPr/>
              <a:lstStyle/>
              <a:p>
                <a:endParaRPr lang="zh-CN" altLang="en-US"/>
              </a:p>
            </p:txBody>
          </p:sp>
          <p:sp>
            <p:nvSpPr>
              <p:cNvPr id="23" name="Line 145">
                <a:extLst>
                  <a:ext uri="{FF2B5EF4-FFF2-40B4-BE49-F238E27FC236}">
                    <a16:creationId xmlns:a16="http://schemas.microsoft.com/office/drawing/2014/main" id="{F0A01299-D1D4-4B8D-B252-4AB698344334}"/>
                  </a:ext>
                </a:extLst>
              </p:cNvPr>
              <p:cNvSpPr>
                <a:spLocks noChangeShapeType="1"/>
              </p:cNvSpPr>
              <p:nvPr/>
            </p:nvSpPr>
            <p:spPr bwMode="auto">
              <a:xfrm flipV="1">
                <a:off x="1371" y="2084"/>
                <a:ext cx="1" cy="46"/>
              </a:xfrm>
              <a:prstGeom prst="line">
                <a:avLst/>
              </a:prstGeom>
              <a:noFill/>
              <a:ln w="12700" cap="rnd">
                <a:solidFill>
                  <a:srgbClr val="000000"/>
                </a:solidFill>
                <a:round/>
                <a:headEnd/>
                <a:tailEnd/>
              </a:ln>
            </p:spPr>
            <p:txBody>
              <a:bodyPr/>
              <a:lstStyle/>
              <a:p>
                <a:endParaRPr lang="zh-CN" altLang="en-US"/>
              </a:p>
            </p:txBody>
          </p:sp>
          <p:sp>
            <p:nvSpPr>
              <p:cNvPr id="24" name="Line 146">
                <a:extLst>
                  <a:ext uri="{FF2B5EF4-FFF2-40B4-BE49-F238E27FC236}">
                    <a16:creationId xmlns:a16="http://schemas.microsoft.com/office/drawing/2014/main" id="{3E0D2B5A-6281-4FCB-ABFE-1002101F20CC}"/>
                  </a:ext>
                </a:extLst>
              </p:cNvPr>
              <p:cNvSpPr>
                <a:spLocks noChangeShapeType="1"/>
              </p:cNvSpPr>
              <p:nvPr/>
            </p:nvSpPr>
            <p:spPr bwMode="auto">
              <a:xfrm flipV="1">
                <a:off x="1447" y="2084"/>
                <a:ext cx="1" cy="46"/>
              </a:xfrm>
              <a:prstGeom prst="line">
                <a:avLst/>
              </a:prstGeom>
              <a:noFill/>
              <a:ln w="12700" cap="rnd">
                <a:solidFill>
                  <a:srgbClr val="000000"/>
                </a:solidFill>
                <a:round/>
                <a:headEnd/>
                <a:tailEnd/>
              </a:ln>
            </p:spPr>
            <p:txBody>
              <a:bodyPr/>
              <a:lstStyle/>
              <a:p>
                <a:endParaRPr lang="zh-CN" altLang="en-US"/>
              </a:p>
            </p:txBody>
          </p:sp>
          <p:sp>
            <p:nvSpPr>
              <p:cNvPr id="25" name="Line 147">
                <a:extLst>
                  <a:ext uri="{FF2B5EF4-FFF2-40B4-BE49-F238E27FC236}">
                    <a16:creationId xmlns:a16="http://schemas.microsoft.com/office/drawing/2014/main" id="{046FA1F4-81DA-47BF-A59A-013EAF9438A1}"/>
                  </a:ext>
                </a:extLst>
              </p:cNvPr>
              <p:cNvSpPr>
                <a:spLocks noChangeShapeType="1"/>
              </p:cNvSpPr>
              <p:nvPr/>
            </p:nvSpPr>
            <p:spPr bwMode="auto">
              <a:xfrm flipV="1">
                <a:off x="994" y="1984"/>
                <a:ext cx="1" cy="46"/>
              </a:xfrm>
              <a:prstGeom prst="line">
                <a:avLst/>
              </a:prstGeom>
              <a:noFill/>
              <a:ln w="12700" cap="rnd">
                <a:solidFill>
                  <a:srgbClr val="000000"/>
                </a:solidFill>
                <a:round/>
                <a:headEnd/>
                <a:tailEnd/>
              </a:ln>
            </p:spPr>
            <p:txBody>
              <a:bodyPr/>
              <a:lstStyle/>
              <a:p>
                <a:endParaRPr lang="zh-CN" altLang="en-US"/>
              </a:p>
            </p:txBody>
          </p:sp>
          <p:sp>
            <p:nvSpPr>
              <p:cNvPr id="26" name="Line 148">
                <a:extLst>
                  <a:ext uri="{FF2B5EF4-FFF2-40B4-BE49-F238E27FC236}">
                    <a16:creationId xmlns:a16="http://schemas.microsoft.com/office/drawing/2014/main" id="{1F1AA3CC-8DE6-44B1-AE4E-4F41EB365877}"/>
                  </a:ext>
                </a:extLst>
              </p:cNvPr>
              <p:cNvSpPr>
                <a:spLocks noChangeShapeType="1"/>
              </p:cNvSpPr>
              <p:nvPr/>
            </p:nvSpPr>
            <p:spPr bwMode="auto">
              <a:xfrm flipV="1">
                <a:off x="1070" y="1984"/>
                <a:ext cx="1" cy="46"/>
              </a:xfrm>
              <a:prstGeom prst="line">
                <a:avLst/>
              </a:prstGeom>
              <a:noFill/>
              <a:ln w="12700" cap="rnd">
                <a:solidFill>
                  <a:srgbClr val="000000"/>
                </a:solidFill>
                <a:round/>
                <a:headEnd/>
                <a:tailEnd/>
              </a:ln>
            </p:spPr>
            <p:txBody>
              <a:bodyPr/>
              <a:lstStyle/>
              <a:p>
                <a:endParaRPr lang="zh-CN" altLang="en-US"/>
              </a:p>
            </p:txBody>
          </p:sp>
          <p:sp>
            <p:nvSpPr>
              <p:cNvPr id="27" name="Line 149">
                <a:extLst>
                  <a:ext uri="{FF2B5EF4-FFF2-40B4-BE49-F238E27FC236}">
                    <a16:creationId xmlns:a16="http://schemas.microsoft.com/office/drawing/2014/main" id="{BC6358D3-B9F3-4003-B195-7A150801859A}"/>
                  </a:ext>
                </a:extLst>
              </p:cNvPr>
              <p:cNvSpPr>
                <a:spLocks noChangeShapeType="1"/>
              </p:cNvSpPr>
              <p:nvPr/>
            </p:nvSpPr>
            <p:spPr bwMode="auto">
              <a:xfrm flipV="1">
                <a:off x="1145" y="1984"/>
                <a:ext cx="1" cy="46"/>
              </a:xfrm>
              <a:prstGeom prst="line">
                <a:avLst/>
              </a:prstGeom>
              <a:noFill/>
              <a:ln w="12700" cap="rnd">
                <a:solidFill>
                  <a:srgbClr val="000000"/>
                </a:solidFill>
                <a:round/>
                <a:headEnd/>
                <a:tailEnd/>
              </a:ln>
            </p:spPr>
            <p:txBody>
              <a:bodyPr/>
              <a:lstStyle/>
              <a:p>
                <a:endParaRPr lang="zh-CN" altLang="en-US"/>
              </a:p>
            </p:txBody>
          </p:sp>
          <p:sp>
            <p:nvSpPr>
              <p:cNvPr id="28" name="Line 150">
                <a:extLst>
                  <a:ext uri="{FF2B5EF4-FFF2-40B4-BE49-F238E27FC236}">
                    <a16:creationId xmlns:a16="http://schemas.microsoft.com/office/drawing/2014/main" id="{473D4992-9DB4-4BE5-9B5F-FDB9102FC2DE}"/>
                  </a:ext>
                </a:extLst>
              </p:cNvPr>
              <p:cNvSpPr>
                <a:spLocks noChangeShapeType="1"/>
              </p:cNvSpPr>
              <p:nvPr/>
            </p:nvSpPr>
            <p:spPr bwMode="auto">
              <a:xfrm flipV="1">
                <a:off x="1221" y="1984"/>
                <a:ext cx="1" cy="46"/>
              </a:xfrm>
              <a:prstGeom prst="line">
                <a:avLst/>
              </a:prstGeom>
              <a:noFill/>
              <a:ln w="12700" cap="rnd">
                <a:solidFill>
                  <a:srgbClr val="000000"/>
                </a:solidFill>
                <a:round/>
                <a:headEnd/>
                <a:tailEnd/>
              </a:ln>
            </p:spPr>
            <p:txBody>
              <a:bodyPr/>
              <a:lstStyle/>
              <a:p>
                <a:endParaRPr lang="zh-CN" altLang="en-US"/>
              </a:p>
            </p:txBody>
          </p:sp>
          <p:sp>
            <p:nvSpPr>
              <p:cNvPr id="29" name="Line 151">
                <a:extLst>
                  <a:ext uri="{FF2B5EF4-FFF2-40B4-BE49-F238E27FC236}">
                    <a16:creationId xmlns:a16="http://schemas.microsoft.com/office/drawing/2014/main" id="{48CE7B93-0EB7-4292-93D3-2BA3E9FD7637}"/>
                  </a:ext>
                </a:extLst>
              </p:cNvPr>
              <p:cNvSpPr>
                <a:spLocks noChangeShapeType="1"/>
              </p:cNvSpPr>
              <p:nvPr/>
            </p:nvSpPr>
            <p:spPr bwMode="auto">
              <a:xfrm flipV="1">
                <a:off x="1296" y="1984"/>
                <a:ext cx="1" cy="46"/>
              </a:xfrm>
              <a:prstGeom prst="line">
                <a:avLst/>
              </a:prstGeom>
              <a:noFill/>
              <a:ln w="12700" cap="rnd">
                <a:solidFill>
                  <a:srgbClr val="000000"/>
                </a:solidFill>
                <a:round/>
                <a:headEnd/>
                <a:tailEnd/>
              </a:ln>
            </p:spPr>
            <p:txBody>
              <a:bodyPr/>
              <a:lstStyle/>
              <a:p>
                <a:endParaRPr lang="zh-CN" altLang="en-US"/>
              </a:p>
            </p:txBody>
          </p:sp>
          <p:sp>
            <p:nvSpPr>
              <p:cNvPr id="30" name="Line 152">
                <a:extLst>
                  <a:ext uri="{FF2B5EF4-FFF2-40B4-BE49-F238E27FC236}">
                    <a16:creationId xmlns:a16="http://schemas.microsoft.com/office/drawing/2014/main" id="{08F0EC73-2FB6-4758-B9A5-89CB43AE4A00}"/>
                  </a:ext>
                </a:extLst>
              </p:cNvPr>
              <p:cNvSpPr>
                <a:spLocks noChangeShapeType="1"/>
              </p:cNvSpPr>
              <p:nvPr/>
            </p:nvSpPr>
            <p:spPr bwMode="auto">
              <a:xfrm flipV="1">
                <a:off x="1371" y="1984"/>
                <a:ext cx="1" cy="46"/>
              </a:xfrm>
              <a:prstGeom prst="line">
                <a:avLst/>
              </a:prstGeom>
              <a:noFill/>
              <a:ln w="12700" cap="rnd">
                <a:solidFill>
                  <a:srgbClr val="000000"/>
                </a:solidFill>
                <a:round/>
                <a:headEnd/>
                <a:tailEnd/>
              </a:ln>
            </p:spPr>
            <p:txBody>
              <a:bodyPr/>
              <a:lstStyle/>
              <a:p>
                <a:endParaRPr lang="zh-CN" altLang="en-US"/>
              </a:p>
            </p:txBody>
          </p:sp>
          <p:sp>
            <p:nvSpPr>
              <p:cNvPr id="31" name="Line 153">
                <a:extLst>
                  <a:ext uri="{FF2B5EF4-FFF2-40B4-BE49-F238E27FC236}">
                    <a16:creationId xmlns:a16="http://schemas.microsoft.com/office/drawing/2014/main" id="{6BE4357C-A67E-45D8-A5FD-EE2677F1FEA9}"/>
                  </a:ext>
                </a:extLst>
              </p:cNvPr>
              <p:cNvSpPr>
                <a:spLocks noChangeShapeType="1"/>
              </p:cNvSpPr>
              <p:nvPr/>
            </p:nvSpPr>
            <p:spPr bwMode="auto">
              <a:xfrm flipV="1">
                <a:off x="1447" y="1984"/>
                <a:ext cx="1" cy="46"/>
              </a:xfrm>
              <a:prstGeom prst="line">
                <a:avLst/>
              </a:prstGeom>
              <a:noFill/>
              <a:ln w="12700" cap="rnd">
                <a:solidFill>
                  <a:srgbClr val="000000"/>
                </a:solidFill>
                <a:round/>
                <a:headEnd/>
                <a:tailEnd/>
              </a:ln>
            </p:spPr>
            <p:txBody>
              <a:bodyPr/>
              <a:lstStyle/>
              <a:p>
                <a:endParaRPr lang="zh-CN" altLang="en-US"/>
              </a:p>
            </p:txBody>
          </p:sp>
          <p:sp>
            <p:nvSpPr>
              <p:cNvPr id="32" name="Rectangle 154">
                <a:extLst>
                  <a:ext uri="{FF2B5EF4-FFF2-40B4-BE49-F238E27FC236}">
                    <a16:creationId xmlns:a16="http://schemas.microsoft.com/office/drawing/2014/main" id="{0B355E18-0ADF-456C-B013-405C32703316}"/>
                  </a:ext>
                </a:extLst>
              </p:cNvPr>
              <p:cNvSpPr>
                <a:spLocks noChangeArrowheads="1"/>
              </p:cNvSpPr>
              <p:nvPr/>
            </p:nvSpPr>
            <p:spPr bwMode="auto">
              <a:xfrm>
                <a:off x="1522" y="1979"/>
                <a:ext cx="604" cy="151"/>
              </a:xfrm>
              <a:prstGeom prst="rect">
                <a:avLst/>
              </a:prstGeom>
              <a:solidFill>
                <a:srgbClr val="CCCCFF"/>
              </a:solidFill>
              <a:ln w="12700" cap="rnd">
                <a:solidFill>
                  <a:srgbClr val="000000"/>
                </a:solidFill>
                <a:round/>
                <a:headEnd/>
                <a:tailEnd/>
              </a:ln>
            </p:spPr>
            <p:txBody>
              <a:bodyPr/>
              <a:lstStyle/>
              <a:p>
                <a:endParaRPr lang="zh-CN" altLang="en-US"/>
              </a:p>
            </p:txBody>
          </p:sp>
          <p:sp>
            <p:nvSpPr>
              <p:cNvPr id="33" name="Line 155">
                <a:extLst>
                  <a:ext uri="{FF2B5EF4-FFF2-40B4-BE49-F238E27FC236}">
                    <a16:creationId xmlns:a16="http://schemas.microsoft.com/office/drawing/2014/main" id="{18615CEB-EA7F-49A7-9552-90511FF5BF93}"/>
                  </a:ext>
                </a:extLst>
              </p:cNvPr>
              <p:cNvSpPr>
                <a:spLocks noChangeShapeType="1"/>
              </p:cNvSpPr>
              <p:nvPr/>
            </p:nvSpPr>
            <p:spPr bwMode="auto">
              <a:xfrm flipV="1">
                <a:off x="1598" y="2084"/>
                <a:ext cx="1" cy="46"/>
              </a:xfrm>
              <a:prstGeom prst="line">
                <a:avLst/>
              </a:prstGeom>
              <a:noFill/>
              <a:ln w="12700" cap="rnd">
                <a:solidFill>
                  <a:srgbClr val="000000"/>
                </a:solidFill>
                <a:round/>
                <a:headEnd/>
                <a:tailEnd/>
              </a:ln>
            </p:spPr>
            <p:txBody>
              <a:bodyPr/>
              <a:lstStyle/>
              <a:p>
                <a:endParaRPr lang="zh-CN" altLang="en-US"/>
              </a:p>
            </p:txBody>
          </p:sp>
          <p:sp>
            <p:nvSpPr>
              <p:cNvPr id="34" name="Line 156">
                <a:extLst>
                  <a:ext uri="{FF2B5EF4-FFF2-40B4-BE49-F238E27FC236}">
                    <a16:creationId xmlns:a16="http://schemas.microsoft.com/office/drawing/2014/main" id="{3EF939ED-49B0-4DFF-BAF7-66F998BB7220}"/>
                  </a:ext>
                </a:extLst>
              </p:cNvPr>
              <p:cNvSpPr>
                <a:spLocks noChangeShapeType="1"/>
              </p:cNvSpPr>
              <p:nvPr/>
            </p:nvSpPr>
            <p:spPr bwMode="auto">
              <a:xfrm flipV="1">
                <a:off x="1673" y="2084"/>
                <a:ext cx="1" cy="46"/>
              </a:xfrm>
              <a:prstGeom prst="line">
                <a:avLst/>
              </a:prstGeom>
              <a:noFill/>
              <a:ln w="12700" cap="rnd">
                <a:solidFill>
                  <a:srgbClr val="000000"/>
                </a:solidFill>
                <a:round/>
                <a:headEnd/>
                <a:tailEnd/>
              </a:ln>
            </p:spPr>
            <p:txBody>
              <a:bodyPr/>
              <a:lstStyle/>
              <a:p>
                <a:endParaRPr lang="zh-CN" altLang="en-US"/>
              </a:p>
            </p:txBody>
          </p:sp>
          <p:sp>
            <p:nvSpPr>
              <p:cNvPr id="35" name="Line 157">
                <a:extLst>
                  <a:ext uri="{FF2B5EF4-FFF2-40B4-BE49-F238E27FC236}">
                    <a16:creationId xmlns:a16="http://schemas.microsoft.com/office/drawing/2014/main" id="{C785FC21-A0AC-460D-8744-5CDE6693CE5C}"/>
                  </a:ext>
                </a:extLst>
              </p:cNvPr>
              <p:cNvSpPr>
                <a:spLocks noChangeShapeType="1"/>
              </p:cNvSpPr>
              <p:nvPr/>
            </p:nvSpPr>
            <p:spPr bwMode="auto">
              <a:xfrm flipV="1">
                <a:off x="1748" y="2084"/>
                <a:ext cx="1" cy="46"/>
              </a:xfrm>
              <a:prstGeom prst="line">
                <a:avLst/>
              </a:prstGeom>
              <a:noFill/>
              <a:ln w="12700" cap="rnd">
                <a:solidFill>
                  <a:srgbClr val="000000"/>
                </a:solidFill>
                <a:round/>
                <a:headEnd/>
                <a:tailEnd/>
              </a:ln>
            </p:spPr>
            <p:txBody>
              <a:bodyPr/>
              <a:lstStyle/>
              <a:p>
                <a:endParaRPr lang="zh-CN" altLang="en-US"/>
              </a:p>
            </p:txBody>
          </p:sp>
          <p:sp>
            <p:nvSpPr>
              <p:cNvPr id="36" name="Line 158">
                <a:extLst>
                  <a:ext uri="{FF2B5EF4-FFF2-40B4-BE49-F238E27FC236}">
                    <a16:creationId xmlns:a16="http://schemas.microsoft.com/office/drawing/2014/main" id="{745A9B1E-F323-4045-95FE-1BB78FAEDF6F}"/>
                  </a:ext>
                </a:extLst>
              </p:cNvPr>
              <p:cNvSpPr>
                <a:spLocks noChangeShapeType="1"/>
              </p:cNvSpPr>
              <p:nvPr/>
            </p:nvSpPr>
            <p:spPr bwMode="auto">
              <a:xfrm flipV="1">
                <a:off x="1824" y="2084"/>
                <a:ext cx="1" cy="46"/>
              </a:xfrm>
              <a:prstGeom prst="line">
                <a:avLst/>
              </a:prstGeom>
              <a:noFill/>
              <a:ln w="12700" cap="rnd">
                <a:solidFill>
                  <a:srgbClr val="000000"/>
                </a:solidFill>
                <a:round/>
                <a:headEnd/>
                <a:tailEnd/>
              </a:ln>
            </p:spPr>
            <p:txBody>
              <a:bodyPr/>
              <a:lstStyle/>
              <a:p>
                <a:endParaRPr lang="zh-CN" altLang="en-US"/>
              </a:p>
            </p:txBody>
          </p:sp>
          <p:sp>
            <p:nvSpPr>
              <p:cNvPr id="37" name="Line 159">
                <a:extLst>
                  <a:ext uri="{FF2B5EF4-FFF2-40B4-BE49-F238E27FC236}">
                    <a16:creationId xmlns:a16="http://schemas.microsoft.com/office/drawing/2014/main" id="{11600BB0-B33B-4835-A7CE-828B7ED6731D}"/>
                  </a:ext>
                </a:extLst>
              </p:cNvPr>
              <p:cNvSpPr>
                <a:spLocks noChangeShapeType="1"/>
              </p:cNvSpPr>
              <p:nvPr/>
            </p:nvSpPr>
            <p:spPr bwMode="auto">
              <a:xfrm flipV="1">
                <a:off x="1899" y="2084"/>
                <a:ext cx="1" cy="46"/>
              </a:xfrm>
              <a:prstGeom prst="line">
                <a:avLst/>
              </a:prstGeom>
              <a:noFill/>
              <a:ln w="12700" cap="rnd">
                <a:solidFill>
                  <a:srgbClr val="000000"/>
                </a:solidFill>
                <a:round/>
                <a:headEnd/>
                <a:tailEnd/>
              </a:ln>
            </p:spPr>
            <p:txBody>
              <a:bodyPr/>
              <a:lstStyle/>
              <a:p>
                <a:endParaRPr lang="zh-CN" altLang="en-US"/>
              </a:p>
            </p:txBody>
          </p:sp>
          <p:sp>
            <p:nvSpPr>
              <p:cNvPr id="38" name="Line 160">
                <a:extLst>
                  <a:ext uri="{FF2B5EF4-FFF2-40B4-BE49-F238E27FC236}">
                    <a16:creationId xmlns:a16="http://schemas.microsoft.com/office/drawing/2014/main" id="{1390CBF2-D32F-4005-92EA-1825FD17237D}"/>
                  </a:ext>
                </a:extLst>
              </p:cNvPr>
              <p:cNvSpPr>
                <a:spLocks noChangeShapeType="1"/>
              </p:cNvSpPr>
              <p:nvPr/>
            </p:nvSpPr>
            <p:spPr bwMode="auto">
              <a:xfrm flipV="1">
                <a:off x="1975" y="2084"/>
                <a:ext cx="1" cy="46"/>
              </a:xfrm>
              <a:prstGeom prst="line">
                <a:avLst/>
              </a:prstGeom>
              <a:noFill/>
              <a:ln w="12700" cap="rnd">
                <a:solidFill>
                  <a:srgbClr val="000000"/>
                </a:solidFill>
                <a:round/>
                <a:headEnd/>
                <a:tailEnd/>
              </a:ln>
            </p:spPr>
            <p:txBody>
              <a:bodyPr/>
              <a:lstStyle/>
              <a:p>
                <a:endParaRPr lang="zh-CN" altLang="en-US"/>
              </a:p>
            </p:txBody>
          </p:sp>
          <p:sp>
            <p:nvSpPr>
              <p:cNvPr id="39" name="Line 161">
                <a:extLst>
                  <a:ext uri="{FF2B5EF4-FFF2-40B4-BE49-F238E27FC236}">
                    <a16:creationId xmlns:a16="http://schemas.microsoft.com/office/drawing/2014/main" id="{E8B01F1B-8E29-4FA5-9640-AC07E9DD4662}"/>
                  </a:ext>
                </a:extLst>
              </p:cNvPr>
              <p:cNvSpPr>
                <a:spLocks noChangeShapeType="1"/>
              </p:cNvSpPr>
              <p:nvPr/>
            </p:nvSpPr>
            <p:spPr bwMode="auto">
              <a:xfrm flipV="1">
                <a:off x="2050" y="2084"/>
                <a:ext cx="1" cy="46"/>
              </a:xfrm>
              <a:prstGeom prst="line">
                <a:avLst/>
              </a:prstGeom>
              <a:noFill/>
              <a:ln w="12700" cap="rnd">
                <a:solidFill>
                  <a:srgbClr val="000000"/>
                </a:solidFill>
                <a:round/>
                <a:headEnd/>
                <a:tailEnd/>
              </a:ln>
            </p:spPr>
            <p:txBody>
              <a:bodyPr/>
              <a:lstStyle/>
              <a:p>
                <a:endParaRPr lang="zh-CN" altLang="en-US"/>
              </a:p>
            </p:txBody>
          </p:sp>
          <p:sp>
            <p:nvSpPr>
              <p:cNvPr id="40" name="Line 162">
                <a:extLst>
                  <a:ext uri="{FF2B5EF4-FFF2-40B4-BE49-F238E27FC236}">
                    <a16:creationId xmlns:a16="http://schemas.microsoft.com/office/drawing/2014/main" id="{9FAD1458-FA0E-43D8-9D36-E670F1064A09}"/>
                  </a:ext>
                </a:extLst>
              </p:cNvPr>
              <p:cNvSpPr>
                <a:spLocks noChangeShapeType="1"/>
              </p:cNvSpPr>
              <p:nvPr/>
            </p:nvSpPr>
            <p:spPr bwMode="auto">
              <a:xfrm flipV="1">
                <a:off x="1598" y="1984"/>
                <a:ext cx="1" cy="46"/>
              </a:xfrm>
              <a:prstGeom prst="line">
                <a:avLst/>
              </a:prstGeom>
              <a:noFill/>
              <a:ln w="12700" cap="rnd">
                <a:solidFill>
                  <a:srgbClr val="000000"/>
                </a:solidFill>
                <a:round/>
                <a:headEnd/>
                <a:tailEnd/>
              </a:ln>
            </p:spPr>
            <p:txBody>
              <a:bodyPr/>
              <a:lstStyle/>
              <a:p>
                <a:endParaRPr lang="zh-CN" altLang="en-US"/>
              </a:p>
            </p:txBody>
          </p:sp>
          <p:sp>
            <p:nvSpPr>
              <p:cNvPr id="41" name="Line 163">
                <a:extLst>
                  <a:ext uri="{FF2B5EF4-FFF2-40B4-BE49-F238E27FC236}">
                    <a16:creationId xmlns:a16="http://schemas.microsoft.com/office/drawing/2014/main" id="{B545AEA7-A04D-4CEF-8F84-3F650795DCEE}"/>
                  </a:ext>
                </a:extLst>
              </p:cNvPr>
              <p:cNvSpPr>
                <a:spLocks noChangeShapeType="1"/>
              </p:cNvSpPr>
              <p:nvPr/>
            </p:nvSpPr>
            <p:spPr bwMode="auto">
              <a:xfrm flipV="1">
                <a:off x="1673" y="1984"/>
                <a:ext cx="1" cy="46"/>
              </a:xfrm>
              <a:prstGeom prst="line">
                <a:avLst/>
              </a:prstGeom>
              <a:noFill/>
              <a:ln w="12700" cap="rnd">
                <a:solidFill>
                  <a:srgbClr val="000000"/>
                </a:solidFill>
                <a:round/>
                <a:headEnd/>
                <a:tailEnd/>
              </a:ln>
            </p:spPr>
            <p:txBody>
              <a:bodyPr/>
              <a:lstStyle/>
              <a:p>
                <a:endParaRPr lang="zh-CN" altLang="en-US"/>
              </a:p>
            </p:txBody>
          </p:sp>
          <p:sp>
            <p:nvSpPr>
              <p:cNvPr id="42" name="Line 164">
                <a:extLst>
                  <a:ext uri="{FF2B5EF4-FFF2-40B4-BE49-F238E27FC236}">
                    <a16:creationId xmlns:a16="http://schemas.microsoft.com/office/drawing/2014/main" id="{9D757E0D-7759-4940-822F-C325B3B41422}"/>
                  </a:ext>
                </a:extLst>
              </p:cNvPr>
              <p:cNvSpPr>
                <a:spLocks noChangeShapeType="1"/>
              </p:cNvSpPr>
              <p:nvPr/>
            </p:nvSpPr>
            <p:spPr bwMode="auto">
              <a:xfrm flipV="1">
                <a:off x="1748" y="1984"/>
                <a:ext cx="1" cy="46"/>
              </a:xfrm>
              <a:prstGeom prst="line">
                <a:avLst/>
              </a:prstGeom>
              <a:noFill/>
              <a:ln w="12700" cap="rnd">
                <a:solidFill>
                  <a:srgbClr val="000000"/>
                </a:solidFill>
                <a:round/>
                <a:headEnd/>
                <a:tailEnd/>
              </a:ln>
            </p:spPr>
            <p:txBody>
              <a:bodyPr/>
              <a:lstStyle/>
              <a:p>
                <a:endParaRPr lang="zh-CN" altLang="en-US"/>
              </a:p>
            </p:txBody>
          </p:sp>
          <p:sp>
            <p:nvSpPr>
              <p:cNvPr id="43" name="Line 165">
                <a:extLst>
                  <a:ext uri="{FF2B5EF4-FFF2-40B4-BE49-F238E27FC236}">
                    <a16:creationId xmlns:a16="http://schemas.microsoft.com/office/drawing/2014/main" id="{42FB32CE-D16E-4F94-A446-BF3704700520}"/>
                  </a:ext>
                </a:extLst>
              </p:cNvPr>
              <p:cNvSpPr>
                <a:spLocks noChangeShapeType="1"/>
              </p:cNvSpPr>
              <p:nvPr/>
            </p:nvSpPr>
            <p:spPr bwMode="auto">
              <a:xfrm flipV="1">
                <a:off x="1824" y="1984"/>
                <a:ext cx="1" cy="46"/>
              </a:xfrm>
              <a:prstGeom prst="line">
                <a:avLst/>
              </a:prstGeom>
              <a:noFill/>
              <a:ln w="12700" cap="rnd">
                <a:solidFill>
                  <a:srgbClr val="000000"/>
                </a:solidFill>
                <a:round/>
                <a:headEnd/>
                <a:tailEnd/>
              </a:ln>
            </p:spPr>
            <p:txBody>
              <a:bodyPr/>
              <a:lstStyle/>
              <a:p>
                <a:endParaRPr lang="zh-CN" altLang="en-US"/>
              </a:p>
            </p:txBody>
          </p:sp>
          <p:sp>
            <p:nvSpPr>
              <p:cNvPr id="44" name="Line 166">
                <a:extLst>
                  <a:ext uri="{FF2B5EF4-FFF2-40B4-BE49-F238E27FC236}">
                    <a16:creationId xmlns:a16="http://schemas.microsoft.com/office/drawing/2014/main" id="{F3D0B5DB-4D9E-4727-8615-98D1061D940A}"/>
                  </a:ext>
                </a:extLst>
              </p:cNvPr>
              <p:cNvSpPr>
                <a:spLocks noChangeShapeType="1"/>
              </p:cNvSpPr>
              <p:nvPr/>
            </p:nvSpPr>
            <p:spPr bwMode="auto">
              <a:xfrm flipV="1">
                <a:off x="1899" y="1984"/>
                <a:ext cx="1" cy="46"/>
              </a:xfrm>
              <a:prstGeom prst="line">
                <a:avLst/>
              </a:prstGeom>
              <a:noFill/>
              <a:ln w="12700" cap="rnd">
                <a:solidFill>
                  <a:srgbClr val="000000"/>
                </a:solidFill>
                <a:round/>
                <a:headEnd/>
                <a:tailEnd/>
              </a:ln>
            </p:spPr>
            <p:txBody>
              <a:bodyPr/>
              <a:lstStyle/>
              <a:p>
                <a:endParaRPr lang="zh-CN" altLang="en-US"/>
              </a:p>
            </p:txBody>
          </p:sp>
          <p:sp>
            <p:nvSpPr>
              <p:cNvPr id="45" name="Line 167">
                <a:extLst>
                  <a:ext uri="{FF2B5EF4-FFF2-40B4-BE49-F238E27FC236}">
                    <a16:creationId xmlns:a16="http://schemas.microsoft.com/office/drawing/2014/main" id="{F8D84FA2-3FEB-4D87-9B23-A6EC9F0F260E}"/>
                  </a:ext>
                </a:extLst>
              </p:cNvPr>
              <p:cNvSpPr>
                <a:spLocks noChangeShapeType="1"/>
              </p:cNvSpPr>
              <p:nvPr/>
            </p:nvSpPr>
            <p:spPr bwMode="auto">
              <a:xfrm flipV="1">
                <a:off x="1975" y="1984"/>
                <a:ext cx="1" cy="46"/>
              </a:xfrm>
              <a:prstGeom prst="line">
                <a:avLst/>
              </a:prstGeom>
              <a:noFill/>
              <a:ln w="12700" cap="rnd">
                <a:solidFill>
                  <a:srgbClr val="000000"/>
                </a:solidFill>
                <a:round/>
                <a:headEnd/>
                <a:tailEnd/>
              </a:ln>
            </p:spPr>
            <p:txBody>
              <a:bodyPr/>
              <a:lstStyle/>
              <a:p>
                <a:endParaRPr lang="zh-CN" altLang="en-US"/>
              </a:p>
            </p:txBody>
          </p:sp>
          <p:sp>
            <p:nvSpPr>
              <p:cNvPr id="46" name="Line 168">
                <a:extLst>
                  <a:ext uri="{FF2B5EF4-FFF2-40B4-BE49-F238E27FC236}">
                    <a16:creationId xmlns:a16="http://schemas.microsoft.com/office/drawing/2014/main" id="{B4EE93C1-90F7-4730-8D22-E4EC9C103806}"/>
                  </a:ext>
                </a:extLst>
              </p:cNvPr>
              <p:cNvSpPr>
                <a:spLocks noChangeShapeType="1"/>
              </p:cNvSpPr>
              <p:nvPr/>
            </p:nvSpPr>
            <p:spPr bwMode="auto">
              <a:xfrm flipV="1">
                <a:off x="2050" y="1984"/>
                <a:ext cx="1" cy="46"/>
              </a:xfrm>
              <a:prstGeom prst="line">
                <a:avLst/>
              </a:prstGeom>
              <a:noFill/>
              <a:ln w="12700" cap="rnd">
                <a:solidFill>
                  <a:srgbClr val="000000"/>
                </a:solidFill>
                <a:round/>
                <a:headEnd/>
                <a:tailEnd/>
              </a:ln>
            </p:spPr>
            <p:txBody>
              <a:bodyPr/>
              <a:lstStyle/>
              <a:p>
                <a:endParaRPr lang="zh-CN" altLang="en-US"/>
              </a:p>
            </p:txBody>
          </p:sp>
          <p:sp>
            <p:nvSpPr>
              <p:cNvPr id="47" name="Rectangle 169">
                <a:extLst>
                  <a:ext uri="{FF2B5EF4-FFF2-40B4-BE49-F238E27FC236}">
                    <a16:creationId xmlns:a16="http://schemas.microsoft.com/office/drawing/2014/main" id="{E34A0255-480B-4D46-8003-A693D1C75828}"/>
                  </a:ext>
                </a:extLst>
              </p:cNvPr>
              <p:cNvSpPr>
                <a:spLocks noChangeArrowheads="1"/>
              </p:cNvSpPr>
              <p:nvPr/>
            </p:nvSpPr>
            <p:spPr bwMode="auto">
              <a:xfrm>
                <a:off x="2126" y="1979"/>
                <a:ext cx="603" cy="151"/>
              </a:xfrm>
              <a:prstGeom prst="rect">
                <a:avLst/>
              </a:prstGeom>
              <a:solidFill>
                <a:srgbClr val="CCCCFF"/>
              </a:solidFill>
              <a:ln w="12700" cap="rnd">
                <a:solidFill>
                  <a:srgbClr val="000000"/>
                </a:solidFill>
                <a:round/>
                <a:headEnd/>
                <a:tailEnd/>
              </a:ln>
            </p:spPr>
            <p:txBody>
              <a:bodyPr/>
              <a:lstStyle/>
              <a:p>
                <a:endParaRPr lang="zh-CN" altLang="en-US"/>
              </a:p>
            </p:txBody>
          </p:sp>
          <p:sp>
            <p:nvSpPr>
              <p:cNvPr id="48" name="Line 170">
                <a:extLst>
                  <a:ext uri="{FF2B5EF4-FFF2-40B4-BE49-F238E27FC236}">
                    <a16:creationId xmlns:a16="http://schemas.microsoft.com/office/drawing/2014/main" id="{91BDAFAB-0434-4563-8A36-8853B3D00D2C}"/>
                  </a:ext>
                </a:extLst>
              </p:cNvPr>
              <p:cNvSpPr>
                <a:spLocks noChangeShapeType="1"/>
              </p:cNvSpPr>
              <p:nvPr/>
            </p:nvSpPr>
            <p:spPr bwMode="auto">
              <a:xfrm flipV="1">
                <a:off x="2201" y="2084"/>
                <a:ext cx="1" cy="46"/>
              </a:xfrm>
              <a:prstGeom prst="line">
                <a:avLst/>
              </a:prstGeom>
              <a:noFill/>
              <a:ln w="12700" cap="rnd">
                <a:solidFill>
                  <a:srgbClr val="000000"/>
                </a:solidFill>
                <a:round/>
                <a:headEnd/>
                <a:tailEnd/>
              </a:ln>
            </p:spPr>
            <p:txBody>
              <a:bodyPr/>
              <a:lstStyle/>
              <a:p>
                <a:endParaRPr lang="zh-CN" altLang="en-US"/>
              </a:p>
            </p:txBody>
          </p:sp>
          <p:sp>
            <p:nvSpPr>
              <p:cNvPr id="49" name="Line 171">
                <a:extLst>
                  <a:ext uri="{FF2B5EF4-FFF2-40B4-BE49-F238E27FC236}">
                    <a16:creationId xmlns:a16="http://schemas.microsoft.com/office/drawing/2014/main" id="{CD29C51C-CB29-4CFA-BB51-2D4C7028DE6B}"/>
                  </a:ext>
                </a:extLst>
              </p:cNvPr>
              <p:cNvSpPr>
                <a:spLocks noChangeShapeType="1"/>
              </p:cNvSpPr>
              <p:nvPr/>
            </p:nvSpPr>
            <p:spPr bwMode="auto">
              <a:xfrm flipV="1">
                <a:off x="2276" y="2084"/>
                <a:ext cx="1" cy="46"/>
              </a:xfrm>
              <a:prstGeom prst="line">
                <a:avLst/>
              </a:prstGeom>
              <a:noFill/>
              <a:ln w="12700" cap="rnd">
                <a:solidFill>
                  <a:srgbClr val="000000"/>
                </a:solidFill>
                <a:round/>
                <a:headEnd/>
                <a:tailEnd/>
              </a:ln>
            </p:spPr>
            <p:txBody>
              <a:bodyPr/>
              <a:lstStyle/>
              <a:p>
                <a:endParaRPr lang="zh-CN" altLang="en-US"/>
              </a:p>
            </p:txBody>
          </p:sp>
          <p:sp>
            <p:nvSpPr>
              <p:cNvPr id="50" name="Line 172">
                <a:extLst>
                  <a:ext uri="{FF2B5EF4-FFF2-40B4-BE49-F238E27FC236}">
                    <a16:creationId xmlns:a16="http://schemas.microsoft.com/office/drawing/2014/main" id="{99679DB8-B444-48E0-8573-42C777E2E58D}"/>
                  </a:ext>
                </a:extLst>
              </p:cNvPr>
              <p:cNvSpPr>
                <a:spLocks noChangeShapeType="1"/>
              </p:cNvSpPr>
              <p:nvPr/>
            </p:nvSpPr>
            <p:spPr bwMode="auto">
              <a:xfrm flipV="1">
                <a:off x="2352" y="2084"/>
                <a:ext cx="1" cy="46"/>
              </a:xfrm>
              <a:prstGeom prst="line">
                <a:avLst/>
              </a:prstGeom>
              <a:noFill/>
              <a:ln w="12700" cap="rnd">
                <a:solidFill>
                  <a:srgbClr val="000000"/>
                </a:solidFill>
                <a:round/>
                <a:headEnd/>
                <a:tailEnd/>
              </a:ln>
            </p:spPr>
            <p:txBody>
              <a:bodyPr/>
              <a:lstStyle/>
              <a:p>
                <a:endParaRPr lang="zh-CN" altLang="en-US"/>
              </a:p>
            </p:txBody>
          </p:sp>
          <p:sp>
            <p:nvSpPr>
              <p:cNvPr id="51" name="Line 173">
                <a:extLst>
                  <a:ext uri="{FF2B5EF4-FFF2-40B4-BE49-F238E27FC236}">
                    <a16:creationId xmlns:a16="http://schemas.microsoft.com/office/drawing/2014/main" id="{F33F20DD-E80D-4642-AD95-74B52E459448}"/>
                  </a:ext>
                </a:extLst>
              </p:cNvPr>
              <p:cNvSpPr>
                <a:spLocks noChangeShapeType="1"/>
              </p:cNvSpPr>
              <p:nvPr/>
            </p:nvSpPr>
            <p:spPr bwMode="auto">
              <a:xfrm flipV="1">
                <a:off x="2427" y="2084"/>
                <a:ext cx="1" cy="46"/>
              </a:xfrm>
              <a:prstGeom prst="line">
                <a:avLst/>
              </a:prstGeom>
              <a:noFill/>
              <a:ln w="12700" cap="rnd">
                <a:solidFill>
                  <a:srgbClr val="000000"/>
                </a:solidFill>
                <a:round/>
                <a:headEnd/>
                <a:tailEnd/>
              </a:ln>
            </p:spPr>
            <p:txBody>
              <a:bodyPr/>
              <a:lstStyle/>
              <a:p>
                <a:endParaRPr lang="zh-CN" altLang="en-US"/>
              </a:p>
            </p:txBody>
          </p:sp>
          <p:sp>
            <p:nvSpPr>
              <p:cNvPr id="52" name="Line 174">
                <a:extLst>
                  <a:ext uri="{FF2B5EF4-FFF2-40B4-BE49-F238E27FC236}">
                    <a16:creationId xmlns:a16="http://schemas.microsoft.com/office/drawing/2014/main" id="{80EEF837-1E01-462A-A6CB-4CABE57C3A1E}"/>
                  </a:ext>
                </a:extLst>
              </p:cNvPr>
              <p:cNvSpPr>
                <a:spLocks noChangeShapeType="1"/>
              </p:cNvSpPr>
              <p:nvPr/>
            </p:nvSpPr>
            <p:spPr bwMode="auto">
              <a:xfrm flipV="1">
                <a:off x="2503" y="2084"/>
                <a:ext cx="1" cy="46"/>
              </a:xfrm>
              <a:prstGeom prst="line">
                <a:avLst/>
              </a:prstGeom>
              <a:noFill/>
              <a:ln w="12700" cap="rnd">
                <a:solidFill>
                  <a:srgbClr val="000000"/>
                </a:solidFill>
                <a:round/>
                <a:headEnd/>
                <a:tailEnd/>
              </a:ln>
            </p:spPr>
            <p:txBody>
              <a:bodyPr/>
              <a:lstStyle/>
              <a:p>
                <a:endParaRPr lang="zh-CN" altLang="en-US"/>
              </a:p>
            </p:txBody>
          </p:sp>
          <p:sp>
            <p:nvSpPr>
              <p:cNvPr id="53" name="Line 175">
                <a:extLst>
                  <a:ext uri="{FF2B5EF4-FFF2-40B4-BE49-F238E27FC236}">
                    <a16:creationId xmlns:a16="http://schemas.microsoft.com/office/drawing/2014/main" id="{C960ED5E-1DF5-4C4A-8020-9D4E8E2BE43F}"/>
                  </a:ext>
                </a:extLst>
              </p:cNvPr>
              <p:cNvSpPr>
                <a:spLocks noChangeShapeType="1"/>
              </p:cNvSpPr>
              <p:nvPr/>
            </p:nvSpPr>
            <p:spPr bwMode="auto">
              <a:xfrm flipV="1">
                <a:off x="2578" y="2084"/>
                <a:ext cx="1" cy="46"/>
              </a:xfrm>
              <a:prstGeom prst="line">
                <a:avLst/>
              </a:prstGeom>
              <a:noFill/>
              <a:ln w="12700" cap="rnd">
                <a:solidFill>
                  <a:srgbClr val="000000"/>
                </a:solidFill>
                <a:round/>
                <a:headEnd/>
                <a:tailEnd/>
              </a:ln>
            </p:spPr>
            <p:txBody>
              <a:bodyPr/>
              <a:lstStyle/>
              <a:p>
                <a:endParaRPr lang="zh-CN" altLang="en-US"/>
              </a:p>
            </p:txBody>
          </p:sp>
          <p:sp>
            <p:nvSpPr>
              <p:cNvPr id="54" name="Line 176">
                <a:extLst>
                  <a:ext uri="{FF2B5EF4-FFF2-40B4-BE49-F238E27FC236}">
                    <a16:creationId xmlns:a16="http://schemas.microsoft.com/office/drawing/2014/main" id="{BAD776DD-B6FB-4E7F-8071-64D10F03379E}"/>
                  </a:ext>
                </a:extLst>
              </p:cNvPr>
              <p:cNvSpPr>
                <a:spLocks noChangeShapeType="1"/>
              </p:cNvSpPr>
              <p:nvPr/>
            </p:nvSpPr>
            <p:spPr bwMode="auto">
              <a:xfrm flipV="1">
                <a:off x="2654" y="2084"/>
                <a:ext cx="1" cy="46"/>
              </a:xfrm>
              <a:prstGeom prst="line">
                <a:avLst/>
              </a:prstGeom>
              <a:noFill/>
              <a:ln w="12700" cap="rnd">
                <a:solidFill>
                  <a:srgbClr val="000000"/>
                </a:solidFill>
                <a:round/>
                <a:headEnd/>
                <a:tailEnd/>
              </a:ln>
            </p:spPr>
            <p:txBody>
              <a:bodyPr/>
              <a:lstStyle/>
              <a:p>
                <a:endParaRPr lang="zh-CN" altLang="en-US"/>
              </a:p>
            </p:txBody>
          </p:sp>
          <p:sp>
            <p:nvSpPr>
              <p:cNvPr id="55" name="Line 177">
                <a:extLst>
                  <a:ext uri="{FF2B5EF4-FFF2-40B4-BE49-F238E27FC236}">
                    <a16:creationId xmlns:a16="http://schemas.microsoft.com/office/drawing/2014/main" id="{C6629F3C-39C6-48A5-8A39-D35452845EB9}"/>
                  </a:ext>
                </a:extLst>
              </p:cNvPr>
              <p:cNvSpPr>
                <a:spLocks noChangeShapeType="1"/>
              </p:cNvSpPr>
              <p:nvPr/>
            </p:nvSpPr>
            <p:spPr bwMode="auto">
              <a:xfrm flipV="1">
                <a:off x="2201" y="1984"/>
                <a:ext cx="1" cy="46"/>
              </a:xfrm>
              <a:prstGeom prst="line">
                <a:avLst/>
              </a:prstGeom>
              <a:noFill/>
              <a:ln w="12700" cap="rnd">
                <a:solidFill>
                  <a:srgbClr val="000000"/>
                </a:solidFill>
                <a:round/>
                <a:headEnd/>
                <a:tailEnd/>
              </a:ln>
            </p:spPr>
            <p:txBody>
              <a:bodyPr/>
              <a:lstStyle/>
              <a:p>
                <a:endParaRPr lang="zh-CN" altLang="en-US"/>
              </a:p>
            </p:txBody>
          </p:sp>
          <p:sp>
            <p:nvSpPr>
              <p:cNvPr id="56" name="Line 178">
                <a:extLst>
                  <a:ext uri="{FF2B5EF4-FFF2-40B4-BE49-F238E27FC236}">
                    <a16:creationId xmlns:a16="http://schemas.microsoft.com/office/drawing/2014/main" id="{DC949300-A14A-43D8-B6E6-7B4EFF2C8261}"/>
                  </a:ext>
                </a:extLst>
              </p:cNvPr>
              <p:cNvSpPr>
                <a:spLocks noChangeShapeType="1"/>
              </p:cNvSpPr>
              <p:nvPr/>
            </p:nvSpPr>
            <p:spPr bwMode="auto">
              <a:xfrm flipV="1">
                <a:off x="2276" y="1984"/>
                <a:ext cx="1" cy="46"/>
              </a:xfrm>
              <a:prstGeom prst="line">
                <a:avLst/>
              </a:prstGeom>
              <a:noFill/>
              <a:ln w="12700" cap="rnd">
                <a:solidFill>
                  <a:srgbClr val="000000"/>
                </a:solidFill>
                <a:round/>
                <a:headEnd/>
                <a:tailEnd/>
              </a:ln>
            </p:spPr>
            <p:txBody>
              <a:bodyPr/>
              <a:lstStyle/>
              <a:p>
                <a:endParaRPr lang="zh-CN" altLang="en-US"/>
              </a:p>
            </p:txBody>
          </p:sp>
          <p:sp>
            <p:nvSpPr>
              <p:cNvPr id="57" name="Line 179">
                <a:extLst>
                  <a:ext uri="{FF2B5EF4-FFF2-40B4-BE49-F238E27FC236}">
                    <a16:creationId xmlns:a16="http://schemas.microsoft.com/office/drawing/2014/main" id="{449E9845-9A80-4E8E-A8D5-4F33DCF35A25}"/>
                  </a:ext>
                </a:extLst>
              </p:cNvPr>
              <p:cNvSpPr>
                <a:spLocks noChangeShapeType="1"/>
              </p:cNvSpPr>
              <p:nvPr/>
            </p:nvSpPr>
            <p:spPr bwMode="auto">
              <a:xfrm flipV="1">
                <a:off x="2352" y="1984"/>
                <a:ext cx="1" cy="46"/>
              </a:xfrm>
              <a:prstGeom prst="line">
                <a:avLst/>
              </a:prstGeom>
              <a:noFill/>
              <a:ln w="12700" cap="rnd">
                <a:solidFill>
                  <a:srgbClr val="000000"/>
                </a:solidFill>
                <a:round/>
                <a:headEnd/>
                <a:tailEnd/>
              </a:ln>
            </p:spPr>
            <p:txBody>
              <a:bodyPr/>
              <a:lstStyle/>
              <a:p>
                <a:endParaRPr lang="zh-CN" altLang="en-US"/>
              </a:p>
            </p:txBody>
          </p:sp>
          <p:sp>
            <p:nvSpPr>
              <p:cNvPr id="58" name="Line 180">
                <a:extLst>
                  <a:ext uri="{FF2B5EF4-FFF2-40B4-BE49-F238E27FC236}">
                    <a16:creationId xmlns:a16="http://schemas.microsoft.com/office/drawing/2014/main" id="{9EBB2A8D-C93B-4455-8438-45820F3CF2CA}"/>
                  </a:ext>
                </a:extLst>
              </p:cNvPr>
              <p:cNvSpPr>
                <a:spLocks noChangeShapeType="1"/>
              </p:cNvSpPr>
              <p:nvPr/>
            </p:nvSpPr>
            <p:spPr bwMode="auto">
              <a:xfrm flipV="1">
                <a:off x="2427" y="1984"/>
                <a:ext cx="1" cy="46"/>
              </a:xfrm>
              <a:prstGeom prst="line">
                <a:avLst/>
              </a:prstGeom>
              <a:noFill/>
              <a:ln w="12700" cap="rnd">
                <a:solidFill>
                  <a:srgbClr val="000000"/>
                </a:solidFill>
                <a:round/>
                <a:headEnd/>
                <a:tailEnd/>
              </a:ln>
            </p:spPr>
            <p:txBody>
              <a:bodyPr/>
              <a:lstStyle/>
              <a:p>
                <a:endParaRPr lang="zh-CN" altLang="en-US"/>
              </a:p>
            </p:txBody>
          </p:sp>
          <p:sp>
            <p:nvSpPr>
              <p:cNvPr id="59" name="Line 181">
                <a:extLst>
                  <a:ext uri="{FF2B5EF4-FFF2-40B4-BE49-F238E27FC236}">
                    <a16:creationId xmlns:a16="http://schemas.microsoft.com/office/drawing/2014/main" id="{BE8AF5FB-D11C-459E-83CF-47581229513C}"/>
                  </a:ext>
                </a:extLst>
              </p:cNvPr>
              <p:cNvSpPr>
                <a:spLocks noChangeShapeType="1"/>
              </p:cNvSpPr>
              <p:nvPr/>
            </p:nvSpPr>
            <p:spPr bwMode="auto">
              <a:xfrm flipV="1">
                <a:off x="2503" y="1984"/>
                <a:ext cx="1" cy="46"/>
              </a:xfrm>
              <a:prstGeom prst="line">
                <a:avLst/>
              </a:prstGeom>
              <a:noFill/>
              <a:ln w="12700" cap="rnd">
                <a:solidFill>
                  <a:srgbClr val="000000"/>
                </a:solidFill>
                <a:round/>
                <a:headEnd/>
                <a:tailEnd/>
              </a:ln>
            </p:spPr>
            <p:txBody>
              <a:bodyPr/>
              <a:lstStyle/>
              <a:p>
                <a:endParaRPr lang="zh-CN" altLang="en-US"/>
              </a:p>
            </p:txBody>
          </p:sp>
          <p:sp>
            <p:nvSpPr>
              <p:cNvPr id="60" name="Line 182">
                <a:extLst>
                  <a:ext uri="{FF2B5EF4-FFF2-40B4-BE49-F238E27FC236}">
                    <a16:creationId xmlns:a16="http://schemas.microsoft.com/office/drawing/2014/main" id="{6AEC0035-4857-46E3-9168-96C66A7AB68A}"/>
                  </a:ext>
                </a:extLst>
              </p:cNvPr>
              <p:cNvSpPr>
                <a:spLocks noChangeShapeType="1"/>
              </p:cNvSpPr>
              <p:nvPr/>
            </p:nvSpPr>
            <p:spPr bwMode="auto">
              <a:xfrm flipV="1">
                <a:off x="2578" y="1984"/>
                <a:ext cx="1" cy="46"/>
              </a:xfrm>
              <a:prstGeom prst="line">
                <a:avLst/>
              </a:prstGeom>
              <a:noFill/>
              <a:ln w="12700" cap="rnd">
                <a:solidFill>
                  <a:srgbClr val="000000"/>
                </a:solidFill>
                <a:round/>
                <a:headEnd/>
                <a:tailEnd/>
              </a:ln>
            </p:spPr>
            <p:txBody>
              <a:bodyPr/>
              <a:lstStyle/>
              <a:p>
                <a:endParaRPr lang="zh-CN" altLang="en-US"/>
              </a:p>
            </p:txBody>
          </p:sp>
          <p:sp>
            <p:nvSpPr>
              <p:cNvPr id="61" name="Line 183">
                <a:extLst>
                  <a:ext uri="{FF2B5EF4-FFF2-40B4-BE49-F238E27FC236}">
                    <a16:creationId xmlns:a16="http://schemas.microsoft.com/office/drawing/2014/main" id="{00063829-492C-47B1-BABD-BDCC9DB3FFF5}"/>
                  </a:ext>
                </a:extLst>
              </p:cNvPr>
              <p:cNvSpPr>
                <a:spLocks noChangeShapeType="1"/>
              </p:cNvSpPr>
              <p:nvPr/>
            </p:nvSpPr>
            <p:spPr bwMode="auto">
              <a:xfrm flipV="1">
                <a:off x="2654" y="1984"/>
                <a:ext cx="1" cy="46"/>
              </a:xfrm>
              <a:prstGeom prst="line">
                <a:avLst/>
              </a:prstGeom>
              <a:noFill/>
              <a:ln w="12700" cap="rnd">
                <a:solidFill>
                  <a:srgbClr val="000000"/>
                </a:solidFill>
                <a:round/>
                <a:headEnd/>
                <a:tailEnd/>
              </a:ln>
            </p:spPr>
            <p:txBody>
              <a:bodyPr/>
              <a:lstStyle/>
              <a:p>
                <a:endParaRPr lang="zh-CN" altLang="en-US"/>
              </a:p>
            </p:txBody>
          </p:sp>
          <p:sp>
            <p:nvSpPr>
              <p:cNvPr id="62" name="Rectangle 184">
                <a:extLst>
                  <a:ext uri="{FF2B5EF4-FFF2-40B4-BE49-F238E27FC236}">
                    <a16:creationId xmlns:a16="http://schemas.microsoft.com/office/drawing/2014/main" id="{237935BB-6C4C-4B0A-84A0-35F5B0AD5E44}"/>
                  </a:ext>
                </a:extLst>
              </p:cNvPr>
              <p:cNvSpPr>
                <a:spLocks noChangeArrowheads="1"/>
              </p:cNvSpPr>
              <p:nvPr/>
            </p:nvSpPr>
            <p:spPr bwMode="auto">
              <a:xfrm>
                <a:off x="2729" y="1979"/>
                <a:ext cx="603" cy="151"/>
              </a:xfrm>
              <a:prstGeom prst="rect">
                <a:avLst/>
              </a:prstGeom>
              <a:solidFill>
                <a:srgbClr val="FFFFFF"/>
              </a:solidFill>
              <a:ln w="12700" cap="rnd">
                <a:solidFill>
                  <a:srgbClr val="000000"/>
                </a:solidFill>
                <a:round/>
                <a:headEnd/>
                <a:tailEnd/>
              </a:ln>
            </p:spPr>
            <p:txBody>
              <a:bodyPr/>
              <a:lstStyle/>
              <a:p>
                <a:endParaRPr lang="zh-CN" altLang="en-US"/>
              </a:p>
            </p:txBody>
          </p:sp>
          <p:sp>
            <p:nvSpPr>
              <p:cNvPr id="63" name="Line 185">
                <a:extLst>
                  <a:ext uri="{FF2B5EF4-FFF2-40B4-BE49-F238E27FC236}">
                    <a16:creationId xmlns:a16="http://schemas.microsoft.com/office/drawing/2014/main" id="{52E47A08-401F-4504-BD09-5F90C3871516}"/>
                  </a:ext>
                </a:extLst>
              </p:cNvPr>
              <p:cNvSpPr>
                <a:spLocks noChangeShapeType="1"/>
              </p:cNvSpPr>
              <p:nvPr/>
            </p:nvSpPr>
            <p:spPr bwMode="auto">
              <a:xfrm flipV="1">
                <a:off x="2804" y="2084"/>
                <a:ext cx="1" cy="46"/>
              </a:xfrm>
              <a:prstGeom prst="line">
                <a:avLst/>
              </a:prstGeom>
              <a:noFill/>
              <a:ln w="12700" cap="rnd">
                <a:solidFill>
                  <a:srgbClr val="000000"/>
                </a:solidFill>
                <a:round/>
                <a:headEnd/>
                <a:tailEnd/>
              </a:ln>
            </p:spPr>
            <p:txBody>
              <a:bodyPr/>
              <a:lstStyle/>
              <a:p>
                <a:endParaRPr lang="zh-CN" altLang="en-US"/>
              </a:p>
            </p:txBody>
          </p:sp>
          <p:sp>
            <p:nvSpPr>
              <p:cNvPr id="64" name="Line 186">
                <a:extLst>
                  <a:ext uri="{FF2B5EF4-FFF2-40B4-BE49-F238E27FC236}">
                    <a16:creationId xmlns:a16="http://schemas.microsoft.com/office/drawing/2014/main" id="{351FC19F-825F-4735-B202-A74928EF3195}"/>
                  </a:ext>
                </a:extLst>
              </p:cNvPr>
              <p:cNvSpPr>
                <a:spLocks noChangeShapeType="1"/>
              </p:cNvSpPr>
              <p:nvPr/>
            </p:nvSpPr>
            <p:spPr bwMode="auto">
              <a:xfrm flipV="1">
                <a:off x="2880" y="2084"/>
                <a:ext cx="1" cy="46"/>
              </a:xfrm>
              <a:prstGeom prst="line">
                <a:avLst/>
              </a:prstGeom>
              <a:noFill/>
              <a:ln w="12700" cap="rnd">
                <a:solidFill>
                  <a:srgbClr val="000000"/>
                </a:solidFill>
                <a:round/>
                <a:headEnd/>
                <a:tailEnd/>
              </a:ln>
            </p:spPr>
            <p:txBody>
              <a:bodyPr/>
              <a:lstStyle/>
              <a:p>
                <a:endParaRPr lang="zh-CN" altLang="en-US"/>
              </a:p>
            </p:txBody>
          </p:sp>
          <p:sp>
            <p:nvSpPr>
              <p:cNvPr id="65" name="Line 187">
                <a:extLst>
                  <a:ext uri="{FF2B5EF4-FFF2-40B4-BE49-F238E27FC236}">
                    <a16:creationId xmlns:a16="http://schemas.microsoft.com/office/drawing/2014/main" id="{C38302C4-D04F-43E1-8627-7DFF4D4E8EB5}"/>
                  </a:ext>
                </a:extLst>
              </p:cNvPr>
              <p:cNvSpPr>
                <a:spLocks noChangeShapeType="1"/>
              </p:cNvSpPr>
              <p:nvPr/>
            </p:nvSpPr>
            <p:spPr bwMode="auto">
              <a:xfrm flipV="1">
                <a:off x="2955" y="2084"/>
                <a:ext cx="1" cy="46"/>
              </a:xfrm>
              <a:prstGeom prst="line">
                <a:avLst/>
              </a:prstGeom>
              <a:noFill/>
              <a:ln w="12700" cap="rnd">
                <a:solidFill>
                  <a:srgbClr val="000000"/>
                </a:solidFill>
                <a:round/>
                <a:headEnd/>
                <a:tailEnd/>
              </a:ln>
            </p:spPr>
            <p:txBody>
              <a:bodyPr/>
              <a:lstStyle/>
              <a:p>
                <a:endParaRPr lang="zh-CN" altLang="en-US"/>
              </a:p>
            </p:txBody>
          </p:sp>
          <p:sp>
            <p:nvSpPr>
              <p:cNvPr id="66" name="Line 188">
                <a:extLst>
                  <a:ext uri="{FF2B5EF4-FFF2-40B4-BE49-F238E27FC236}">
                    <a16:creationId xmlns:a16="http://schemas.microsoft.com/office/drawing/2014/main" id="{B0EA1C21-9646-4D32-8F1E-357BE6599222}"/>
                  </a:ext>
                </a:extLst>
              </p:cNvPr>
              <p:cNvSpPr>
                <a:spLocks noChangeShapeType="1"/>
              </p:cNvSpPr>
              <p:nvPr/>
            </p:nvSpPr>
            <p:spPr bwMode="auto">
              <a:xfrm flipV="1">
                <a:off x="3031" y="2084"/>
                <a:ext cx="1" cy="46"/>
              </a:xfrm>
              <a:prstGeom prst="line">
                <a:avLst/>
              </a:prstGeom>
              <a:noFill/>
              <a:ln w="12700" cap="rnd">
                <a:solidFill>
                  <a:srgbClr val="000000"/>
                </a:solidFill>
                <a:round/>
                <a:headEnd/>
                <a:tailEnd/>
              </a:ln>
            </p:spPr>
            <p:txBody>
              <a:bodyPr/>
              <a:lstStyle/>
              <a:p>
                <a:endParaRPr lang="zh-CN" altLang="en-US"/>
              </a:p>
            </p:txBody>
          </p:sp>
          <p:sp>
            <p:nvSpPr>
              <p:cNvPr id="67" name="Line 189">
                <a:extLst>
                  <a:ext uri="{FF2B5EF4-FFF2-40B4-BE49-F238E27FC236}">
                    <a16:creationId xmlns:a16="http://schemas.microsoft.com/office/drawing/2014/main" id="{CB1AFF66-36E3-4D6C-8F5D-A44347BCCD90}"/>
                  </a:ext>
                </a:extLst>
              </p:cNvPr>
              <p:cNvSpPr>
                <a:spLocks noChangeShapeType="1"/>
              </p:cNvSpPr>
              <p:nvPr/>
            </p:nvSpPr>
            <p:spPr bwMode="auto">
              <a:xfrm flipV="1">
                <a:off x="3106" y="2084"/>
                <a:ext cx="1" cy="46"/>
              </a:xfrm>
              <a:prstGeom prst="line">
                <a:avLst/>
              </a:prstGeom>
              <a:noFill/>
              <a:ln w="12700" cap="rnd">
                <a:solidFill>
                  <a:srgbClr val="000000"/>
                </a:solidFill>
                <a:round/>
                <a:headEnd/>
                <a:tailEnd/>
              </a:ln>
            </p:spPr>
            <p:txBody>
              <a:bodyPr/>
              <a:lstStyle/>
              <a:p>
                <a:endParaRPr lang="zh-CN" altLang="en-US"/>
              </a:p>
            </p:txBody>
          </p:sp>
          <p:sp>
            <p:nvSpPr>
              <p:cNvPr id="68" name="Line 190">
                <a:extLst>
                  <a:ext uri="{FF2B5EF4-FFF2-40B4-BE49-F238E27FC236}">
                    <a16:creationId xmlns:a16="http://schemas.microsoft.com/office/drawing/2014/main" id="{62F44612-554A-457F-85C9-001F7B9D77EF}"/>
                  </a:ext>
                </a:extLst>
              </p:cNvPr>
              <p:cNvSpPr>
                <a:spLocks noChangeShapeType="1"/>
              </p:cNvSpPr>
              <p:nvPr/>
            </p:nvSpPr>
            <p:spPr bwMode="auto">
              <a:xfrm flipV="1">
                <a:off x="3181" y="2084"/>
                <a:ext cx="1" cy="46"/>
              </a:xfrm>
              <a:prstGeom prst="line">
                <a:avLst/>
              </a:prstGeom>
              <a:noFill/>
              <a:ln w="12700" cap="rnd">
                <a:solidFill>
                  <a:srgbClr val="000000"/>
                </a:solidFill>
                <a:round/>
                <a:headEnd/>
                <a:tailEnd/>
              </a:ln>
            </p:spPr>
            <p:txBody>
              <a:bodyPr/>
              <a:lstStyle/>
              <a:p>
                <a:endParaRPr lang="zh-CN" altLang="en-US"/>
              </a:p>
            </p:txBody>
          </p:sp>
          <p:sp>
            <p:nvSpPr>
              <p:cNvPr id="69" name="Line 191">
                <a:extLst>
                  <a:ext uri="{FF2B5EF4-FFF2-40B4-BE49-F238E27FC236}">
                    <a16:creationId xmlns:a16="http://schemas.microsoft.com/office/drawing/2014/main" id="{05798AA3-2EB2-4BDD-91D6-0FD552CE1E48}"/>
                  </a:ext>
                </a:extLst>
              </p:cNvPr>
              <p:cNvSpPr>
                <a:spLocks noChangeShapeType="1"/>
              </p:cNvSpPr>
              <p:nvPr/>
            </p:nvSpPr>
            <p:spPr bwMode="auto">
              <a:xfrm flipV="1">
                <a:off x="3257" y="2084"/>
                <a:ext cx="1" cy="46"/>
              </a:xfrm>
              <a:prstGeom prst="line">
                <a:avLst/>
              </a:prstGeom>
              <a:noFill/>
              <a:ln w="12700" cap="rnd">
                <a:solidFill>
                  <a:srgbClr val="000000"/>
                </a:solidFill>
                <a:round/>
                <a:headEnd/>
                <a:tailEnd/>
              </a:ln>
            </p:spPr>
            <p:txBody>
              <a:bodyPr/>
              <a:lstStyle/>
              <a:p>
                <a:endParaRPr lang="zh-CN" altLang="en-US"/>
              </a:p>
            </p:txBody>
          </p:sp>
          <p:sp>
            <p:nvSpPr>
              <p:cNvPr id="70" name="Line 192">
                <a:extLst>
                  <a:ext uri="{FF2B5EF4-FFF2-40B4-BE49-F238E27FC236}">
                    <a16:creationId xmlns:a16="http://schemas.microsoft.com/office/drawing/2014/main" id="{C91B603D-5E42-4017-9782-F1283D68DB58}"/>
                  </a:ext>
                </a:extLst>
              </p:cNvPr>
              <p:cNvSpPr>
                <a:spLocks noChangeShapeType="1"/>
              </p:cNvSpPr>
              <p:nvPr/>
            </p:nvSpPr>
            <p:spPr bwMode="auto">
              <a:xfrm flipV="1">
                <a:off x="2804" y="1984"/>
                <a:ext cx="1" cy="46"/>
              </a:xfrm>
              <a:prstGeom prst="line">
                <a:avLst/>
              </a:prstGeom>
              <a:noFill/>
              <a:ln w="12700" cap="rnd">
                <a:solidFill>
                  <a:srgbClr val="000000"/>
                </a:solidFill>
                <a:round/>
                <a:headEnd/>
                <a:tailEnd/>
              </a:ln>
            </p:spPr>
            <p:txBody>
              <a:bodyPr/>
              <a:lstStyle/>
              <a:p>
                <a:endParaRPr lang="zh-CN" altLang="en-US"/>
              </a:p>
            </p:txBody>
          </p:sp>
          <p:sp>
            <p:nvSpPr>
              <p:cNvPr id="71" name="Line 193">
                <a:extLst>
                  <a:ext uri="{FF2B5EF4-FFF2-40B4-BE49-F238E27FC236}">
                    <a16:creationId xmlns:a16="http://schemas.microsoft.com/office/drawing/2014/main" id="{D85FDE9F-CCE1-4914-A425-A7D6EA786BD9}"/>
                  </a:ext>
                </a:extLst>
              </p:cNvPr>
              <p:cNvSpPr>
                <a:spLocks noChangeShapeType="1"/>
              </p:cNvSpPr>
              <p:nvPr/>
            </p:nvSpPr>
            <p:spPr bwMode="auto">
              <a:xfrm flipV="1">
                <a:off x="2880" y="1984"/>
                <a:ext cx="1" cy="46"/>
              </a:xfrm>
              <a:prstGeom prst="line">
                <a:avLst/>
              </a:prstGeom>
              <a:noFill/>
              <a:ln w="12700" cap="rnd">
                <a:solidFill>
                  <a:srgbClr val="000000"/>
                </a:solidFill>
                <a:round/>
                <a:headEnd/>
                <a:tailEnd/>
              </a:ln>
            </p:spPr>
            <p:txBody>
              <a:bodyPr/>
              <a:lstStyle/>
              <a:p>
                <a:endParaRPr lang="zh-CN" altLang="en-US"/>
              </a:p>
            </p:txBody>
          </p:sp>
          <p:sp>
            <p:nvSpPr>
              <p:cNvPr id="72" name="Line 194">
                <a:extLst>
                  <a:ext uri="{FF2B5EF4-FFF2-40B4-BE49-F238E27FC236}">
                    <a16:creationId xmlns:a16="http://schemas.microsoft.com/office/drawing/2014/main" id="{144CB6A0-FD46-48EE-ABE8-EA0B7E937C92}"/>
                  </a:ext>
                </a:extLst>
              </p:cNvPr>
              <p:cNvSpPr>
                <a:spLocks noChangeShapeType="1"/>
              </p:cNvSpPr>
              <p:nvPr/>
            </p:nvSpPr>
            <p:spPr bwMode="auto">
              <a:xfrm flipV="1">
                <a:off x="2955" y="1984"/>
                <a:ext cx="1" cy="46"/>
              </a:xfrm>
              <a:prstGeom prst="line">
                <a:avLst/>
              </a:prstGeom>
              <a:noFill/>
              <a:ln w="12700" cap="rnd">
                <a:solidFill>
                  <a:srgbClr val="000000"/>
                </a:solidFill>
                <a:round/>
                <a:headEnd/>
                <a:tailEnd/>
              </a:ln>
            </p:spPr>
            <p:txBody>
              <a:bodyPr/>
              <a:lstStyle/>
              <a:p>
                <a:endParaRPr lang="zh-CN" altLang="en-US"/>
              </a:p>
            </p:txBody>
          </p:sp>
          <p:sp>
            <p:nvSpPr>
              <p:cNvPr id="73" name="Line 195">
                <a:extLst>
                  <a:ext uri="{FF2B5EF4-FFF2-40B4-BE49-F238E27FC236}">
                    <a16:creationId xmlns:a16="http://schemas.microsoft.com/office/drawing/2014/main" id="{4C613258-A55E-4E99-9B99-8693D0087759}"/>
                  </a:ext>
                </a:extLst>
              </p:cNvPr>
              <p:cNvSpPr>
                <a:spLocks noChangeShapeType="1"/>
              </p:cNvSpPr>
              <p:nvPr/>
            </p:nvSpPr>
            <p:spPr bwMode="auto">
              <a:xfrm flipV="1">
                <a:off x="3031" y="1984"/>
                <a:ext cx="1" cy="46"/>
              </a:xfrm>
              <a:prstGeom prst="line">
                <a:avLst/>
              </a:prstGeom>
              <a:noFill/>
              <a:ln w="12700" cap="rnd">
                <a:solidFill>
                  <a:srgbClr val="000000"/>
                </a:solidFill>
                <a:round/>
                <a:headEnd/>
                <a:tailEnd/>
              </a:ln>
            </p:spPr>
            <p:txBody>
              <a:bodyPr/>
              <a:lstStyle/>
              <a:p>
                <a:endParaRPr lang="zh-CN" altLang="en-US"/>
              </a:p>
            </p:txBody>
          </p:sp>
          <p:sp>
            <p:nvSpPr>
              <p:cNvPr id="74" name="Line 196">
                <a:extLst>
                  <a:ext uri="{FF2B5EF4-FFF2-40B4-BE49-F238E27FC236}">
                    <a16:creationId xmlns:a16="http://schemas.microsoft.com/office/drawing/2014/main" id="{AF11C8F3-14A8-4341-8E14-F07317317732}"/>
                  </a:ext>
                </a:extLst>
              </p:cNvPr>
              <p:cNvSpPr>
                <a:spLocks noChangeShapeType="1"/>
              </p:cNvSpPr>
              <p:nvPr/>
            </p:nvSpPr>
            <p:spPr bwMode="auto">
              <a:xfrm flipV="1">
                <a:off x="3106" y="1984"/>
                <a:ext cx="1" cy="46"/>
              </a:xfrm>
              <a:prstGeom prst="line">
                <a:avLst/>
              </a:prstGeom>
              <a:noFill/>
              <a:ln w="12700" cap="rnd">
                <a:solidFill>
                  <a:srgbClr val="000000"/>
                </a:solidFill>
                <a:round/>
                <a:headEnd/>
                <a:tailEnd/>
              </a:ln>
            </p:spPr>
            <p:txBody>
              <a:bodyPr/>
              <a:lstStyle/>
              <a:p>
                <a:endParaRPr lang="zh-CN" altLang="en-US"/>
              </a:p>
            </p:txBody>
          </p:sp>
          <p:sp>
            <p:nvSpPr>
              <p:cNvPr id="75" name="Line 197">
                <a:extLst>
                  <a:ext uri="{FF2B5EF4-FFF2-40B4-BE49-F238E27FC236}">
                    <a16:creationId xmlns:a16="http://schemas.microsoft.com/office/drawing/2014/main" id="{F8C34BC2-9238-4890-81DA-BCC69EE14F3A}"/>
                  </a:ext>
                </a:extLst>
              </p:cNvPr>
              <p:cNvSpPr>
                <a:spLocks noChangeShapeType="1"/>
              </p:cNvSpPr>
              <p:nvPr/>
            </p:nvSpPr>
            <p:spPr bwMode="auto">
              <a:xfrm flipV="1">
                <a:off x="3181" y="1984"/>
                <a:ext cx="1" cy="46"/>
              </a:xfrm>
              <a:prstGeom prst="line">
                <a:avLst/>
              </a:prstGeom>
              <a:noFill/>
              <a:ln w="12700" cap="rnd">
                <a:solidFill>
                  <a:srgbClr val="000000"/>
                </a:solidFill>
                <a:round/>
                <a:headEnd/>
                <a:tailEnd/>
              </a:ln>
            </p:spPr>
            <p:txBody>
              <a:bodyPr/>
              <a:lstStyle/>
              <a:p>
                <a:endParaRPr lang="zh-CN" altLang="en-US"/>
              </a:p>
            </p:txBody>
          </p:sp>
          <p:sp>
            <p:nvSpPr>
              <p:cNvPr id="76" name="Line 198">
                <a:extLst>
                  <a:ext uri="{FF2B5EF4-FFF2-40B4-BE49-F238E27FC236}">
                    <a16:creationId xmlns:a16="http://schemas.microsoft.com/office/drawing/2014/main" id="{B3167368-0461-4A77-8D08-3C0DEEE3BA4F}"/>
                  </a:ext>
                </a:extLst>
              </p:cNvPr>
              <p:cNvSpPr>
                <a:spLocks noChangeShapeType="1"/>
              </p:cNvSpPr>
              <p:nvPr/>
            </p:nvSpPr>
            <p:spPr bwMode="auto">
              <a:xfrm flipV="1">
                <a:off x="3257" y="1984"/>
                <a:ext cx="1" cy="46"/>
              </a:xfrm>
              <a:prstGeom prst="line">
                <a:avLst/>
              </a:prstGeom>
              <a:noFill/>
              <a:ln w="12700" cap="rnd">
                <a:solidFill>
                  <a:srgbClr val="000000"/>
                </a:solidFill>
                <a:round/>
                <a:headEnd/>
                <a:tailEnd/>
              </a:ln>
            </p:spPr>
            <p:txBody>
              <a:bodyPr/>
              <a:lstStyle/>
              <a:p>
                <a:endParaRPr lang="zh-CN" altLang="en-US"/>
              </a:p>
            </p:txBody>
          </p:sp>
          <p:sp>
            <p:nvSpPr>
              <p:cNvPr id="77" name="Rectangle 199">
                <a:extLst>
                  <a:ext uri="{FF2B5EF4-FFF2-40B4-BE49-F238E27FC236}">
                    <a16:creationId xmlns:a16="http://schemas.microsoft.com/office/drawing/2014/main" id="{60DD7657-6A0E-4E7B-9EFD-C7579AAC0ECB}"/>
                  </a:ext>
                </a:extLst>
              </p:cNvPr>
              <p:cNvSpPr>
                <a:spLocks noChangeArrowheads="1"/>
              </p:cNvSpPr>
              <p:nvPr/>
            </p:nvSpPr>
            <p:spPr bwMode="auto">
              <a:xfrm>
                <a:off x="3332" y="1979"/>
                <a:ext cx="604" cy="151"/>
              </a:xfrm>
              <a:prstGeom prst="rect">
                <a:avLst/>
              </a:prstGeom>
              <a:noFill/>
              <a:ln w="12700" cap="rnd">
                <a:solidFill>
                  <a:srgbClr val="000000"/>
                </a:solidFill>
                <a:round/>
                <a:headEnd/>
                <a:tailEnd/>
              </a:ln>
            </p:spPr>
            <p:txBody>
              <a:bodyPr/>
              <a:lstStyle/>
              <a:p>
                <a:endParaRPr lang="zh-CN" altLang="en-US"/>
              </a:p>
            </p:txBody>
          </p:sp>
          <p:sp>
            <p:nvSpPr>
              <p:cNvPr id="78" name="Line 200">
                <a:extLst>
                  <a:ext uri="{FF2B5EF4-FFF2-40B4-BE49-F238E27FC236}">
                    <a16:creationId xmlns:a16="http://schemas.microsoft.com/office/drawing/2014/main" id="{B4D9BF0B-D70B-43F6-BCFE-DF1BD21DE19C}"/>
                  </a:ext>
                </a:extLst>
              </p:cNvPr>
              <p:cNvSpPr>
                <a:spLocks noChangeShapeType="1"/>
              </p:cNvSpPr>
              <p:nvPr/>
            </p:nvSpPr>
            <p:spPr bwMode="auto">
              <a:xfrm flipV="1">
                <a:off x="3408" y="2084"/>
                <a:ext cx="1" cy="46"/>
              </a:xfrm>
              <a:prstGeom prst="line">
                <a:avLst/>
              </a:prstGeom>
              <a:noFill/>
              <a:ln w="12700" cap="rnd">
                <a:solidFill>
                  <a:srgbClr val="000000"/>
                </a:solidFill>
                <a:round/>
                <a:headEnd/>
                <a:tailEnd/>
              </a:ln>
            </p:spPr>
            <p:txBody>
              <a:bodyPr/>
              <a:lstStyle/>
              <a:p>
                <a:endParaRPr lang="zh-CN" altLang="en-US"/>
              </a:p>
            </p:txBody>
          </p:sp>
          <p:sp>
            <p:nvSpPr>
              <p:cNvPr id="79" name="Line 201">
                <a:extLst>
                  <a:ext uri="{FF2B5EF4-FFF2-40B4-BE49-F238E27FC236}">
                    <a16:creationId xmlns:a16="http://schemas.microsoft.com/office/drawing/2014/main" id="{DCD8521A-97A5-4CB6-8995-98FEAEF7A1E8}"/>
                  </a:ext>
                </a:extLst>
              </p:cNvPr>
              <p:cNvSpPr>
                <a:spLocks noChangeShapeType="1"/>
              </p:cNvSpPr>
              <p:nvPr/>
            </p:nvSpPr>
            <p:spPr bwMode="auto">
              <a:xfrm flipV="1">
                <a:off x="3483" y="2084"/>
                <a:ext cx="1" cy="46"/>
              </a:xfrm>
              <a:prstGeom prst="line">
                <a:avLst/>
              </a:prstGeom>
              <a:noFill/>
              <a:ln w="12700" cap="rnd">
                <a:solidFill>
                  <a:srgbClr val="000000"/>
                </a:solidFill>
                <a:round/>
                <a:headEnd/>
                <a:tailEnd/>
              </a:ln>
            </p:spPr>
            <p:txBody>
              <a:bodyPr/>
              <a:lstStyle/>
              <a:p>
                <a:endParaRPr lang="zh-CN" altLang="en-US"/>
              </a:p>
            </p:txBody>
          </p:sp>
          <p:sp>
            <p:nvSpPr>
              <p:cNvPr id="80" name="Line 202">
                <a:extLst>
                  <a:ext uri="{FF2B5EF4-FFF2-40B4-BE49-F238E27FC236}">
                    <a16:creationId xmlns:a16="http://schemas.microsoft.com/office/drawing/2014/main" id="{92CE0A6E-B9D7-4AD8-9329-68DF3B663EA9}"/>
                  </a:ext>
                </a:extLst>
              </p:cNvPr>
              <p:cNvSpPr>
                <a:spLocks noChangeShapeType="1"/>
              </p:cNvSpPr>
              <p:nvPr/>
            </p:nvSpPr>
            <p:spPr bwMode="auto">
              <a:xfrm flipV="1">
                <a:off x="3559" y="2084"/>
                <a:ext cx="1" cy="46"/>
              </a:xfrm>
              <a:prstGeom prst="line">
                <a:avLst/>
              </a:prstGeom>
              <a:noFill/>
              <a:ln w="12700" cap="rnd">
                <a:solidFill>
                  <a:srgbClr val="000000"/>
                </a:solidFill>
                <a:round/>
                <a:headEnd/>
                <a:tailEnd/>
              </a:ln>
            </p:spPr>
            <p:txBody>
              <a:bodyPr/>
              <a:lstStyle/>
              <a:p>
                <a:endParaRPr lang="zh-CN" altLang="en-US"/>
              </a:p>
            </p:txBody>
          </p:sp>
          <p:sp>
            <p:nvSpPr>
              <p:cNvPr id="81" name="Line 203">
                <a:extLst>
                  <a:ext uri="{FF2B5EF4-FFF2-40B4-BE49-F238E27FC236}">
                    <a16:creationId xmlns:a16="http://schemas.microsoft.com/office/drawing/2014/main" id="{854913CF-C566-4654-9CFF-D230487D9946}"/>
                  </a:ext>
                </a:extLst>
              </p:cNvPr>
              <p:cNvSpPr>
                <a:spLocks noChangeShapeType="1"/>
              </p:cNvSpPr>
              <p:nvPr/>
            </p:nvSpPr>
            <p:spPr bwMode="auto">
              <a:xfrm flipV="1">
                <a:off x="3634" y="2084"/>
                <a:ext cx="1" cy="46"/>
              </a:xfrm>
              <a:prstGeom prst="line">
                <a:avLst/>
              </a:prstGeom>
              <a:noFill/>
              <a:ln w="12700" cap="rnd">
                <a:solidFill>
                  <a:srgbClr val="000000"/>
                </a:solidFill>
                <a:round/>
                <a:headEnd/>
                <a:tailEnd/>
              </a:ln>
            </p:spPr>
            <p:txBody>
              <a:bodyPr/>
              <a:lstStyle/>
              <a:p>
                <a:endParaRPr lang="zh-CN" altLang="en-US"/>
              </a:p>
            </p:txBody>
          </p:sp>
          <p:sp>
            <p:nvSpPr>
              <p:cNvPr id="82" name="Line 204">
                <a:extLst>
                  <a:ext uri="{FF2B5EF4-FFF2-40B4-BE49-F238E27FC236}">
                    <a16:creationId xmlns:a16="http://schemas.microsoft.com/office/drawing/2014/main" id="{9D0C5FCD-6E02-46D9-9A5C-9DE4C533762D}"/>
                  </a:ext>
                </a:extLst>
              </p:cNvPr>
              <p:cNvSpPr>
                <a:spLocks noChangeShapeType="1"/>
              </p:cNvSpPr>
              <p:nvPr/>
            </p:nvSpPr>
            <p:spPr bwMode="auto">
              <a:xfrm flipV="1">
                <a:off x="3709" y="2084"/>
                <a:ext cx="1" cy="46"/>
              </a:xfrm>
              <a:prstGeom prst="line">
                <a:avLst/>
              </a:prstGeom>
              <a:noFill/>
              <a:ln w="12700" cap="rnd">
                <a:solidFill>
                  <a:srgbClr val="000000"/>
                </a:solidFill>
                <a:round/>
                <a:headEnd/>
                <a:tailEnd/>
              </a:ln>
            </p:spPr>
            <p:txBody>
              <a:bodyPr/>
              <a:lstStyle/>
              <a:p>
                <a:endParaRPr lang="zh-CN" altLang="en-US"/>
              </a:p>
            </p:txBody>
          </p:sp>
          <p:sp>
            <p:nvSpPr>
              <p:cNvPr id="83" name="Line 205">
                <a:extLst>
                  <a:ext uri="{FF2B5EF4-FFF2-40B4-BE49-F238E27FC236}">
                    <a16:creationId xmlns:a16="http://schemas.microsoft.com/office/drawing/2014/main" id="{10CBE068-B19A-4FAA-B9B4-D0F1E26020F3}"/>
                  </a:ext>
                </a:extLst>
              </p:cNvPr>
              <p:cNvSpPr>
                <a:spLocks noChangeShapeType="1"/>
              </p:cNvSpPr>
              <p:nvPr/>
            </p:nvSpPr>
            <p:spPr bwMode="auto">
              <a:xfrm flipV="1">
                <a:off x="3785" y="2084"/>
                <a:ext cx="1" cy="46"/>
              </a:xfrm>
              <a:prstGeom prst="line">
                <a:avLst/>
              </a:prstGeom>
              <a:noFill/>
              <a:ln w="12700" cap="rnd">
                <a:solidFill>
                  <a:srgbClr val="000000"/>
                </a:solidFill>
                <a:round/>
                <a:headEnd/>
                <a:tailEnd/>
              </a:ln>
            </p:spPr>
            <p:txBody>
              <a:bodyPr/>
              <a:lstStyle/>
              <a:p>
                <a:endParaRPr lang="zh-CN" altLang="en-US"/>
              </a:p>
            </p:txBody>
          </p:sp>
          <p:sp>
            <p:nvSpPr>
              <p:cNvPr id="84" name="Line 206">
                <a:extLst>
                  <a:ext uri="{FF2B5EF4-FFF2-40B4-BE49-F238E27FC236}">
                    <a16:creationId xmlns:a16="http://schemas.microsoft.com/office/drawing/2014/main" id="{3CE498CC-D74C-4C63-A042-431A26D456DE}"/>
                  </a:ext>
                </a:extLst>
              </p:cNvPr>
              <p:cNvSpPr>
                <a:spLocks noChangeShapeType="1"/>
              </p:cNvSpPr>
              <p:nvPr/>
            </p:nvSpPr>
            <p:spPr bwMode="auto">
              <a:xfrm flipV="1">
                <a:off x="3860" y="2084"/>
                <a:ext cx="1" cy="46"/>
              </a:xfrm>
              <a:prstGeom prst="line">
                <a:avLst/>
              </a:prstGeom>
              <a:noFill/>
              <a:ln w="12700" cap="rnd">
                <a:solidFill>
                  <a:srgbClr val="000000"/>
                </a:solidFill>
                <a:round/>
                <a:headEnd/>
                <a:tailEnd/>
              </a:ln>
            </p:spPr>
            <p:txBody>
              <a:bodyPr/>
              <a:lstStyle/>
              <a:p>
                <a:endParaRPr lang="zh-CN" altLang="en-US"/>
              </a:p>
            </p:txBody>
          </p:sp>
          <p:sp>
            <p:nvSpPr>
              <p:cNvPr id="85" name="Line 207">
                <a:extLst>
                  <a:ext uri="{FF2B5EF4-FFF2-40B4-BE49-F238E27FC236}">
                    <a16:creationId xmlns:a16="http://schemas.microsoft.com/office/drawing/2014/main" id="{537869AD-3F59-400D-A726-C19FA82629E4}"/>
                  </a:ext>
                </a:extLst>
              </p:cNvPr>
              <p:cNvSpPr>
                <a:spLocks noChangeShapeType="1"/>
              </p:cNvSpPr>
              <p:nvPr/>
            </p:nvSpPr>
            <p:spPr bwMode="auto">
              <a:xfrm flipV="1">
                <a:off x="3408" y="1984"/>
                <a:ext cx="1" cy="46"/>
              </a:xfrm>
              <a:prstGeom prst="line">
                <a:avLst/>
              </a:prstGeom>
              <a:noFill/>
              <a:ln w="12700" cap="rnd">
                <a:solidFill>
                  <a:srgbClr val="000000"/>
                </a:solidFill>
                <a:round/>
                <a:headEnd/>
                <a:tailEnd/>
              </a:ln>
            </p:spPr>
            <p:txBody>
              <a:bodyPr/>
              <a:lstStyle/>
              <a:p>
                <a:endParaRPr lang="zh-CN" altLang="en-US"/>
              </a:p>
            </p:txBody>
          </p:sp>
          <p:sp>
            <p:nvSpPr>
              <p:cNvPr id="86" name="Line 208">
                <a:extLst>
                  <a:ext uri="{FF2B5EF4-FFF2-40B4-BE49-F238E27FC236}">
                    <a16:creationId xmlns:a16="http://schemas.microsoft.com/office/drawing/2014/main" id="{7EEFEF04-CDC5-47F4-BAD7-4E7484B5BC13}"/>
                  </a:ext>
                </a:extLst>
              </p:cNvPr>
              <p:cNvSpPr>
                <a:spLocks noChangeShapeType="1"/>
              </p:cNvSpPr>
              <p:nvPr/>
            </p:nvSpPr>
            <p:spPr bwMode="auto">
              <a:xfrm flipV="1">
                <a:off x="3483" y="1984"/>
                <a:ext cx="1" cy="46"/>
              </a:xfrm>
              <a:prstGeom prst="line">
                <a:avLst/>
              </a:prstGeom>
              <a:noFill/>
              <a:ln w="12700" cap="rnd">
                <a:solidFill>
                  <a:srgbClr val="000000"/>
                </a:solidFill>
                <a:round/>
                <a:headEnd/>
                <a:tailEnd/>
              </a:ln>
            </p:spPr>
            <p:txBody>
              <a:bodyPr/>
              <a:lstStyle/>
              <a:p>
                <a:endParaRPr lang="zh-CN" altLang="en-US"/>
              </a:p>
            </p:txBody>
          </p:sp>
          <p:sp>
            <p:nvSpPr>
              <p:cNvPr id="87" name="Line 209">
                <a:extLst>
                  <a:ext uri="{FF2B5EF4-FFF2-40B4-BE49-F238E27FC236}">
                    <a16:creationId xmlns:a16="http://schemas.microsoft.com/office/drawing/2014/main" id="{9DCAB14E-3C53-4DF5-A9E3-22697D55837C}"/>
                  </a:ext>
                </a:extLst>
              </p:cNvPr>
              <p:cNvSpPr>
                <a:spLocks noChangeShapeType="1"/>
              </p:cNvSpPr>
              <p:nvPr/>
            </p:nvSpPr>
            <p:spPr bwMode="auto">
              <a:xfrm flipV="1">
                <a:off x="3559" y="1984"/>
                <a:ext cx="1" cy="46"/>
              </a:xfrm>
              <a:prstGeom prst="line">
                <a:avLst/>
              </a:prstGeom>
              <a:noFill/>
              <a:ln w="12700" cap="rnd">
                <a:solidFill>
                  <a:srgbClr val="000000"/>
                </a:solidFill>
                <a:round/>
                <a:headEnd/>
                <a:tailEnd/>
              </a:ln>
            </p:spPr>
            <p:txBody>
              <a:bodyPr/>
              <a:lstStyle/>
              <a:p>
                <a:endParaRPr lang="zh-CN" altLang="en-US"/>
              </a:p>
            </p:txBody>
          </p:sp>
          <p:sp>
            <p:nvSpPr>
              <p:cNvPr id="88" name="Line 210">
                <a:extLst>
                  <a:ext uri="{FF2B5EF4-FFF2-40B4-BE49-F238E27FC236}">
                    <a16:creationId xmlns:a16="http://schemas.microsoft.com/office/drawing/2014/main" id="{F6579878-245D-4226-9D1F-C73CC4ADF2A1}"/>
                  </a:ext>
                </a:extLst>
              </p:cNvPr>
              <p:cNvSpPr>
                <a:spLocks noChangeShapeType="1"/>
              </p:cNvSpPr>
              <p:nvPr/>
            </p:nvSpPr>
            <p:spPr bwMode="auto">
              <a:xfrm flipV="1">
                <a:off x="3634" y="1984"/>
                <a:ext cx="1" cy="46"/>
              </a:xfrm>
              <a:prstGeom prst="line">
                <a:avLst/>
              </a:prstGeom>
              <a:noFill/>
              <a:ln w="12700" cap="rnd">
                <a:solidFill>
                  <a:srgbClr val="000000"/>
                </a:solidFill>
                <a:round/>
                <a:headEnd/>
                <a:tailEnd/>
              </a:ln>
            </p:spPr>
            <p:txBody>
              <a:bodyPr/>
              <a:lstStyle/>
              <a:p>
                <a:endParaRPr lang="zh-CN" altLang="en-US"/>
              </a:p>
            </p:txBody>
          </p:sp>
          <p:sp>
            <p:nvSpPr>
              <p:cNvPr id="89" name="Line 211">
                <a:extLst>
                  <a:ext uri="{FF2B5EF4-FFF2-40B4-BE49-F238E27FC236}">
                    <a16:creationId xmlns:a16="http://schemas.microsoft.com/office/drawing/2014/main" id="{A902ADE2-DC2F-4BC4-BCDD-2E53912DE6B3}"/>
                  </a:ext>
                </a:extLst>
              </p:cNvPr>
              <p:cNvSpPr>
                <a:spLocks noChangeShapeType="1"/>
              </p:cNvSpPr>
              <p:nvPr/>
            </p:nvSpPr>
            <p:spPr bwMode="auto">
              <a:xfrm flipV="1">
                <a:off x="3709" y="1984"/>
                <a:ext cx="1" cy="46"/>
              </a:xfrm>
              <a:prstGeom prst="line">
                <a:avLst/>
              </a:prstGeom>
              <a:noFill/>
              <a:ln w="12700" cap="rnd">
                <a:solidFill>
                  <a:srgbClr val="000000"/>
                </a:solidFill>
                <a:round/>
                <a:headEnd/>
                <a:tailEnd/>
              </a:ln>
            </p:spPr>
            <p:txBody>
              <a:bodyPr/>
              <a:lstStyle/>
              <a:p>
                <a:endParaRPr lang="zh-CN" altLang="en-US"/>
              </a:p>
            </p:txBody>
          </p:sp>
          <p:sp>
            <p:nvSpPr>
              <p:cNvPr id="90" name="Line 212">
                <a:extLst>
                  <a:ext uri="{FF2B5EF4-FFF2-40B4-BE49-F238E27FC236}">
                    <a16:creationId xmlns:a16="http://schemas.microsoft.com/office/drawing/2014/main" id="{FD487802-5D42-4EAE-BB3D-60CE64D98E30}"/>
                  </a:ext>
                </a:extLst>
              </p:cNvPr>
              <p:cNvSpPr>
                <a:spLocks noChangeShapeType="1"/>
              </p:cNvSpPr>
              <p:nvPr/>
            </p:nvSpPr>
            <p:spPr bwMode="auto">
              <a:xfrm flipV="1">
                <a:off x="3785" y="1984"/>
                <a:ext cx="1" cy="46"/>
              </a:xfrm>
              <a:prstGeom prst="line">
                <a:avLst/>
              </a:prstGeom>
              <a:noFill/>
              <a:ln w="12700" cap="rnd">
                <a:solidFill>
                  <a:srgbClr val="000000"/>
                </a:solidFill>
                <a:round/>
                <a:headEnd/>
                <a:tailEnd/>
              </a:ln>
            </p:spPr>
            <p:txBody>
              <a:bodyPr/>
              <a:lstStyle/>
              <a:p>
                <a:endParaRPr lang="zh-CN" altLang="en-US"/>
              </a:p>
            </p:txBody>
          </p:sp>
          <p:sp>
            <p:nvSpPr>
              <p:cNvPr id="91" name="Line 213">
                <a:extLst>
                  <a:ext uri="{FF2B5EF4-FFF2-40B4-BE49-F238E27FC236}">
                    <a16:creationId xmlns:a16="http://schemas.microsoft.com/office/drawing/2014/main" id="{555BFE15-E1B0-4792-A24B-B5FF5B0FFA62}"/>
                  </a:ext>
                </a:extLst>
              </p:cNvPr>
              <p:cNvSpPr>
                <a:spLocks noChangeShapeType="1"/>
              </p:cNvSpPr>
              <p:nvPr/>
            </p:nvSpPr>
            <p:spPr bwMode="auto">
              <a:xfrm flipV="1">
                <a:off x="3860" y="1984"/>
                <a:ext cx="1" cy="46"/>
              </a:xfrm>
              <a:prstGeom prst="line">
                <a:avLst/>
              </a:prstGeom>
              <a:noFill/>
              <a:ln w="12700" cap="rnd">
                <a:solidFill>
                  <a:srgbClr val="000000"/>
                </a:solidFill>
                <a:round/>
                <a:headEnd/>
                <a:tailEnd/>
              </a:ln>
            </p:spPr>
            <p:txBody>
              <a:bodyPr/>
              <a:lstStyle/>
              <a:p>
                <a:endParaRPr lang="zh-CN" altLang="en-US"/>
              </a:p>
            </p:txBody>
          </p:sp>
          <p:sp>
            <p:nvSpPr>
              <p:cNvPr id="92" name="Rectangle 214">
                <a:extLst>
                  <a:ext uri="{FF2B5EF4-FFF2-40B4-BE49-F238E27FC236}">
                    <a16:creationId xmlns:a16="http://schemas.microsoft.com/office/drawing/2014/main" id="{2736E6BD-98E8-4588-8790-4118D8C103DA}"/>
                  </a:ext>
                </a:extLst>
              </p:cNvPr>
              <p:cNvSpPr>
                <a:spLocks noChangeArrowheads="1"/>
              </p:cNvSpPr>
              <p:nvPr/>
            </p:nvSpPr>
            <p:spPr bwMode="auto">
              <a:xfrm>
                <a:off x="3936" y="1979"/>
                <a:ext cx="603" cy="151"/>
              </a:xfrm>
              <a:prstGeom prst="rect">
                <a:avLst/>
              </a:prstGeom>
              <a:noFill/>
              <a:ln w="12700" cap="rnd">
                <a:solidFill>
                  <a:srgbClr val="000000"/>
                </a:solidFill>
                <a:round/>
                <a:headEnd/>
                <a:tailEnd/>
              </a:ln>
            </p:spPr>
            <p:txBody>
              <a:bodyPr/>
              <a:lstStyle/>
              <a:p>
                <a:endParaRPr lang="zh-CN" altLang="en-US"/>
              </a:p>
            </p:txBody>
          </p:sp>
          <p:sp>
            <p:nvSpPr>
              <p:cNvPr id="93" name="Line 215">
                <a:extLst>
                  <a:ext uri="{FF2B5EF4-FFF2-40B4-BE49-F238E27FC236}">
                    <a16:creationId xmlns:a16="http://schemas.microsoft.com/office/drawing/2014/main" id="{6BC581E3-FB70-4A2D-9874-398244F3E5C5}"/>
                  </a:ext>
                </a:extLst>
              </p:cNvPr>
              <p:cNvSpPr>
                <a:spLocks noChangeShapeType="1"/>
              </p:cNvSpPr>
              <p:nvPr/>
            </p:nvSpPr>
            <p:spPr bwMode="auto">
              <a:xfrm flipV="1">
                <a:off x="4011" y="2084"/>
                <a:ext cx="1" cy="46"/>
              </a:xfrm>
              <a:prstGeom prst="line">
                <a:avLst/>
              </a:prstGeom>
              <a:noFill/>
              <a:ln w="12700" cap="rnd">
                <a:solidFill>
                  <a:srgbClr val="000000"/>
                </a:solidFill>
                <a:round/>
                <a:headEnd/>
                <a:tailEnd/>
              </a:ln>
            </p:spPr>
            <p:txBody>
              <a:bodyPr/>
              <a:lstStyle/>
              <a:p>
                <a:endParaRPr lang="zh-CN" altLang="en-US"/>
              </a:p>
            </p:txBody>
          </p:sp>
          <p:sp>
            <p:nvSpPr>
              <p:cNvPr id="94" name="Line 216">
                <a:extLst>
                  <a:ext uri="{FF2B5EF4-FFF2-40B4-BE49-F238E27FC236}">
                    <a16:creationId xmlns:a16="http://schemas.microsoft.com/office/drawing/2014/main" id="{12D2E247-AAE2-4F0E-A9EB-4B23DFA4A3E8}"/>
                  </a:ext>
                </a:extLst>
              </p:cNvPr>
              <p:cNvSpPr>
                <a:spLocks noChangeShapeType="1"/>
              </p:cNvSpPr>
              <p:nvPr/>
            </p:nvSpPr>
            <p:spPr bwMode="auto">
              <a:xfrm flipV="1">
                <a:off x="4087" y="2084"/>
                <a:ext cx="1" cy="46"/>
              </a:xfrm>
              <a:prstGeom prst="line">
                <a:avLst/>
              </a:prstGeom>
              <a:noFill/>
              <a:ln w="12700" cap="rnd">
                <a:solidFill>
                  <a:srgbClr val="000000"/>
                </a:solidFill>
                <a:round/>
                <a:headEnd/>
                <a:tailEnd/>
              </a:ln>
            </p:spPr>
            <p:txBody>
              <a:bodyPr/>
              <a:lstStyle/>
              <a:p>
                <a:endParaRPr lang="zh-CN" altLang="en-US"/>
              </a:p>
            </p:txBody>
          </p:sp>
          <p:sp>
            <p:nvSpPr>
              <p:cNvPr id="95" name="Line 217">
                <a:extLst>
                  <a:ext uri="{FF2B5EF4-FFF2-40B4-BE49-F238E27FC236}">
                    <a16:creationId xmlns:a16="http://schemas.microsoft.com/office/drawing/2014/main" id="{8B567922-5220-4BEA-A8BB-1590230A7D58}"/>
                  </a:ext>
                </a:extLst>
              </p:cNvPr>
              <p:cNvSpPr>
                <a:spLocks noChangeShapeType="1"/>
              </p:cNvSpPr>
              <p:nvPr/>
            </p:nvSpPr>
            <p:spPr bwMode="auto">
              <a:xfrm flipV="1">
                <a:off x="4162" y="2084"/>
                <a:ext cx="1" cy="46"/>
              </a:xfrm>
              <a:prstGeom prst="line">
                <a:avLst/>
              </a:prstGeom>
              <a:noFill/>
              <a:ln w="12700" cap="rnd">
                <a:solidFill>
                  <a:srgbClr val="000000"/>
                </a:solidFill>
                <a:round/>
                <a:headEnd/>
                <a:tailEnd/>
              </a:ln>
            </p:spPr>
            <p:txBody>
              <a:bodyPr/>
              <a:lstStyle/>
              <a:p>
                <a:endParaRPr lang="zh-CN" altLang="en-US"/>
              </a:p>
            </p:txBody>
          </p:sp>
          <p:sp>
            <p:nvSpPr>
              <p:cNvPr id="96" name="Line 218">
                <a:extLst>
                  <a:ext uri="{FF2B5EF4-FFF2-40B4-BE49-F238E27FC236}">
                    <a16:creationId xmlns:a16="http://schemas.microsoft.com/office/drawing/2014/main" id="{C29033B3-DF29-4A64-B7C6-31593AADD469}"/>
                  </a:ext>
                </a:extLst>
              </p:cNvPr>
              <p:cNvSpPr>
                <a:spLocks noChangeShapeType="1"/>
              </p:cNvSpPr>
              <p:nvPr/>
            </p:nvSpPr>
            <p:spPr bwMode="auto">
              <a:xfrm flipV="1">
                <a:off x="4237" y="2084"/>
                <a:ext cx="1" cy="46"/>
              </a:xfrm>
              <a:prstGeom prst="line">
                <a:avLst/>
              </a:prstGeom>
              <a:noFill/>
              <a:ln w="12700" cap="rnd">
                <a:solidFill>
                  <a:srgbClr val="000000"/>
                </a:solidFill>
                <a:round/>
                <a:headEnd/>
                <a:tailEnd/>
              </a:ln>
            </p:spPr>
            <p:txBody>
              <a:bodyPr/>
              <a:lstStyle/>
              <a:p>
                <a:endParaRPr lang="zh-CN" altLang="en-US"/>
              </a:p>
            </p:txBody>
          </p:sp>
          <p:sp>
            <p:nvSpPr>
              <p:cNvPr id="97" name="Line 219">
                <a:extLst>
                  <a:ext uri="{FF2B5EF4-FFF2-40B4-BE49-F238E27FC236}">
                    <a16:creationId xmlns:a16="http://schemas.microsoft.com/office/drawing/2014/main" id="{511C3330-4603-4134-878C-94C35B6AE642}"/>
                  </a:ext>
                </a:extLst>
              </p:cNvPr>
              <p:cNvSpPr>
                <a:spLocks noChangeShapeType="1"/>
              </p:cNvSpPr>
              <p:nvPr/>
            </p:nvSpPr>
            <p:spPr bwMode="auto">
              <a:xfrm flipV="1">
                <a:off x="4313" y="2084"/>
                <a:ext cx="1" cy="46"/>
              </a:xfrm>
              <a:prstGeom prst="line">
                <a:avLst/>
              </a:prstGeom>
              <a:noFill/>
              <a:ln w="12700" cap="rnd">
                <a:solidFill>
                  <a:srgbClr val="000000"/>
                </a:solidFill>
                <a:round/>
                <a:headEnd/>
                <a:tailEnd/>
              </a:ln>
            </p:spPr>
            <p:txBody>
              <a:bodyPr/>
              <a:lstStyle/>
              <a:p>
                <a:endParaRPr lang="zh-CN" altLang="en-US"/>
              </a:p>
            </p:txBody>
          </p:sp>
          <p:sp>
            <p:nvSpPr>
              <p:cNvPr id="98" name="Line 220">
                <a:extLst>
                  <a:ext uri="{FF2B5EF4-FFF2-40B4-BE49-F238E27FC236}">
                    <a16:creationId xmlns:a16="http://schemas.microsoft.com/office/drawing/2014/main" id="{9C8D8B9A-C434-4879-A081-D2D01227742E}"/>
                  </a:ext>
                </a:extLst>
              </p:cNvPr>
              <p:cNvSpPr>
                <a:spLocks noChangeShapeType="1"/>
              </p:cNvSpPr>
              <p:nvPr/>
            </p:nvSpPr>
            <p:spPr bwMode="auto">
              <a:xfrm flipV="1">
                <a:off x="4388" y="2084"/>
                <a:ext cx="1" cy="46"/>
              </a:xfrm>
              <a:prstGeom prst="line">
                <a:avLst/>
              </a:prstGeom>
              <a:noFill/>
              <a:ln w="12700" cap="rnd">
                <a:solidFill>
                  <a:srgbClr val="000000"/>
                </a:solidFill>
                <a:round/>
                <a:headEnd/>
                <a:tailEnd/>
              </a:ln>
            </p:spPr>
            <p:txBody>
              <a:bodyPr/>
              <a:lstStyle/>
              <a:p>
                <a:endParaRPr lang="zh-CN" altLang="en-US"/>
              </a:p>
            </p:txBody>
          </p:sp>
          <p:sp>
            <p:nvSpPr>
              <p:cNvPr id="99" name="Line 221">
                <a:extLst>
                  <a:ext uri="{FF2B5EF4-FFF2-40B4-BE49-F238E27FC236}">
                    <a16:creationId xmlns:a16="http://schemas.microsoft.com/office/drawing/2014/main" id="{84EA3F5C-1ADC-48ED-95AD-EC39B301C448}"/>
                  </a:ext>
                </a:extLst>
              </p:cNvPr>
              <p:cNvSpPr>
                <a:spLocks noChangeShapeType="1"/>
              </p:cNvSpPr>
              <p:nvPr/>
            </p:nvSpPr>
            <p:spPr bwMode="auto">
              <a:xfrm flipV="1">
                <a:off x="4464" y="2084"/>
                <a:ext cx="1" cy="46"/>
              </a:xfrm>
              <a:prstGeom prst="line">
                <a:avLst/>
              </a:prstGeom>
              <a:noFill/>
              <a:ln w="12700" cap="rnd">
                <a:solidFill>
                  <a:srgbClr val="000000"/>
                </a:solidFill>
                <a:round/>
                <a:headEnd/>
                <a:tailEnd/>
              </a:ln>
            </p:spPr>
            <p:txBody>
              <a:bodyPr/>
              <a:lstStyle/>
              <a:p>
                <a:endParaRPr lang="zh-CN" altLang="en-US"/>
              </a:p>
            </p:txBody>
          </p:sp>
          <p:sp>
            <p:nvSpPr>
              <p:cNvPr id="100" name="Line 222">
                <a:extLst>
                  <a:ext uri="{FF2B5EF4-FFF2-40B4-BE49-F238E27FC236}">
                    <a16:creationId xmlns:a16="http://schemas.microsoft.com/office/drawing/2014/main" id="{0ABC0646-2DE0-4C52-9AD0-7ED7165416EB}"/>
                  </a:ext>
                </a:extLst>
              </p:cNvPr>
              <p:cNvSpPr>
                <a:spLocks noChangeShapeType="1"/>
              </p:cNvSpPr>
              <p:nvPr/>
            </p:nvSpPr>
            <p:spPr bwMode="auto">
              <a:xfrm flipV="1">
                <a:off x="4011" y="1984"/>
                <a:ext cx="1" cy="46"/>
              </a:xfrm>
              <a:prstGeom prst="line">
                <a:avLst/>
              </a:prstGeom>
              <a:noFill/>
              <a:ln w="12700" cap="rnd">
                <a:solidFill>
                  <a:srgbClr val="000000"/>
                </a:solidFill>
                <a:round/>
                <a:headEnd/>
                <a:tailEnd/>
              </a:ln>
            </p:spPr>
            <p:txBody>
              <a:bodyPr/>
              <a:lstStyle/>
              <a:p>
                <a:endParaRPr lang="zh-CN" altLang="en-US"/>
              </a:p>
            </p:txBody>
          </p:sp>
          <p:sp>
            <p:nvSpPr>
              <p:cNvPr id="101" name="Line 223">
                <a:extLst>
                  <a:ext uri="{FF2B5EF4-FFF2-40B4-BE49-F238E27FC236}">
                    <a16:creationId xmlns:a16="http://schemas.microsoft.com/office/drawing/2014/main" id="{EAEDB3C4-722A-45D4-89ED-3A46C099F2D0}"/>
                  </a:ext>
                </a:extLst>
              </p:cNvPr>
              <p:cNvSpPr>
                <a:spLocks noChangeShapeType="1"/>
              </p:cNvSpPr>
              <p:nvPr/>
            </p:nvSpPr>
            <p:spPr bwMode="auto">
              <a:xfrm flipV="1">
                <a:off x="4087" y="1984"/>
                <a:ext cx="1" cy="46"/>
              </a:xfrm>
              <a:prstGeom prst="line">
                <a:avLst/>
              </a:prstGeom>
              <a:noFill/>
              <a:ln w="12700" cap="rnd">
                <a:solidFill>
                  <a:srgbClr val="000000"/>
                </a:solidFill>
                <a:round/>
                <a:headEnd/>
                <a:tailEnd/>
              </a:ln>
            </p:spPr>
            <p:txBody>
              <a:bodyPr/>
              <a:lstStyle/>
              <a:p>
                <a:endParaRPr lang="zh-CN" altLang="en-US"/>
              </a:p>
            </p:txBody>
          </p:sp>
          <p:sp>
            <p:nvSpPr>
              <p:cNvPr id="102" name="Line 224">
                <a:extLst>
                  <a:ext uri="{FF2B5EF4-FFF2-40B4-BE49-F238E27FC236}">
                    <a16:creationId xmlns:a16="http://schemas.microsoft.com/office/drawing/2014/main" id="{1FB8FA8C-1ACB-4C6C-90EE-207109D9477B}"/>
                  </a:ext>
                </a:extLst>
              </p:cNvPr>
              <p:cNvSpPr>
                <a:spLocks noChangeShapeType="1"/>
              </p:cNvSpPr>
              <p:nvPr/>
            </p:nvSpPr>
            <p:spPr bwMode="auto">
              <a:xfrm flipV="1">
                <a:off x="4162" y="1984"/>
                <a:ext cx="1" cy="46"/>
              </a:xfrm>
              <a:prstGeom prst="line">
                <a:avLst/>
              </a:prstGeom>
              <a:noFill/>
              <a:ln w="12700" cap="rnd">
                <a:solidFill>
                  <a:srgbClr val="000000"/>
                </a:solidFill>
                <a:round/>
                <a:headEnd/>
                <a:tailEnd/>
              </a:ln>
            </p:spPr>
            <p:txBody>
              <a:bodyPr/>
              <a:lstStyle/>
              <a:p>
                <a:endParaRPr lang="zh-CN" altLang="en-US"/>
              </a:p>
            </p:txBody>
          </p:sp>
          <p:sp>
            <p:nvSpPr>
              <p:cNvPr id="103" name="Line 225">
                <a:extLst>
                  <a:ext uri="{FF2B5EF4-FFF2-40B4-BE49-F238E27FC236}">
                    <a16:creationId xmlns:a16="http://schemas.microsoft.com/office/drawing/2014/main" id="{61FE3695-3905-4F94-BD85-8AA7220B214F}"/>
                  </a:ext>
                </a:extLst>
              </p:cNvPr>
              <p:cNvSpPr>
                <a:spLocks noChangeShapeType="1"/>
              </p:cNvSpPr>
              <p:nvPr/>
            </p:nvSpPr>
            <p:spPr bwMode="auto">
              <a:xfrm flipV="1">
                <a:off x="4237" y="1984"/>
                <a:ext cx="1" cy="46"/>
              </a:xfrm>
              <a:prstGeom prst="line">
                <a:avLst/>
              </a:prstGeom>
              <a:noFill/>
              <a:ln w="12700" cap="rnd">
                <a:solidFill>
                  <a:srgbClr val="000000"/>
                </a:solidFill>
                <a:round/>
                <a:headEnd/>
                <a:tailEnd/>
              </a:ln>
            </p:spPr>
            <p:txBody>
              <a:bodyPr/>
              <a:lstStyle/>
              <a:p>
                <a:endParaRPr lang="zh-CN" altLang="en-US"/>
              </a:p>
            </p:txBody>
          </p:sp>
          <p:sp>
            <p:nvSpPr>
              <p:cNvPr id="104" name="Line 226">
                <a:extLst>
                  <a:ext uri="{FF2B5EF4-FFF2-40B4-BE49-F238E27FC236}">
                    <a16:creationId xmlns:a16="http://schemas.microsoft.com/office/drawing/2014/main" id="{30917F19-8CC1-4C9F-A2AF-8DEB00F92D50}"/>
                  </a:ext>
                </a:extLst>
              </p:cNvPr>
              <p:cNvSpPr>
                <a:spLocks noChangeShapeType="1"/>
              </p:cNvSpPr>
              <p:nvPr/>
            </p:nvSpPr>
            <p:spPr bwMode="auto">
              <a:xfrm flipV="1">
                <a:off x="4313" y="1984"/>
                <a:ext cx="1" cy="46"/>
              </a:xfrm>
              <a:prstGeom prst="line">
                <a:avLst/>
              </a:prstGeom>
              <a:noFill/>
              <a:ln w="12700" cap="rnd">
                <a:solidFill>
                  <a:srgbClr val="000000"/>
                </a:solidFill>
                <a:round/>
                <a:headEnd/>
                <a:tailEnd/>
              </a:ln>
            </p:spPr>
            <p:txBody>
              <a:bodyPr/>
              <a:lstStyle/>
              <a:p>
                <a:endParaRPr lang="zh-CN" altLang="en-US"/>
              </a:p>
            </p:txBody>
          </p:sp>
          <p:sp>
            <p:nvSpPr>
              <p:cNvPr id="105" name="Line 227">
                <a:extLst>
                  <a:ext uri="{FF2B5EF4-FFF2-40B4-BE49-F238E27FC236}">
                    <a16:creationId xmlns:a16="http://schemas.microsoft.com/office/drawing/2014/main" id="{14A59971-8455-41E1-B141-A2935A07F735}"/>
                  </a:ext>
                </a:extLst>
              </p:cNvPr>
              <p:cNvSpPr>
                <a:spLocks noChangeShapeType="1"/>
              </p:cNvSpPr>
              <p:nvPr/>
            </p:nvSpPr>
            <p:spPr bwMode="auto">
              <a:xfrm flipV="1">
                <a:off x="4388" y="1984"/>
                <a:ext cx="1" cy="46"/>
              </a:xfrm>
              <a:prstGeom prst="line">
                <a:avLst/>
              </a:prstGeom>
              <a:noFill/>
              <a:ln w="12700" cap="rnd">
                <a:solidFill>
                  <a:srgbClr val="000000"/>
                </a:solidFill>
                <a:round/>
                <a:headEnd/>
                <a:tailEnd/>
              </a:ln>
            </p:spPr>
            <p:txBody>
              <a:bodyPr/>
              <a:lstStyle/>
              <a:p>
                <a:endParaRPr lang="zh-CN" altLang="en-US"/>
              </a:p>
            </p:txBody>
          </p:sp>
          <p:sp>
            <p:nvSpPr>
              <p:cNvPr id="106" name="Line 228">
                <a:extLst>
                  <a:ext uri="{FF2B5EF4-FFF2-40B4-BE49-F238E27FC236}">
                    <a16:creationId xmlns:a16="http://schemas.microsoft.com/office/drawing/2014/main" id="{79050C31-65FE-4F07-A9B4-EA808F14A265}"/>
                  </a:ext>
                </a:extLst>
              </p:cNvPr>
              <p:cNvSpPr>
                <a:spLocks noChangeShapeType="1"/>
              </p:cNvSpPr>
              <p:nvPr/>
            </p:nvSpPr>
            <p:spPr bwMode="auto">
              <a:xfrm flipV="1">
                <a:off x="4464" y="1984"/>
                <a:ext cx="1" cy="46"/>
              </a:xfrm>
              <a:prstGeom prst="line">
                <a:avLst/>
              </a:prstGeom>
              <a:noFill/>
              <a:ln w="12700" cap="rnd">
                <a:solidFill>
                  <a:srgbClr val="000000"/>
                </a:solidFill>
                <a:round/>
                <a:headEnd/>
                <a:tailEnd/>
              </a:ln>
            </p:spPr>
            <p:txBody>
              <a:bodyPr/>
              <a:lstStyle/>
              <a:p>
                <a:endParaRPr lang="zh-CN" altLang="en-US"/>
              </a:p>
            </p:txBody>
          </p:sp>
          <p:sp>
            <p:nvSpPr>
              <p:cNvPr id="107" name="Rectangle 229">
                <a:extLst>
                  <a:ext uri="{FF2B5EF4-FFF2-40B4-BE49-F238E27FC236}">
                    <a16:creationId xmlns:a16="http://schemas.microsoft.com/office/drawing/2014/main" id="{5160C95E-D5B1-4A81-94E6-01CA1A7DEAEF}"/>
                  </a:ext>
                </a:extLst>
              </p:cNvPr>
              <p:cNvSpPr>
                <a:spLocks noChangeArrowheads="1"/>
              </p:cNvSpPr>
              <p:nvPr/>
            </p:nvSpPr>
            <p:spPr bwMode="auto">
              <a:xfrm>
                <a:off x="1671" y="1661"/>
                <a:ext cx="348" cy="134"/>
              </a:xfrm>
              <a:prstGeom prst="rect">
                <a:avLst/>
              </a:prstGeom>
              <a:noFill/>
              <a:ln w="9525">
                <a:noFill/>
                <a:miter lim="800000"/>
                <a:headEnd/>
                <a:tailEnd/>
              </a:ln>
            </p:spPr>
            <p:txBody>
              <a:bodyPr wrap="none" lIns="0" tIns="0" rIns="0" bIns="0">
                <a:spAutoFit/>
              </a:bodyPr>
              <a:lstStyle/>
              <a:p>
                <a:pPr>
                  <a:defRPr/>
                </a:pPr>
                <a:r>
                  <a:rPr lang="en-US" altLang="zh-CN" sz="1400">
                    <a:solidFill>
                      <a:srgbClr val="000000"/>
                    </a:solidFill>
                    <a:latin typeface="Arial" charset="0"/>
                    <a:ea typeface="黑体" pitchFamily="2" charset="-122"/>
                  </a:rPr>
                  <a:t>24</a:t>
                </a:r>
                <a:r>
                  <a:rPr lang="zh-CN" altLang="en-US" sz="1400">
                    <a:solidFill>
                      <a:srgbClr val="000000"/>
                    </a:solidFill>
                    <a:latin typeface="Arial" charset="0"/>
                    <a:ea typeface="黑体" pitchFamily="2" charset="-122"/>
                  </a:rPr>
                  <a:t>比特</a:t>
                </a:r>
                <a:endParaRPr lang="zh-CN" altLang="en-US" sz="4800">
                  <a:solidFill>
                    <a:srgbClr val="FFAA01"/>
                  </a:solidFill>
                  <a:effectLst>
                    <a:outerShdw blurRad="38100" dist="38100" dir="2700000" algn="tl">
                      <a:srgbClr val="C0C0C0"/>
                    </a:outerShdw>
                  </a:effectLst>
                  <a:latin typeface="Arial" charset="0"/>
                  <a:ea typeface="黑体" pitchFamily="2" charset="-122"/>
                </a:endParaRPr>
              </a:p>
            </p:txBody>
          </p:sp>
          <p:sp>
            <p:nvSpPr>
              <p:cNvPr id="108" name="Rectangle 230">
                <a:extLst>
                  <a:ext uri="{FF2B5EF4-FFF2-40B4-BE49-F238E27FC236}">
                    <a16:creationId xmlns:a16="http://schemas.microsoft.com/office/drawing/2014/main" id="{FD8DE33E-3ED0-46A7-9425-DB73DFD7C73B}"/>
                  </a:ext>
                </a:extLst>
              </p:cNvPr>
              <p:cNvSpPr>
                <a:spLocks noChangeArrowheads="1"/>
              </p:cNvSpPr>
              <p:nvPr/>
            </p:nvSpPr>
            <p:spPr bwMode="auto">
              <a:xfrm>
                <a:off x="1474" y="1807"/>
                <a:ext cx="784" cy="134"/>
              </a:xfrm>
              <a:prstGeom prst="rect">
                <a:avLst/>
              </a:prstGeom>
              <a:noFill/>
              <a:ln w="9525">
                <a:noFill/>
                <a:miter lim="800000"/>
                <a:headEnd/>
                <a:tailEnd/>
              </a:ln>
            </p:spPr>
            <p:txBody>
              <a:bodyPr wrap="none" lIns="0" tIns="0" rIns="0" bIns="0">
                <a:spAutoFit/>
              </a:bodyPr>
              <a:lstStyle/>
              <a:p>
                <a:pPr>
                  <a:defRPr/>
                </a:pPr>
                <a:r>
                  <a:rPr lang="zh-CN" altLang="en-US" sz="1400">
                    <a:solidFill>
                      <a:srgbClr val="000000"/>
                    </a:solidFill>
                    <a:latin typeface="宋体" pitchFamily="2" charset="-122"/>
                    <a:ea typeface="黑体" pitchFamily="2" charset="-122"/>
                  </a:rPr>
                  <a:t>（供应商</a:t>
                </a:r>
                <a:r>
                  <a:rPr lang="zh-CN" altLang="en-US" sz="1400">
                    <a:solidFill>
                      <a:srgbClr val="000000"/>
                    </a:solidFill>
                    <a:latin typeface="Arial" charset="0"/>
                    <a:ea typeface="黑体" pitchFamily="2" charset="-122"/>
                  </a:rPr>
                  <a:t>标识</a:t>
                </a:r>
                <a:r>
                  <a:rPr lang="zh-CN" altLang="en-US" sz="1400">
                    <a:solidFill>
                      <a:srgbClr val="000000"/>
                    </a:solidFill>
                    <a:latin typeface="宋体" pitchFamily="2" charset="-122"/>
                    <a:ea typeface="黑体" pitchFamily="2" charset="-122"/>
                  </a:rPr>
                  <a:t>）</a:t>
                </a:r>
                <a:endParaRPr lang="zh-CN" altLang="en-US" sz="4800">
                  <a:solidFill>
                    <a:srgbClr val="FFAA01"/>
                  </a:solidFill>
                  <a:effectLst>
                    <a:outerShdw blurRad="38100" dist="38100" dir="2700000" algn="tl">
                      <a:srgbClr val="C0C0C0"/>
                    </a:outerShdw>
                  </a:effectLst>
                  <a:latin typeface="Arial" charset="0"/>
                  <a:ea typeface="黑体" pitchFamily="2" charset="-122"/>
                </a:endParaRPr>
              </a:p>
            </p:txBody>
          </p:sp>
          <p:sp>
            <p:nvSpPr>
              <p:cNvPr id="109" name="Line 231">
                <a:extLst>
                  <a:ext uri="{FF2B5EF4-FFF2-40B4-BE49-F238E27FC236}">
                    <a16:creationId xmlns:a16="http://schemas.microsoft.com/office/drawing/2014/main" id="{E8A30CD8-BF2E-4E55-A75A-8272A36D187A}"/>
                  </a:ext>
                </a:extLst>
              </p:cNvPr>
              <p:cNvSpPr>
                <a:spLocks noChangeShapeType="1"/>
              </p:cNvSpPr>
              <p:nvPr/>
            </p:nvSpPr>
            <p:spPr bwMode="auto">
              <a:xfrm flipV="1">
                <a:off x="2729" y="1746"/>
                <a:ext cx="1" cy="117"/>
              </a:xfrm>
              <a:prstGeom prst="line">
                <a:avLst/>
              </a:prstGeom>
              <a:noFill/>
              <a:ln w="12700" cap="rnd">
                <a:solidFill>
                  <a:srgbClr val="000000"/>
                </a:solidFill>
                <a:round/>
                <a:headEnd/>
                <a:tailEnd/>
              </a:ln>
            </p:spPr>
            <p:txBody>
              <a:bodyPr/>
              <a:lstStyle/>
              <a:p>
                <a:endParaRPr lang="zh-CN" altLang="en-US"/>
              </a:p>
            </p:txBody>
          </p:sp>
          <p:sp>
            <p:nvSpPr>
              <p:cNvPr id="110" name="Line 232">
                <a:extLst>
                  <a:ext uri="{FF2B5EF4-FFF2-40B4-BE49-F238E27FC236}">
                    <a16:creationId xmlns:a16="http://schemas.microsoft.com/office/drawing/2014/main" id="{6C097B79-3EBF-4884-A890-156366850B0F}"/>
                  </a:ext>
                </a:extLst>
              </p:cNvPr>
              <p:cNvSpPr>
                <a:spLocks noChangeShapeType="1"/>
              </p:cNvSpPr>
              <p:nvPr/>
            </p:nvSpPr>
            <p:spPr bwMode="auto">
              <a:xfrm flipV="1">
                <a:off x="919" y="1746"/>
                <a:ext cx="1" cy="117"/>
              </a:xfrm>
              <a:prstGeom prst="line">
                <a:avLst/>
              </a:prstGeom>
              <a:noFill/>
              <a:ln w="12700" cap="rnd">
                <a:solidFill>
                  <a:srgbClr val="000000"/>
                </a:solidFill>
                <a:round/>
                <a:headEnd/>
                <a:tailEnd/>
              </a:ln>
            </p:spPr>
            <p:txBody>
              <a:bodyPr/>
              <a:lstStyle/>
              <a:p>
                <a:endParaRPr lang="zh-CN" altLang="en-US"/>
              </a:p>
            </p:txBody>
          </p:sp>
          <p:sp>
            <p:nvSpPr>
              <p:cNvPr id="111" name="Rectangle 233">
                <a:extLst>
                  <a:ext uri="{FF2B5EF4-FFF2-40B4-BE49-F238E27FC236}">
                    <a16:creationId xmlns:a16="http://schemas.microsoft.com/office/drawing/2014/main" id="{B8179319-4786-4879-B42E-707207782DC4}"/>
                  </a:ext>
                </a:extLst>
              </p:cNvPr>
              <p:cNvSpPr>
                <a:spLocks noChangeArrowheads="1"/>
              </p:cNvSpPr>
              <p:nvPr/>
            </p:nvSpPr>
            <p:spPr bwMode="auto">
              <a:xfrm>
                <a:off x="3445" y="1661"/>
                <a:ext cx="348" cy="134"/>
              </a:xfrm>
              <a:prstGeom prst="rect">
                <a:avLst/>
              </a:prstGeom>
              <a:noFill/>
              <a:ln w="9525">
                <a:noFill/>
                <a:miter lim="800000"/>
                <a:headEnd/>
                <a:tailEnd/>
              </a:ln>
            </p:spPr>
            <p:txBody>
              <a:bodyPr wrap="none" lIns="0" tIns="0" rIns="0" bIns="0">
                <a:spAutoFit/>
              </a:bodyPr>
              <a:lstStyle/>
              <a:p>
                <a:pPr>
                  <a:defRPr/>
                </a:pPr>
                <a:r>
                  <a:rPr lang="en-US" altLang="zh-CN" sz="1400">
                    <a:solidFill>
                      <a:srgbClr val="000000"/>
                    </a:solidFill>
                    <a:latin typeface="Arial" charset="0"/>
                    <a:ea typeface="华文楷体" pitchFamily="2" charset="-122"/>
                  </a:rPr>
                  <a:t>24</a:t>
                </a:r>
                <a:r>
                  <a:rPr lang="zh-CN" altLang="en-US" sz="1400">
                    <a:solidFill>
                      <a:srgbClr val="000000"/>
                    </a:solidFill>
                    <a:latin typeface="Arial" charset="0"/>
                    <a:ea typeface="黑体" pitchFamily="2" charset="-122"/>
                  </a:rPr>
                  <a:t>比特</a:t>
                </a:r>
                <a:endParaRPr lang="zh-CN" altLang="en-US" sz="4800">
                  <a:solidFill>
                    <a:srgbClr val="FFAA01"/>
                  </a:solidFill>
                  <a:effectLst>
                    <a:outerShdw blurRad="38100" dist="38100" dir="2700000" algn="tl">
                      <a:srgbClr val="C0C0C0"/>
                    </a:outerShdw>
                  </a:effectLst>
                  <a:latin typeface="Arial" charset="0"/>
                  <a:ea typeface="黑体" pitchFamily="2" charset="-122"/>
                </a:endParaRPr>
              </a:p>
            </p:txBody>
          </p:sp>
          <p:sp>
            <p:nvSpPr>
              <p:cNvPr id="112" name="Rectangle 234">
                <a:extLst>
                  <a:ext uri="{FF2B5EF4-FFF2-40B4-BE49-F238E27FC236}">
                    <a16:creationId xmlns:a16="http://schemas.microsoft.com/office/drawing/2014/main" id="{E3DB6C19-C8B3-483E-AE7F-35D0E03742D2}"/>
                  </a:ext>
                </a:extLst>
              </p:cNvPr>
              <p:cNvSpPr>
                <a:spLocks noChangeArrowheads="1"/>
              </p:cNvSpPr>
              <p:nvPr/>
            </p:nvSpPr>
            <p:spPr bwMode="auto">
              <a:xfrm>
                <a:off x="2876" y="1807"/>
                <a:ext cx="1456" cy="134"/>
              </a:xfrm>
              <a:prstGeom prst="rect">
                <a:avLst/>
              </a:prstGeom>
              <a:noFill/>
              <a:ln w="9525">
                <a:noFill/>
                <a:miter lim="800000"/>
                <a:headEnd/>
                <a:tailEnd/>
              </a:ln>
            </p:spPr>
            <p:txBody>
              <a:bodyPr wrap="none" lIns="0" tIns="0" rIns="0" bIns="0">
                <a:spAutoFit/>
              </a:bodyPr>
              <a:lstStyle/>
              <a:p>
                <a:pPr>
                  <a:defRPr/>
                </a:pPr>
                <a:r>
                  <a:rPr lang="zh-CN" altLang="en-US" sz="1400">
                    <a:solidFill>
                      <a:srgbClr val="000000"/>
                    </a:solidFill>
                    <a:latin typeface="Arial" charset="0"/>
                    <a:ea typeface="黑体" pitchFamily="2" charset="-122"/>
                  </a:rPr>
                  <a:t>（供应商对网卡的唯一编号）</a:t>
                </a:r>
                <a:endParaRPr lang="zh-CN" altLang="en-US" sz="4800">
                  <a:solidFill>
                    <a:srgbClr val="FFAA01"/>
                  </a:solidFill>
                  <a:effectLst>
                    <a:outerShdw blurRad="38100" dist="38100" dir="2700000" algn="tl">
                      <a:srgbClr val="C0C0C0"/>
                    </a:outerShdw>
                  </a:effectLst>
                  <a:latin typeface="Arial" charset="0"/>
                  <a:ea typeface="黑体" pitchFamily="2" charset="-122"/>
                </a:endParaRPr>
              </a:p>
            </p:txBody>
          </p:sp>
          <p:sp>
            <p:nvSpPr>
              <p:cNvPr id="113" name="Line 235">
                <a:extLst>
                  <a:ext uri="{FF2B5EF4-FFF2-40B4-BE49-F238E27FC236}">
                    <a16:creationId xmlns:a16="http://schemas.microsoft.com/office/drawing/2014/main" id="{B7D200B3-487E-49F5-B7BA-DB92971ED4A1}"/>
                  </a:ext>
                </a:extLst>
              </p:cNvPr>
              <p:cNvSpPr>
                <a:spLocks noChangeShapeType="1"/>
              </p:cNvSpPr>
              <p:nvPr/>
            </p:nvSpPr>
            <p:spPr bwMode="auto">
              <a:xfrm flipV="1">
                <a:off x="4539" y="1746"/>
                <a:ext cx="1" cy="117"/>
              </a:xfrm>
              <a:prstGeom prst="line">
                <a:avLst/>
              </a:prstGeom>
              <a:noFill/>
              <a:ln w="12700" cap="rnd">
                <a:solidFill>
                  <a:srgbClr val="000000"/>
                </a:solidFill>
                <a:round/>
                <a:headEnd/>
                <a:tailEnd/>
              </a:ln>
            </p:spPr>
            <p:txBody>
              <a:bodyPr/>
              <a:lstStyle/>
              <a:p>
                <a:endParaRPr lang="zh-CN" altLang="en-US"/>
              </a:p>
            </p:txBody>
          </p:sp>
          <p:sp>
            <p:nvSpPr>
              <p:cNvPr id="114" name="Line 236">
                <a:extLst>
                  <a:ext uri="{FF2B5EF4-FFF2-40B4-BE49-F238E27FC236}">
                    <a16:creationId xmlns:a16="http://schemas.microsoft.com/office/drawing/2014/main" id="{CB4F5235-48B7-4D17-AB8A-2DCC3C1B8724}"/>
                  </a:ext>
                </a:extLst>
              </p:cNvPr>
              <p:cNvSpPr>
                <a:spLocks noChangeShapeType="1"/>
              </p:cNvSpPr>
              <p:nvPr/>
            </p:nvSpPr>
            <p:spPr bwMode="auto">
              <a:xfrm>
                <a:off x="4328" y="1796"/>
                <a:ext cx="159" cy="1"/>
              </a:xfrm>
              <a:prstGeom prst="line">
                <a:avLst/>
              </a:prstGeom>
              <a:noFill/>
              <a:ln w="12700" cap="rnd">
                <a:solidFill>
                  <a:srgbClr val="000000"/>
                </a:solidFill>
                <a:round/>
                <a:headEnd/>
                <a:tailEnd/>
              </a:ln>
            </p:spPr>
            <p:txBody>
              <a:bodyPr/>
              <a:lstStyle/>
              <a:p>
                <a:endParaRPr lang="zh-CN" altLang="en-US"/>
              </a:p>
            </p:txBody>
          </p:sp>
          <p:sp>
            <p:nvSpPr>
              <p:cNvPr id="115" name="Freeform 237">
                <a:extLst>
                  <a:ext uri="{FF2B5EF4-FFF2-40B4-BE49-F238E27FC236}">
                    <a16:creationId xmlns:a16="http://schemas.microsoft.com/office/drawing/2014/main" id="{90539ED6-E2EA-453C-A74F-2556ACB897FE}"/>
                  </a:ext>
                </a:extLst>
              </p:cNvPr>
              <p:cNvSpPr>
                <a:spLocks/>
              </p:cNvSpPr>
              <p:nvPr/>
            </p:nvSpPr>
            <p:spPr bwMode="auto">
              <a:xfrm>
                <a:off x="4470" y="1758"/>
                <a:ext cx="69" cy="76"/>
              </a:xfrm>
              <a:custGeom>
                <a:avLst/>
                <a:gdLst>
                  <a:gd name="T0" fmla="*/ 5 w 117"/>
                  <a:gd name="T1" fmla="*/ 4 h 117"/>
                  <a:gd name="T2" fmla="*/ 0 w 117"/>
                  <a:gd name="T3" fmla="*/ 9 h 117"/>
                  <a:gd name="T4" fmla="*/ 0 w 117"/>
                  <a:gd name="T5" fmla="*/ 0 h 117"/>
                  <a:gd name="T6" fmla="*/ 0 w 117"/>
                  <a:gd name="T7" fmla="*/ 0 h 117"/>
                  <a:gd name="T8" fmla="*/ 5 w 117"/>
                  <a:gd name="T9" fmla="*/ 4 h 117"/>
                  <a:gd name="T10" fmla="*/ 0 60000 65536"/>
                  <a:gd name="T11" fmla="*/ 0 60000 65536"/>
                  <a:gd name="T12" fmla="*/ 0 60000 65536"/>
                  <a:gd name="T13" fmla="*/ 0 60000 65536"/>
                  <a:gd name="T14" fmla="*/ 0 60000 65536"/>
                  <a:gd name="T15" fmla="*/ 0 w 117"/>
                  <a:gd name="T16" fmla="*/ 0 h 117"/>
                  <a:gd name="T17" fmla="*/ 117 w 117"/>
                  <a:gd name="T18" fmla="*/ 117 h 117"/>
                </a:gdLst>
                <a:ahLst/>
                <a:cxnLst>
                  <a:cxn ang="T10">
                    <a:pos x="T0" y="T1"/>
                  </a:cxn>
                  <a:cxn ang="T11">
                    <a:pos x="T2" y="T3"/>
                  </a:cxn>
                  <a:cxn ang="T12">
                    <a:pos x="T4" y="T5"/>
                  </a:cxn>
                  <a:cxn ang="T13">
                    <a:pos x="T6" y="T7"/>
                  </a:cxn>
                  <a:cxn ang="T14">
                    <a:pos x="T8" y="T9"/>
                  </a:cxn>
                </a:cxnLst>
                <a:rect l="T15" t="T16" r="T17" b="T18"/>
                <a:pathLst>
                  <a:path w="117" h="117">
                    <a:moveTo>
                      <a:pt x="117" y="59"/>
                    </a:moveTo>
                    <a:lnTo>
                      <a:pt x="0" y="117"/>
                    </a:lnTo>
                    <a:cubicBezTo>
                      <a:pt x="18" y="80"/>
                      <a:pt x="18" y="37"/>
                      <a:pt x="0" y="0"/>
                    </a:cubicBezTo>
                    <a:lnTo>
                      <a:pt x="117" y="59"/>
                    </a:lnTo>
                    <a:close/>
                  </a:path>
                </a:pathLst>
              </a:custGeom>
              <a:solidFill>
                <a:srgbClr val="000000"/>
              </a:solidFill>
              <a:ln w="0">
                <a:solidFill>
                  <a:srgbClr val="000000"/>
                </a:solidFill>
                <a:round/>
                <a:headEnd/>
                <a:tailEnd/>
              </a:ln>
            </p:spPr>
            <p:txBody>
              <a:bodyPr/>
              <a:lstStyle/>
              <a:p>
                <a:endParaRPr lang="zh-CN" altLang="en-US"/>
              </a:p>
            </p:txBody>
          </p:sp>
          <p:sp>
            <p:nvSpPr>
              <p:cNvPr id="116" name="Line 238">
                <a:extLst>
                  <a:ext uri="{FF2B5EF4-FFF2-40B4-BE49-F238E27FC236}">
                    <a16:creationId xmlns:a16="http://schemas.microsoft.com/office/drawing/2014/main" id="{28893F46-7A5D-4125-BC3D-040189E2CD07}"/>
                  </a:ext>
                </a:extLst>
              </p:cNvPr>
              <p:cNvSpPr>
                <a:spLocks noChangeShapeType="1"/>
              </p:cNvSpPr>
              <p:nvPr/>
            </p:nvSpPr>
            <p:spPr bwMode="auto">
              <a:xfrm flipH="1">
                <a:off x="2781" y="1796"/>
                <a:ext cx="189" cy="1"/>
              </a:xfrm>
              <a:prstGeom prst="line">
                <a:avLst/>
              </a:prstGeom>
              <a:noFill/>
              <a:ln w="12700" cap="rnd">
                <a:solidFill>
                  <a:srgbClr val="000000"/>
                </a:solidFill>
                <a:round/>
                <a:headEnd/>
                <a:tailEnd/>
              </a:ln>
            </p:spPr>
            <p:txBody>
              <a:bodyPr/>
              <a:lstStyle/>
              <a:p>
                <a:endParaRPr lang="zh-CN" altLang="en-US"/>
              </a:p>
            </p:txBody>
          </p:sp>
          <p:sp>
            <p:nvSpPr>
              <p:cNvPr id="117" name="Freeform 239">
                <a:extLst>
                  <a:ext uri="{FF2B5EF4-FFF2-40B4-BE49-F238E27FC236}">
                    <a16:creationId xmlns:a16="http://schemas.microsoft.com/office/drawing/2014/main" id="{BE42D0B4-8D1D-441B-A79F-856A91A36F1C}"/>
                  </a:ext>
                </a:extLst>
              </p:cNvPr>
              <p:cNvSpPr>
                <a:spLocks/>
              </p:cNvSpPr>
              <p:nvPr/>
            </p:nvSpPr>
            <p:spPr bwMode="auto">
              <a:xfrm>
                <a:off x="2729" y="1758"/>
                <a:ext cx="69" cy="76"/>
              </a:xfrm>
              <a:custGeom>
                <a:avLst/>
                <a:gdLst>
                  <a:gd name="T0" fmla="*/ 0 w 117"/>
                  <a:gd name="T1" fmla="*/ 4 h 117"/>
                  <a:gd name="T2" fmla="*/ 5 w 117"/>
                  <a:gd name="T3" fmla="*/ 0 h 117"/>
                  <a:gd name="T4" fmla="*/ 5 w 117"/>
                  <a:gd name="T5" fmla="*/ 9 h 117"/>
                  <a:gd name="T6" fmla="*/ 5 w 117"/>
                  <a:gd name="T7" fmla="*/ 9 h 117"/>
                  <a:gd name="T8" fmla="*/ 0 w 117"/>
                  <a:gd name="T9" fmla="*/ 4 h 117"/>
                  <a:gd name="T10" fmla="*/ 0 60000 65536"/>
                  <a:gd name="T11" fmla="*/ 0 60000 65536"/>
                  <a:gd name="T12" fmla="*/ 0 60000 65536"/>
                  <a:gd name="T13" fmla="*/ 0 60000 65536"/>
                  <a:gd name="T14" fmla="*/ 0 60000 65536"/>
                  <a:gd name="T15" fmla="*/ 0 w 117"/>
                  <a:gd name="T16" fmla="*/ 0 h 117"/>
                  <a:gd name="T17" fmla="*/ 117 w 117"/>
                  <a:gd name="T18" fmla="*/ 117 h 117"/>
                </a:gdLst>
                <a:ahLst/>
                <a:cxnLst>
                  <a:cxn ang="T10">
                    <a:pos x="T0" y="T1"/>
                  </a:cxn>
                  <a:cxn ang="T11">
                    <a:pos x="T2" y="T3"/>
                  </a:cxn>
                  <a:cxn ang="T12">
                    <a:pos x="T4" y="T5"/>
                  </a:cxn>
                  <a:cxn ang="T13">
                    <a:pos x="T6" y="T7"/>
                  </a:cxn>
                  <a:cxn ang="T14">
                    <a:pos x="T8" y="T9"/>
                  </a:cxn>
                </a:cxnLst>
                <a:rect l="T15" t="T16" r="T17" b="T18"/>
                <a:pathLst>
                  <a:path w="117" h="117">
                    <a:moveTo>
                      <a:pt x="0" y="59"/>
                    </a:moveTo>
                    <a:lnTo>
                      <a:pt x="117" y="0"/>
                    </a:lnTo>
                    <a:cubicBezTo>
                      <a:pt x="98" y="37"/>
                      <a:pt x="98" y="80"/>
                      <a:pt x="117" y="117"/>
                    </a:cubicBezTo>
                    <a:lnTo>
                      <a:pt x="0" y="59"/>
                    </a:lnTo>
                    <a:close/>
                  </a:path>
                </a:pathLst>
              </a:custGeom>
              <a:solidFill>
                <a:srgbClr val="000000"/>
              </a:solidFill>
              <a:ln w="0">
                <a:solidFill>
                  <a:srgbClr val="000000"/>
                </a:solidFill>
                <a:round/>
                <a:headEnd/>
                <a:tailEnd/>
              </a:ln>
            </p:spPr>
            <p:txBody>
              <a:bodyPr/>
              <a:lstStyle/>
              <a:p>
                <a:endParaRPr lang="zh-CN" altLang="en-US"/>
              </a:p>
            </p:txBody>
          </p:sp>
          <p:sp>
            <p:nvSpPr>
              <p:cNvPr id="118" name="Line 240">
                <a:extLst>
                  <a:ext uri="{FF2B5EF4-FFF2-40B4-BE49-F238E27FC236}">
                    <a16:creationId xmlns:a16="http://schemas.microsoft.com/office/drawing/2014/main" id="{19E4641D-3EE3-41C4-9BB3-849F6CFE44F0}"/>
                  </a:ext>
                </a:extLst>
              </p:cNvPr>
              <p:cNvSpPr>
                <a:spLocks noChangeShapeType="1"/>
              </p:cNvSpPr>
              <p:nvPr/>
            </p:nvSpPr>
            <p:spPr bwMode="auto">
              <a:xfrm>
                <a:off x="2487" y="1796"/>
                <a:ext cx="190" cy="1"/>
              </a:xfrm>
              <a:prstGeom prst="line">
                <a:avLst/>
              </a:prstGeom>
              <a:noFill/>
              <a:ln w="12700" cap="rnd">
                <a:solidFill>
                  <a:srgbClr val="000000"/>
                </a:solidFill>
                <a:round/>
                <a:headEnd/>
                <a:tailEnd/>
              </a:ln>
            </p:spPr>
            <p:txBody>
              <a:bodyPr/>
              <a:lstStyle/>
              <a:p>
                <a:endParaRPr lang="zh-CN" altLang="en-US"/>
              </a:p>
            </p:txBody>
          </p:sp>
          <p:sp>
            <p:nvSpPr>
              <p:cNvPr id="119" name="Freeform 241">
                <a:extLst>
                  <a:ext uri="{FF2B5EF4-FFF2-40B4-BE49-F238E27FC236}">
                    <a16:creationId xmlns:a16="http://schemas.microsoft.com/office/drawing/2014/main" id="{A8D7318B-C8EB-487B-B537-B014CC0D17D7}"/>
                  </a:ext>
                </a:extLst>
              </p:cNvPr>
              <p:cNvSpPr>
                <a:spLocks/>
              </p:cNvSpPr>
              <p:nvPr/>
            </p:nvSpPr>
            <p:spPr bwMode="auto">
              <a:xfrm>
                <a:off x="2660" y="1758"/>
                <a:ext cx="69" cy="76"/>
              </a:xfrm>
              <a:custGeom>
                <a:avLst/>
                <a:gdLst>
                  <a:gd name="T0" fmla="*/ 5 w 117"/>
                  <a:gd name="T1" fmla="*/ 4 h 117"/>
                  <a:gd name="T2" fmla="*/ 0 w 117"/>
                  <a:gd name="T3" fmla="*/ 9 h 117"/>
                  <a:gd name="T4" fmla="*/ 0 w 117"/>
                  <a:gd name="T5" fmla="*/ 0 h 117"/>
                  <a:gd name="T6" fmla="*/ 0 w 117"/>
                  <a:gd name="T7" fmla="*/ 0 h 117"/>
                  <a:gd name="T8" fmla="*/ 5 w 117"/>
                  <a:gd name="T9" fmla="*/ 4 h 117"/>
                  <a:gd name="T10" fmla="*/ 0 60000 65536"/>
                  <a:gd name="T11" fmla="*/ 0 60000 65536"/>
                  <a:gd name="T12" fmla="*/ 0 60000 65536"/>
                  <a:gd name="T13" fmla="*/ 0 60000 65536"/>
                  <a:gd name="T14" fmla="*/ 0 60000 65536"/>
                  <a:gd name="T15" fmla="*/ 0 w 117"/>
                  <a:gd name="T16" fmla="*/ 0 h 117"/>
                  <a:gd name="T17" fmla="*/ 117 w 117"/>
                  <a:gd name="T18" fmla="*/ 117 h 117"/>
                </a:gdLst>
                <a:ahLst/>
                <a:cxnLst>
                  <a:cxn ang="T10">
                    <a:pos x="T0" y="T1"/>
                  </a:cxn>
                  <a:cxn ang="T11">
                    <a:pos x="T2" y="T3"/>
                  </a:cxn>
                  <a:cxn ang="T12">
                    <a:pos x="T4" y="T5"/>
                  </a:cxn>
                  <a:cxn ang="T13">
                    <a:pos x="T6" y="T7"/>
                  </a:cxn>
                  <a:cxn ang="T14">
                    <a:pos x="T8" y="T9"/>
                  </a:cxn>
                </a:cxnLst>
                <a:rect l="T15" t="T16" r="T17" b="T18"/>
                <a:pathLst>
                  <a:path w="117" h="117">
                    <a:moveTo>
                      <a:pt x="117" y="59"/>
                    </a:moveTo>
                    <a:lnTo>
                      <a:pt x="0" y="117"/>
                    </a:lnTo>
                    <a:cubicBezTo>
                      <a:pt x="18" y="80"/>
                      <a:pt x="18" y="37"/>
                      <a:pt x="0" y="0"/>
                    </a:cubicBezTo>
                    <a:lnTo>
                      <a:pt x="117" y="59"/>
                    </a:lnTo>
                    <a:close/>
                  </a:path>
                </a:pathLst>
              </a:custGeom>
              <a:solidFill>
                <a:srgbClr val="000000"/>
              </a:solidFill>
              <a:ln w="0">
                <a:solidFill>
                  <a:srgbClr val="000000"/>
                </a:solidFill>
                <a:round/>
                <a:headEnd/>
                <a:tailEnd/>
              </a:ln>
            </p:spPr>
            <p:txBody>
              <a:bodyPr/>
              <a:lstStyle/>
              <a:p>
                <a:endParaRPr lang="zh-CN" altLang="en-US"/>
              </a:p>
            </p:txBody>
          </p:sp>
          <p:sp>
            <p:nvSpPr>
              <p:cNvPr id="120" name="Line 242">
                <a:extLst>
                  <a:ext uri="{FF2B5EF4-FFF2-40B4-BE49-F238E27FC236}">
                    <a16:creationId xmlns:a16="http://schemas.microsoft.com/office/drawing/2014/main" id="{FCDD984B-96E1-4008-B0DD-0FCC685AAED9}"/>
                  </a:ext>
                </a:extLst>
              </p:cNvPr>
              <p:cNvSpPr>
                <a:spLocks noChangeShapeType="1"/>
              </p:cNvSpPr>
              <p:nvPr/>
            </p:nvSpPr>
            <p:spPr bwMode="auto">
              <a:xfrm flipH="1">
                <a:off x="971" y="1796"/>
                <a:ext cx="250" cy="1"/>
              </a:xfrm>
              <a:prstGeom prst="line">
                <a:avLst/>
              </a:prstGeom>
              <a:noFill/>
              <a:ln w="12700" cap="rnd">
                <a:solidFill>
                  <a:srgbClr val="000000"/>
                </a:solidFill>
                <a:round/>
                <a:headEnd/>
                <a:tailEnd/>
              </a:ln>
            </p:spPr>
            <p:txBody>
              <a:bodyPr/>
              <a:lstStyle/>
              <a:p>
                <a:endParaRPr lang="zh-CN" altLang="en-US"/>
              </a:p>
            </p:txBody>
          </p:sp>
          <p:sp>
            <p:nvSpPr>
              <p:cNvPr id="121" name="Freeform 243">
                <a:extLst>
                  <a:ext uri="{FF2B5EF4-FFF2-40B4-BE49-F238E27FC236}">
                    <a16:creationId xmlns:a16="http://schemas.microsoft.com/office/drawing/2014/main" id="{F3866148-829C-4D23-A4E6-2AB411FCEBF6}"/>
                  </a:ext>
                </a:extLst>
              </p:cNvPr>
              <p:cNvSpPr>
                <a:spLocks/>
              </p:cNvSpPr>
              <p:nvPr/>
            </p:nvSpPr>
            <p:spPr bwMode="auto">
              <a:xfrm>
                <a:off x="919" y="1758"/>
                <a:ext cx="69" cy="76"/>
              </a:xfrm>
              <a:custGeom>
                <a:avLst/>
                <a:gdLst>
                  <a:gd name="T0" fmla="*/ 0 w 117"/>
                  <a:gd name="T1" fmla="*/ 4 h 117"/>
                  <a:gd name="T2" fmla="*/ 5 w 117"/>
                  <a:gd name="T3" fmla="*/ 0 h 117"/>
                  <a:gd name="T4" fmla="*/ 5 w 117"/>
                  <a:gd name="T5" fmla="*/ 9 h 117"/>
                  <a:gd name="T6" fmla="*/ 5 w 117"/>
                  <a:gd name="T7" fmla="*/ 9 h 117"/>
                  <a:gd name="T8" fmla="*/ 0 w 117"/>
                  <a:gd name="T9" fmla="*/ 4 h 117"/>
                  <a:gd name="T10" fmla="*/ 0 60000 65536"/>
                  <a:gd name="T11" fmla="*/ 0 60000 65536"/>
                  <a:gd name="T12" fmla="*/ 0 60000 65536"/>
                  <a:gd name="T13" fmla="*/ 0 60000 65536"/>
                  <a:gd name="T14" fmla="*/ 0 60000 65536"/>
                  <a:gd name="T15" fmla="*/ 0 w 117"/>
                  <a:gd name="T16" fmla="*/ 0 h 117"/>
                  <a:gd name="T17" fmla="*/ 117 w 117"/>
                  <a:gd name="T18" fmla="*/ 117 h 117"/>
                </a:gdLst>
                <a:ahLst/>
                <a:cxnLst>
                  <a:cxn ang="T10">
                    <a:pos x="T0" y="T1"/>
                  </a:cxn>
                  <a:cxn ang="T11">
                    <a:pos x="T2" y="T3"/>
                  </a:cxn>
                  <a:cxn ang="T12">
                    <a:pos x="T4" y="T5"/>
                  </a:cxn>
                  <a:cxn ang="T13">
                    <a:pos x="T6" y="T7"/>
                  </a:cxn>
                  <a:cxn ang="T14">
                    <a:pos x="T8" y="T9"/>
                  </a:cxn>
                </a:cxnLst>
                <a:rect l="T15" t="T16" r="T17" b="T18"/>
                <a:pathLst>
                  <a:path w="117" h="117">
                    <a:moveTo>
                      <a:pt x="0" y="59"/>
                    </a:moveTo>
                    <a:lnTo>
                      <a:pt x="117" y="0"/>
                    </a:lnTo>
                    <a:cubicBezTo>
                      <a:pt x="98" y="37"/>
                      <a:pt x="98" y="80"/>
                      <a:pt x="117" y="117"/>
                    </a:cubicBezTo>
                    <a:lnTo>
                      <a:pt x="0" y="59"/>
                    </a:lnTo>
                    <a:close/>
                  </a:path>
                </a:pathLst>
              </a:custGeom>
              <a:solidFill>
                <a:srgbClr val="000000"/>
              </a:solidFill>
              <a:ln w="0">
                <a:solidFill>
                  <a:srgbClr val="000000"/>
                </a:solidFill>
                <a:round/>
                <a:headEnd/>
                <a:tailEnd/>
              </a:ln>
            </p:spPr>
            <p:txBody>
              <a:bodyPr/>
              <a:lstStyle/>
              <a:p>
                <a:endParaRPr lang="zh-CN" altLang="en-US"/>
              </a:p>
            </p:txBody>
          </p:sp>
        </p:grpSp>
        <p:sp>
          <p:nvSpPr>
            <p:cNvPr id="12" name="Freeform 280">
              <a:extLst>
                <a:ext uri="{FF2B5EF4-FFF2-40B4-BE49-F238E27FC236}">
                  <a16:creationId xmlns:a16="http://schemas.microsoft.com/office/drawing/2014/main" id="{548C4B0E-DF3D-4013-816D-35C866CF262B}"/>
                </a:ext>
              </a:extLst>
            </p:cNvPr>
            <p:cNvSpPr>
              <a:spLocks/>
            </p:cNvSpPr>
            <p:nvPr/>
          </p:nvSpPr>
          <p:spPr bwMode="auto">
            <a:xfrm>
              <a:off x="1855" y="2434"/>
              <a:ext cx="91" cy="277"/>
            </a:xfrm>
            <a:custGeom>
              <a:avLst/>
              <a:gdLst>
                <a:gd name="T0" fmla="*/ 0 w 91"/>
                <a:gd name="T1" fmla="*/ 0 h 277"/>
                <a:gd name="T2" fmla="*/ 0 w 91"/>
                <a:gd name="T3" fmla="*/ 277 h 277"/>
                <a:gd name="T4" fmla="*/ 91 w 91"/>
                <a:gd name="T5" fmla="*/ 277 h 277"/>
                <a:gd name="T6" fmla="*/ 0 60000 65536"/>
                <a:gd name="T7" fmla="*/ 0 60000 65536"/>
                <a:gd name="T8" fmla="*/ 0 60000 65536"/>
                <a:gd name="T9" fmla="*/ 0 w 91"/>
                <a:gd name="T10" fmla="*/ 0 h 277"/>
                <a:gd name="T11" fmla="*/ 91 w 91"/>
                <a:gd name="T12" fmla="*/ 277 h 277"/>
              </a:gdLst>
              <a:ahLst/>
              <a:cxnLst>
                <a:cxn ang="T6">
                  <a:pos x="T0" y="T1"/>
                </a:cxn>
                <a:cxn ang="T7">
                  <a:pos x="T2" y="T3"/>
                </a:cxn>
                <a:cxn ang="T8">
                  <a:pos x="T4" y="T5"/>
                </a:cxn>
              </a:cxnLst>
              <a:rect l="T9" t="T10" r="T11" b="T12"/>
              <a:pathLst>
                <a:path w="91" h="277">
                  <a:moveTo>
                    <a:pt x="0" y="0"/>
                  </a:moveTo>
                  <a:lnTo>
                    <a:pt x="0" y="277"/>
                  </a:lnTo>
                  <a:lnTo>
                    <a:pt x="91" y="277"/>
                  </a:lnTo>
                </a:path>
              </a:pathLst>
            </a:custGeom>
            <a:noFill/>
            <a:ln w="12700" cap="rnd">
              <a:solidFill>
                <a:srgbClr val="000000"/>
              </a:solidFill>
              <a:round/>
              <a:headEnd/>
              <a:tailEnd/>
            </a:ln>
          </p:spPr>
          <p:txBody>
            <a:bodyPr/>
            <a:lstStyle/>
            <a:p>
              <a:endParaRPr lang="zh-CN" altLang="en-US"/>
            </a:p>
          </p:txBody>
        </p:sp>
        <p:sp>
          <p:nvSpPr>
            <p:cNvPr id="13" name="Freeform 281">
              <a:extLst>
                <a:ext uri="{FF2B5EF4-FFF2-40B4-BE49-F238E27FC236}">
                  <a16:creationId xmlns:a16="http://schemas.microsoft.com/office/drawing/2014/main" id="{53B06176-BD4B-4C30-B669-4C6EBAD78193}"/>
                </a:ext>
              </a:extLst>
            </p:cNvPr>
            <p:cNvSpPr>
              <a:spLocks/>
            </p:cNvSpPr>
            <p:nvPr/>
          </p:nvSpPr>
          <p:spPr bwMode="auto">
            <a:xfrm>
              <a:off x="1831" y="2398"/>
              <a:ext cx="69" cy="77"/>
            </a:xfrm>
            <a:custGeom>
              <a:avLst/>
              <a:gdLst>
                <a:gd name="T0" fmla="*/ 2 w 118"/>
                <a:gd name="T1" fmla="*/ 0 h 117"/>
                <a:gd name="T2" fmla="*/ 5 w 118"/>
                <a:gd name="T3" fmla="*/ 9 h 117"/>
                <a:gd name="T4" fmla="*/ 0 w 118"/>
                <a:gd name="T5" fmla="*/ 9 h 117"/>
                <a:gd name="T6" fmla="*/ 0 w 118"/>
                <a:gd name="T7" fmla="*/ 9 h 117"/>
                <a:gd name="T8" fmla="*/ 2 w 118"/>
                <a:gd name="T9" fmla="*/ 0 h 117"/>
                <a:gd name="T10" fmla="*/ 0 60000 65536"/>
                <a:gd name="T11" fmla="*/ 0 60000 65536"/>
                <a:gd name="T12" fmla="*/ 0 60000 65536"/>
                <a:gd name="T13" fmla="*/ 0 60000 65536"/>
                <a:gd name="T14" fmla="*/ 0 60000 65536"/>
                <a:gd name="T15" fmla="*/ 0 w 118"/>
                <a:gd name="T16" fmla="*/ 0 h 117"/>
                <a:gd name="T17" fmla="*/ 118 w 118"/>
                <a:gd name="T18" fmla="*/ 117 h 117"/>
              </a:gdLst>
              <a:ahLst/>
              <a:cxnLst>
                <a:cxn ang="T10">
                  <a:pos x="T0" y="T1"/>
                </a:cxn>
                <a:cxn ang="T11">
                  <a:pos x="T2" y="T3"/>
                </a:cxn>
                <a:cxn ang="T12">
                  <a:pos x="T4" y="T5"/>
                </a:cxn>
                <a:cxn ang="T13">
                  <a:pos x="T6" y="T7"/>
                </a:cxn>
                <a:cxn ang="T14">
                  <a:pos x="T8" y="T9"/>
                </a:cxn>
              </a:cxnLst>
              <a:rect l="T15" t="T16" r="T17" b="T18"/>
              <a:pathLst>
                <a:path w="118" h="117">
                  <a:moveTo>
                    <a:pt x="59" y="0"/>
                  </a:moveTo>
                  <a:lnTo>
                    <a:pt x="118" y="117"/>
                  </a:lnTo>
                  <a:cubicBezTo>
                    <a:pt x="81" y="98"/>
                    <a:pt x="37" y="98"/>
                    <a:pt x="0" y="117"/>
                  </a:cubicBezTo>
                  <a:lnTo>
                    <a:pt x="59" y="0"/>
                  </a:lnTo>
                  <a:close/>
                </a:path>
              </a:pathLst>
            </a:custGeom>
            <a:solidFill>
              <a:srgbClr val="000000"/>
            </a:solidFill>
            <a:ln w="0">
              <a:solidFill>
                <a:srgbClr val="000000"/>
              </a:solidFill>
              <a:round/>
              <a:headEnd/>
              <a:tailEnd/>
            </a:ln>
          </p:spPr>
          <p:txBody>
            <a:bodyPr/>
            <a:lstStyle/>
            <a:p>
              <a:endParaRPr lang="zh-CN" altLang="en-US"/>
            </a:p>
          </p:txBody>
        </p:sp>
        <p:sp>
          <p:nvSpPr>
            <p:cNvPr id="14" name="Rectangle 282">
              <a:extLst>
                <a:ext uri="{FF2B5EF4-FFF2-40B4-BE49-F238E27FC236}">
                  <a16:creationId xmlns:a16="http://schemas.microsoft.com/office/drawing/2014/main" id="{20936BBC-05E1-4DDD-8D9A-979AB06C1239}"/>
                </a:ext>
              </a:extLst>
            </p:cNvPr>
            <p:cNvSpPr>
              <a:spLocks noChangeArrowheads="1"/>
            </p:cNvSpPr>
            <p:nvPr/>
          </p:nvSpPr>
          <p:spPr bwMode="auto">
            <a:xfrm>
              <a:off x="2069" y="2526"/>
              <a:ext cx="784" cy="134"/>
            </a:xfrm>
            <a:prstGeom prst="rect">
              <a:avLst/>
            </a:prstGeom>
            <a:noFill/>
            <a:ln w="9525">
              <a:noFill/>
              <a:miter lim="800000"/>
              <a:headEnd/>
              <a:tailEnd/>
            </a:ln>
          </p:spPr>
          <p:txBody>
            <a:bodyPr wrap="none" lIns="0" tIns="0" rIns="0" bIns="0">
              <a:spAutoFit/>
            </a:bodyPr>
            <a:lstStyle/>
            <a:p>
              <a:pPr>
                <a:defRPr/>
              </a:pPr>
              <a:r>
                <a:rPr lang="zh-CN" altLang="en-US" sz="1400">
                  <a:solidFill>
                    <a:srgbClr val="000000"/>
                  </a:solidFill>
                  <a:latin typeface="Arial" charset="0"/>
                  <a:ea typeface="黑体" pitchFamily="2" charset="-122"/>
                </a:rPr>
                <a:t>对于目的地址：</a:t>
              </a:r>
              <a:endParaRPr lang="zh-CN" altLang="en-US" sz="4800">
                <a:solidFill>
                  <a:srgbClr val="FFAA01"/>
                </a:solidFill>
                <a:effectLst>
                  <a:outerShdw blurRad="38100" dist="38100" dir="2700000" algn="tl">
                    <a:srgbClr val="C0C0C0"/>
                  </a:outerShdw>
                </a:effectLst>
                <a:latin typeface="Arial" charset="0"/>
                <a:ea typeface="黑体" pitchFamily="2" charset="-122"/>
              </a:endParaRPr>
            </a:p>
          </p:txBody>
        </p:sp>
        <p:sp>
          <p:nvSpPr>
            <p:cNvPr id="15" name="Rectangle 283">
              <a:extLst>
                <a:ext uri="{FF2B5EF4-FFF2-40B4-BE49-F238E27FC236}">
                  <a16:creationId xmlns:a16="http://schemas.microsoft.com/office/drawing/2014/main" id="{DF6F5CAA-A882-4244-806D-285970E4E4A7}"/>
                </a:ext>
              </a:extLst>
            </p:cNvPr>
            <p:cNvSpPr>
              <a:spLocks noChangeArrowheads="1"/>
            </p:cNvSpPr>
            <p:nvPr/>
          </p:nvSpPr>
          <p:spPr bwMode="auto">
            <a:xfrm>
              <a:off x="2065" y="2660"/>
              <a:ext cx="1244" cy="134"/>
            </a:xfrm>
            <a:prstGeom prst="rect">
              <a:avLst/>
            </a:prstGeom>
            <a:noFill/>
            <a:ln w="9525">
              <a:noFill/>
              <a:miter lim="800000"/>
              <a:headEnd/>
              <a:tailEnd/>
            </a:ln>
          </p:spPr>
          <p:txBody>
            <a:bodyPr wrap="none" lIns="0" tIns="0" rIns="0" bIns="0">
              <a:spAutoFit/>
            </a:bodyPr>
            <a:lstStyle/>
            <a:p>
              <a:pPr>
                <a:defRPr/>
              </a:pPr>
              <a:r>
                <a:rPr lang="en-US" altLang="zh-CN" sz="1400">
                  <a:solidFill>
                    <a:srgbClr val="000000"/>
                  </a:solidFill>
                  <a:latin typeface="Arial" charset="0"/>
                  <a:ea typeface="黑体" pitchFamily="2" charset="-122"/>
                </a:rPr>
                <a:t>0–</a:t>
              </a:r>
              <a:r>
                <a:rPr lang="zh-CN" altLang="en-US" sz="1400">
                  <a:solidFill>
                    <a:srgbClr val="000000"/>
                  </a:solidFill>
                  <a:latin typeface="Arial" charset="0"/>
                  <a:ea typeface="黑体" pitchFamily="2" charset="-122"/>
                </a:rPr>
                <a:t>物理地址（单播地址）</a:t>
              </a:r>
              <a:endParaRPr lang="zh-CN" altLang="en-US" sz="4800">
                <a:solidFill>
                  <a:srgbClr val="FFAA01"/>
                </a:solidFill>
                <a:effectLst>
                  <a:outerShdw blurRad="38100" dist="38100" dir="2700000" algn="tl">
                    <a:srgbClr val="C0C0C0"/>
                  </a:outerShdw>
                </a:effectLst>
                <a:latin typeface="Arial" charset="0"/>
                <a:ea typeface="黑体" pitchFamily="2" charset="-122"/>
              </a:endParaRPr>
            </a:p>
          </p:txBody>
        </p:sp>
        <p:sp>
          <p:nvSpPr>
            <p:cNvPr id="16" name="Rectangle 284">
              <a:extLst>
                <a:ext uri="{FF2B5EF4-FFF2-40B4-BE49-F238E27FC236}">
                  <a16:creationId xmlns:a16="http://schemas.microsoft.com/office/drawing/2014/main" id="{E953C6CA-8FF9-41B9-B8F1-F5FCC1E835E6}"/>
                </a:ext>
              </a:extLst>
            </p:cNvPr>
            <p:cNvSpPr>
              <a:spLocks noChangeArrowheads="1"/>
            </p:cNvSpPr>
            <p:nvPr/>
          </p:nvSpPr>
          <p:spPr bwMode="auto">
            <a:xfrm>
              <a:off x="2065" y="2797"/>
              <a:ext cx="1244" cy="134"/>
            </a:xfrm>
            <a:prstGeom prst="rect">
              <a:avLst/>
            </a:prstGeom>
            <a:noFill/>
            <a:ln w="9525">
              <a:noFill/>
              <a:miter lim="800000"/>
              <a:headEnd/>
              <a:tailEnd/>
            </a:ln>
          </p:spPr>
          <p:txBody>
            <a:bodyPr wrap="none" lIns="0" tIns="0" rIns="0" bIns="0">
              <a:spAutoFit/>
            </a:bodyPr>
            <a:lstStyle/>
            <a:p>
              <a:pPr>
                <a:defRPr/>
              </a:pPr>
              <a:r>
                <a:rPr lang="en-US" altLang="zh-CN" sz="1400">
                  <a:solidFill>
                    <a:srgbClr val="000000"/>
                  </a:solidFill>
                  <a:latin typeface="Arial" charset="0"/>
                  <a:ea typeface="宋体" pitchFamily="2" charset="-122"/>
                </a:rPr>
                <a:t>1–</a:t>
              </a:r>
              <a:r>
                <a:rPr lang="zh-CN" altLang="en-US" sz="1400">
                  <a:solidFill>
                    <a:srgbClr val="000000"/>
                  </a:solidFill>
                  <a:latin typeface="Arial" charset="0"/>
                  <a:ea typeface="黑体" pitchFamily="2" charset="-122"/>
                </a:rPr>
                <a:t>逻辑地址（组播地址）</a:t>
              </a:r>
              <a:endParaRPr lang="zh-CN" altLang="en-US" sz="4800">
                <a:solidFill>
                  <a:srgbClr val="FFAA01"/>
                </a:solidFill>
                <a:effectLst>
                  <a:outerShdw blurRad="38100" dist="38100" dir="2700000" algn="tl">
                    <a:srgbClr val="C0C0C0"/>
                  </a:outerShdw>
                </a:effectLst>
                <a:latin typeface="Arial" charset="0"/>
                <a:ea typeface="黑体" pitchFamily="2" charset="-122"/>
              </a:endParaRPr>
            </a:p>
          </p:txBody>
        </p:sp>
      </p:grpSp>
    </p:spTree>
    <p:extLst>
      <p:ext uri="{BB962C8B-B14F-4D97-AF65-F5344CB8AC3E}">
        <p14:creationId xmlns:p14="http://schemas.microsoft.com/office/powerpoint/2010/main" val="37490094"/>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16">
            <a:extLst>
              <a:ext uri="{FF2B5EF4-FFF2-40B4-BE49-F238E27FC236}">
                <a16:creationId xmlns:a16="http://schemas.microsoft.com/office/drawing/2014/main" id="{FF84D887-7041-446F-B461-79A676DFCD0A}"/>
              </a:ext>
            </a:extLst>
          </p:cNvPr>
          <p:cNvSpPr txBox="1">
            <a:spLocks/>
          </p:cNvSpPr>
          <p:nvPr/>
        </p:nvSpPr>
        <p:spPr>
          <a:xfrm>
            <a:off x="2212649" y="1393031"/>
            <a:ext cx="8501062" cy="5143500"/>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en-US" altLang="zh-CN" dirty="0"/>
              <a:t>Ethernet II</a:t>
            </a:r>
            <a:r>
              <a:rPr lang="zh-CN" altLang="en-US" dirty="0"/>
              <a:t>帧格式</a:t>
            </a:r>
          </a:p>
        </p:txBody>
      </p:sp>
      <p:sp>
        <p:nvSpPr>
          <p:cNvPr id="5" name="Rectangle 2">
            <a:extLst>
              <a:ext uri="{FF2B5EF4-FFF2-40B4-BE49-F238E27FC236}">
                <a16:creationId xmlns:a16="http://schemas.microsoft.com/office/drawing/2014/main" id="{834FA17B-106F-4DCA-9522-75F27A0929E3}"/>
              </a:ext>
            </a:extLst>
          </p:cNvPr>
          <p:cNvSpPr txBox="1">
            <a:spLocks noChangeArrowheads="1"/>
          </p:cNvSpPr>
          <p:nvPr/>
        </p:nvSpPr>
        <p:spPr>
          <a:xfrm>
            <a:off x="125613" y="530224"/>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以太网帧格式</a:t>
            </a:r>
          </a:p>
        </p:txBody>
      </p:sp>
      <p:grpSp>
        <p:nvGrpSpPr>
          <p:cNvPr id="6" name="Group 301">
            <a:extLst>
              <a:ext uri="{FF2B5EF4-FFF2-40B4-BE49-F238E27FC236}">
                <a16:creationId xmlns:a16="http://schemas.microsoft.com/office/drawing/2014/main" id="{48B8EBF3-6BC6-4111-A55F-88A0E4ABA73C}"/>
              </a:ext>
            </a:extLst>
          </p:cNvPr>
          <p:cNvGrpSpPr>
            <a:grpSpLocks/>
          </p:cNvGrpSpPr>
          <p:nvPr/>
        </p:nvGrpSpPr>
        <p:grpSpPr bwMode="auto">
          <a:xfrm>
            <a:off x="4182461" y="4306888"/>
            <a:ext cx="5689600" cy="336550"/>
            <a:chOff x="1519" y="3183"/>
            <a:chExt cx="3584" cy="212"/>
          </a:xfrm>
        </p:grpSpPr>
        <p:sp>
          <p:nvSpPr>
            <p:cNvPr id="7" name="Line 287">
              <a:extLst>
                <a:ext uri="{FF2B5EF4-FFF2-40B4-BE49-F238E27FC236}">
                  <a16:creationId xmlns:a16="http://schemas.microsoft.com/office/drawing/2014/main" id="{B0ECE59C-81B3-461D-BCE9-00092BD07565}"/>
                </a:ext>
              </a:extLst>
            </p:cNvPr>
            <p:cNvSpPr>
              <a:spLocks noChangeShapeType="1"/>
            </p:cNvSpPr>
            <p:nvPr/>
          </p:nvSpPr>
          <p:spPr bwMode="auto">
            <a:xfrm>
              <a:off x="1519" y="3203"/>
              <a:ext cx="0" cy="182"/>
            </a:xfrm>
            <a:prstGeom prst="line">
              <a:avLst/>
            </a:prstGeom>
            <a:noFill/>
            <a:ln w="9525">
              <a:solidFill>
                <a:srgbClr val="FF0000"/>
              </a:solidFill>
              <a:round/>
              <a:headEnd/>
              <a:tailEnd/>
            </a:ln>
          </p:spPr>
          <p:txBody>
            <a:bodyPr anchor="b"/>
            <a:lstStyle/>
            <a:p>
              <a:endParaRPr lang="zh-CN" altLang="en-US"/>
            </a:p>
          </p:txBody>
        </p:sp>
        <p:sp>
          <p:nvSpPr>
            <p:cNvPr id="8" name="Line 288">
              <a:extLst>
                <a:ext uri="{FF2B5EF4-FFF2-40B4-BE49-F238E27FC236}">
                  <a16:creationId xmlns:a16="http://schemas.microsoft.com/office/drawing/2014/main" id="{66B9D4F6-F796-47C8-B189-180FF19D0AA9}"/>
                </a:ext>
              </a:extLst>
            </p:cNvPr>
            <p:cNvSpPr>
              <a:spLocks noChangeShapeType="1"/>
            </p:cNvSpPr>
            <p:nvPr/>
          </p:nvSpPr>
          <p:spPr bwMode="auto">
            <a:xfrm>
              <a:off x="5103" y="3203"/>
              <a:ext cx="0" cy="182"/>
            </a:xfrm>
            <a:prstGeom prst="line">
              <a:avLst/>
            </a:prstGeom>
            <a:noFill/>
            <a:ln w="9525">
              <a:solidFill>
                <a:srgbClr val="FF0000"/>
              </a:solidFill>
              <a:round/>
              <a:headEnd/>
              <a:tailEnd/>
            </a:ln>
          </p:spPr>
          <p:txBody>
            <a:bodyPr anchor="b"/>
            <a:lstStyle/>
            <a:p>
              <a:endParaRPr lang="zh-CN" altLang="en-US"/>
            </a:p>
          </p:txBody>
        </p:sp>
        <p:sp>
          <p:nvSpPr>
            <p:cNvPr id="9" name="Line 289">
              <a:extLst>
                <a:ext uri="{FF2B5EF4-FFF2-40B4-BE49-F238E27FC236}">
                  <a16:creationId xmlns:a16="http://schemas.microsoft.com/office/drawing/2014/main" id="{50BC23ED-951F-4DAF-85B4-B8C77E614076}"/>
                </a:ext>
              </a:extLst>
            </p:cNvPr>
            <p:cNvSpPr>
              <a:spLocks noChangeShapeType="1"/>
            </p:cNvSpPr>
            <p:nvPr/>
          </p:nvSpPr>
          <p:spPr bwMode="auto">
            <a:xfrm flipH="1">
              <a:off x="1519" y="3294"/>
              <a:ext cx="1089" cy="0"/>
            </a:xfrm>
            <a:prstGeom prst="line">
              <a:avLst/>
            </a:prstGeom>
            <a:noFill/>
            <a:ln w="9525">
              <a:solidFill>
                <a:srgbClr val="FF0000"/>
              </a:solidFill>
              <a:round/>
              <a:headEnd/>
              <a:tailEnd type="triangle" w="med" len="med"/>
            </a:ln>
          </p:spPr>
          <p:txBody>
            <a:bodyPr anchor="b"/>
            <a:lstStyle/>
            <a:p>
              <a:endParaRPr lang="zh-CN" altLang="en-US"/>
            </a:p>
          </p:txBody>
        </p:sp>
        <p:sp>
          <p:nvSpPr>
            <p:cNvPr id="10" name="Line 290">
              <a:extLst>
                <a:ext uri="{FF2B5EF4-FFF2-40B4-BE49-F238E27FC236}">
                  <a16:creationId xmlns:a16="http://schemas.microsoft.com/office/drawing/2014/main" id="{56B632C3-9C28-4A64-9365-F680142CF87C}"/>
                </a:ext>
              </a:extLst>
            </p:cNvPr>
            <p:cNvSpPr>
              <a:spLocks noChangeShapeType="1"/>
            </p:cNvSpPr>
            <p:nvPr/>
          </p:nvSpPr>
          <p:spPr bwMode="auto">
            <a:xfrm>
              <a:off x="3833" y="3294"/>
              <a:ext cx="1270" cy="0"/>
            </a:xfrm>
            <a:prstGeom prst="line">
              <a:avLst/>
            </a:prstGeom>
            <a:noFill/>
            <a:ln w="9525">
              <a:solidFill>
                <a:srgbClr val="FF0000"/>
              </a:solidFill>
              <a:round/>
              <a:headEnd/>
              <a:tailEnd type="triangle" w="med" len="med"/>
            </a:ln>
          </p:spPr>
          <p:txBody>
            <a:bodyPr anchor="b"/>
            <a:lstStyle/>
            <a:p>
              <a:endParaRPr lang="zh-CN" altLang="en-US"/>
            </a:p>
          </p:txBody>
        </p:sp>
        <p:sp>
          <p:nvSpPr>
            <p:cNvPr id="11" name="Text Box 291">
              <a:extLst>
                <a:ext uri="{FF2B5EF4-FFF2-40B4-BE49-F238E27FC236}">
                  <a16:creationId xmlns:a16="http://schemas.microsoft.com/office/drawing/2014/main" id="{6D815EA0-7F1B-4ED0-BFDB-30454F5F0E9D}"/>
                </a:ext>
              </a:extLst>
            </p:cNvPr>
            <p:cNvSpPr txBox="1">
              <a:spLocks noChangeArrowheads="1"/>
            </p:cNvSpPr>
            <p:nvPr/>
          </p:nvSpPr>
          <p:spPr bwMode="auto">
            <a:xfrm>
              <a:off x="2517" y="3183"/>
              <a:ext cx="1497" cy="212"/>
            </a:xfrm>
            <a:prstGeom prst="rect">
              <a:avLst/>
            </a:prstGeom>
            <a:noFill/>
            <a:ln w="9525" algn="ctr">
              <a:noFill/>
              <a:miter lim="800000"/>
              <a:headEnd/>
              <a:tailEnd/>
            </a:ln>
          </p:spPr>
          <p:txBody>
            <a:bodyPr anchor="b">
              <a:spAutoFit/>
            </a:bodyPr>
            <a:lstStyle/>
            <a:p>
              <a:pPr algn="ctr">
                <a:spcBef>
                  <a:spcPct val="50000"/>
                </a:spcBef>
              </a:pPr>
              <a:r>
                <a:rPr lang="zh-CN" altLang="en-US" sz="1600"/>
                <a:t>数据链路层封装</a:t>
              </a:r>
            </a:p>
          </p:txBody>
        </p:sp>
      </p:grpSp>
      <p:sp>
        <p:nvSpPr>
          <p:cNvPr id="12" name="Rectangle 200">
            <a:extLst>
              <a:ext uri="{FF2B5EF4-FFF2-40B4-BE49-F238E27FC236}">
                <a16:creationId xmlns:a16="http://schemas.microsoft.com/office/drawing/2014/main" id="{336D5819-CFCF-41D3-887B-5385F7BF891D}"/>
              </a:ext>
            </a:extLst>
          </p:cNvPr>
          <p:cNvSpPr>
            <a:spLocks noChangeArrowheads="1"/>
          </p:cNvSpPr>
          <p:nvPr/>
        </p:nvSpPr>
        <p:spPr bwMode="auto">
          <a:xfrm>
            <a:off x="5479448" y="2374900"/>
            <a:ext cx="1295400" cy="1135063"/>
          </a:xfrm>
          <a:prstGeom prst="rect">
            <a:avLst/>
          </a:prstGeom>
          <a:solidFill>
            <a:schemeClr val="bg1"/>
          </a:solidFill>
          <a:ln w="19050" algn="ctr">
            <a:solidFill>
              <a:schemeClr val="tx1"/>
            </a:solidFill>
            <a:miter lim="800000"/>
            <a:headEnd/>
            <a:tailEnd/>
          </a:ln>
          <a:effectLst>
            <a:prstShdw prst="shdw13" dist="40161" dir="4293903">
              <a:schemeClr val="accent2"/>
            </a:prstShdw>
          </a:effectLst>
        </p:spPr>
        <p:txBody>
          <a:bodyPr wrap="none" anchor="ctr"/>
          <a:lstStyle/>
          <a:p>
            <a:endParaRPr lang="zh-CN" altLang="en-US"/>
          </a:p>
        </p:txBody>
      </p:sp>
      <p:sp>
        <p:nvSpPr>
          <p:cNvPr id="13" name="Line 131">
            <a:extLst>
              <a:ext uri="{FF2B5EF4-FFF2-40B4-BE49-F238E27FC236}">
                <a16:creationId xmlns:a16="http://schemas.microsoft.com/office/drawing/2014/main" id="{D3EAE28C-CCF0-4621-A9D7-D228E2D1BD3F}"/>
              </a:ext>
            </a:extLst>
          </p:cNvPr>
          <p:cNvSpPr>
            <a:spLocks noChangeShapeType="1"/>
          </p:cNvSpPr>
          <p:nvPr/>
        </p:nvSpPr>
        <p:spPr bwMode="auto">
          <a:xfrm>
            <a:off x="2455261" y="3698875"/>
            <a:ext cx="0" cy="379413"/>
          </a:xfrm>
          <a:prstGeom prst="line">
            <a:avLst/>
          </a:prstGeom>
          <a:noFill/>
          <a:ln w="9525">
            <a:solidFill>
              <a:schemeClr val="tx1"/>
            </a:solidFill>
            <a:round/>
            <a:headEnd/>
            <a:tailEnd/>
          </a:ln>
        </p:spPr>
        <p:txBody>
          <a:bodyPr anchor="b"/>
          <a:lstStyle/>
          <a:p>
            <a:endParaRPr lang="zh-CN" altLang="en-US"/>
          </a:p>
        </p:txBody>
      </p:sp>
      <p:sp>
        <p:nvSpPr>
          <p:cNvPr id="14" name="Line 132">
            <a:extLst>
              <a:ext uri="{FF2B5EF4-FFF2-40B4-BE49-F238E27FC236}">
                <a16:creationId xmlns:a16="http://schemas.microsoft.com/office/drawing/2014/main" id="{BD43E70B-D1B7-42FA-B432-63D2CEE16319}"/>
              </a:ext>
            </a:extLst>
          </p:cNvPr>
          <p:cNvSpPr>
            <a:spLocks noChangeShapeType="1"/>
          </p:cNvSpPr>
          <p:nvPr/>
        </p:nvSpPr>
        <p:spPr bwMode="auto">
          <a:xfrm>
            <a:off x="3966561" y="3700463"/>
            <a:ext cx="0" cy="381000"/>
          </a:xfrm>
          <a:prstGeom prst="line">
            <a:avLst/>
          </a:prstGeom>
          <a:noFill/>
          <a:ln w="9525">
            <a:solidFill>
              <a:schemeClr val="tx1"/>
            </a:solidFill>
            <a:round/>
            <a:headEnd/>
            <a:tailEnd/>
          </a:ln>
        </p:spPr>
        <p:txBody>
          <a:bodyPr anchor="b"/>
          <a:lstStyle/>
          <a:p>
            <a:endParaRPr lang="zh-CN" altLang="en-US"/>
          </a:p>
        </p:txBody>
      </p:sp>
      <p:sp>
        <p:nvSpPr>
          <p:cNvPr id="15" name="Line 133">
            <a:extLst>
              <a:ext uri="{FF2B5EF4-FFF2-40B4-BE49-F238E27FC236}">
                <a16:creationId xmlns:a16="http://schemas.microsoft.com/office/drawing/2014/main" id="{941FFC9E-594E-400B-B01E-EA158CCAFF8B}"/>
              </a:ext>
            </a:extLst>
          </p:cNvPr>
          <p:cNvSpPr>
            <a:spLocks noChangeShapeType="1"/>
          </p:cNvSpPr>
          <p:nvPr/>
        </p:nvSpPr>
        <p:spPr bwMode="auto">
          <a:xfrm>
            <a:off x="4182461" y="3700463"/>
            <a:ext cx="0" cy="381000"/>
          </a:xfrm>
          <a:prstGeom prst="line">
            <a:avLst/>
          </a:prstGeom>
          <a:noFill/>
          <a:ln w="9525">
            <a:solidFill>
              <a:schemeClr val="tx1"/>
            </a:solidFill>
            <a:round/>
            <a:headEnd/>
            <a:tailEnd/>
          </a:ln>
        </p:spPr>
        <p:txBody>
          <a:bodyPr anchor="b"/>
          <a:lstStyle/>
          <a:p>
            <a:endParaRPr lang="zh-CN" altLang="en-US"/>
          </a:p>
        </p:txBody>
      </p:sp>
      <p:sp>
        <p:nvSpPr>
          <p:cNvPr id="16" name="Line 134">
            <a:extLst>
              <a:ext uri="{FF2B5EF4-FFF2-40B4-BE49-F238E27FC236}">
                <a16:creationId xmlns:a16="http://schemas.microsoft.com/office/drawing/2014/main" id="{AC1267A5-AADA-40A5-AB56-2ABE2893D2CC}"/>
              </a:ext>
            </a:extLst>
          </p:cNvPr>
          <p:cNvSpPr>
            <a:spLocks noChangeShapeType="1"/>
          </p:cNvSpPr>
          <p:nvPr/>
        </p:nvSpPr>
        <p:spPr bwMode="auto">
          <a:xfrm>
            <a:off x="5479448" y="3700463"/>
            <a:ext cx="0" cy="381000"/>
          </a:xfrm>
          <a:prstGeom prst="line">
            <a:avLst/>
          </a:prstGeom>
          <a:noFill/>
          <a:ln w="9525">
            <a:solidFill>
              <a:schemeClr val="tx1"/>
            </a:solidFill>
            <a:round/>
            <a:headEnd/>
            <a:tailEnd/>
          </a:ln>
        </p:spPr>
        <p:txBody>
          <a:bodyPr anchor="b"/>
          <a:lstStyle/>
          <a:p>
            <a:endParaRPr lang="zh-CN" altLang="en-US"/>
          </a:p>
        </p:txBody>
      </p:sp>
      <p:sp>
        <p:nvSpPr>
          <p:cNvPr id="17" name="Line 135">
            <a:extLst>
              <a:ext uri="{FF2B5EF4-FFF2-40B4-BE49-F238E27FC236}">
                <a16:creationId xmlns:a16="http://schemas.microsoft.com/office/drawing/2014/main" id="{BAD7B404-835F-427B-A827-BCFBC9D112D2}"/>
              </a:ext>
            </a:extLst>
          </p:cNvPr>
          <p:cNvSpPr>
            <a:spLocks noChangeShapeType="1"/>
          </p:cNvSpPr>
          <p:nvPr/>
        </p:nvSpPr>
        <p:spPr bwMode="auto">
          <a:xfrm>
            <a:off x="6776436" y="3700463"/>
            <a:ext cx="0" cy="381000"/>
          </a:xfrm>
          <a:prstGeom prst="line">
            <a:avLst/>
          </a:prstGeom>
          <a:noFill/>
          <a:ln w="9525">
            <a:solidFill>
              <a:schemeClr val="tx1"/>
            </a:solidFill>
            <a:round/>
            <a:headEnd/>
            <a:tailEnd/>
          </a:ln>
        </p:spPr>
        <p:txBody>
          <a:bodyPr anchor="b"/>
          <a:lstStyle/>
          <a:p>
            <a:endParaRPr lang="zh-CN" altLang="en-US"/>
          </a:p>
        </p:txBody>
      </p:sp>
      <p:sp>
        <p:nvSpPr>
          <p:cNvPr id="18" name="Line 136">
            <a:extLst>
              <a:ext uri="{FF2B5EF4-FFF2-40B4-BE49-F238E27FC236}">
                <a16:creationId xmlns:a16="http://schemas.microsoft.com/office/drawing/2014/main" id="{55075C2E-7600-4E94-905A-2E8F61D7DC2D}"/>
              </a:ext>
            </a:extLst>
          </p:cNvPr>
          <p:cNvSpPr>
            <a:spLocks noChangeShapeType="1"/>
          </p:cNvSpPr>
          <p:nvPr/>
        </p:nvSpPr>
        <p:spPr bwMode="auto">
          <a:xfrm>
            <a:off x="7208236" y="3700463"/>
            <a:ext cx="0" cy="381000"/>
          </a:xfrm>
          <a:prstGeom prst="line">
            <a:avLst/>
          </a:prstGeom>
          <a:noFill/>
          <a:ln w="9525">
            <a:solidFill>
              <a:schemeClr val="tx1"/>
            </a:solidFill>
            <a:round/>
            <a:headEnd/>
            <a:tailEnd/>
          </a:ln>
        </p:spPr>
        <p:txBody>
          <a:bodyPr anchor="b"/>
          <a:lstStyle/>
          <a:p>
            <a:endParaRPr lang="zh-CN" altLang="en-US"/>
          </a:p>
        </p:txBody>
      </p:sp>
      <p:sp>
        <p:nvSpPr>
          <p:cNvPr id="19" name="Line 137">
            <a:extLst>
              <a:ext uri="{FF2B5EF4-FFF2-40B4-BE49-F238E27FC236}">
                <a16:creationId xmlns:a16="http://schemas.microsoft.com/office/drawing/2014/main" id="{48BB0A8E-EC93-4F3B-8D08-C5B23BE97BB3}"/>
              </a:ext>
            </a:extLst>
          </p:cNvPr>
          <p:cNvSpPr>
            <a:spLocks noChangeShapeType="1"/>
          </p:cNvSpPr>
          <p:nvPr/>
        </p:nvSpPr>
        <p:spPr bwMode="auto">
          <a:xfrm>
            <a:off x="9008461" y="3700463"/>
            <a:ext cx="0" cy="381000"/>
          </a:xfrm>
          <a:prstGeom prst="line">
            <a:avLst/>
          </a:prstGeom>
          <a:noFill/>
          <a:ln w="9525">
            <a:solidFill>
              <a:schemeClr val="tx1"/>
            </a:solidFill>
            <a:round/>
            <a:headEnd/>
            <a:tailEnd/>
          </a:ln>
        </p:spPr>
        <p:txBody>
          <a:bodyPr anchor="b"/>
          <a:lstStyle/>
          <a:p>
            <a:endParaRPr lang="zh-CN" altLang="en-US"/>
          </a:p>
        </p:txBody>
      </p:sp>
      <p:sp>
        <p:nvSpPr>
          <p:cNvPr id="20" name="Line 138">
            <a:extLst>
              <a:ext uri="{FF2B5EF4-FFF2-40B4-BE49-F238E27FC236}">
                <a16:creationId xmlns:a16="http://schemas.microsoft.com/office/drawing/2014/main" id="{D814F35E-B5EE-46C4-AA4F-BFE8CAE78E5E}"/>
              </a:ext>
            </a:extLst>
          </p:cNvPr>
          <p:cNvSpPr>
            <a:spLocks noChangeShapeType="1"/>
          </p:cNvSpPr>
          <p:nvPr/>
        </p:nvSpPr>
        <p:spPr bwMode="auto">
          <a:xfrm>
            <a:off x="9872061" y="3700463"/>
            <a:ext cx="0" cy="381000"/>
          </a:xfrm>
          <a:prstGeom prst="line">
            <a:avLst/>
          </a:prstGeom>
          <a:noFill/>
          <a:ln w="9525">
            <a:solidFill>
              <a:schemeClr val="tx1"/>
            </a:solidFill>
            <a:round/>
            <a:headEnd/>
            <a:tailEnd/>
          </a:ln>
        </p:spPr>
        <p:txBody>
          <a:bodyPr anchor="b"/>
          <a:lstStyle/>
          <a:p>
            <a:endParaRPr lang="zh-CN" altLang="en-US"/>
          </a:p>
        </p:txBody>
      </p:sp>
      <p:sp>
        <p:nvSpPr>
          <p:cNvPr id="21" name="Line 139">
            <a:extLst>
              <a:ext uri="{FF2B5EF4-FFF2-40B4-BE49-F238E27FC236}">
                <a16:creationId xmlns:a16="http://schemas.microsoft.com/office/drawing/2014/main" id="{E6D6B7E7-9AE0-4493-9C5C-9ADAC896C765}"/>
              </a:ext>
            </a:extLst>
          </p:cNvPr>
          <p:cNvSpPr>
            <a:spLocks noChangeShapeType="1"/>
          </p:cNvSpPr>
          <p:nvPr/>
        </p:nvSpPr>
        <p:spPr bwMode="auto">
          <a:xfrm flipH="1">
            <a:off x="2455261"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22" name="Line 140">
            <a:extLst>
              <a:ext uri="{FF2B5EF4-FFF2-40B4-BE49-F238E27FC236}">
                <a16:creationId xmlns:a16="http://schemas.microsoft.com/office/drawing/2014/main" id="{D3BE5115-2A56-4061-AA30-EB852BA797F6}"/>
              </a:ext>
            </a:extLst>
          </p:cNvPr>
          <p:cNvSpPr>
            <a:spLocks noChangeShapeType="1"/>
          </p:cNvSpPr>
          <p:nvPr/>
        </p:nvSpPr>
        <p:spPr bwMode="auto">
          <a:xfrm>
            <a:off x="3750661"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23" name="Line 141">
            <a:extLst>
              <a:ext uri="{FF2B5EF4-FFF2-40B4-BE49-F238E27FC236}">
                <a16:creationId xmlns:a16="http://schemas.microsoft.com/office/drawing/2014/main" id="{6CC7A467-6A2F-4881-B137-BEA1AE71D08B}"/>
              </a:ext>
            </a:extLst>
          </p:cNvPr>
          <p:cNvSpPr>
            <a:spLocks noChangeShapeType="1"/>
          </p:cNvSpPr>
          <p:nvPr/>
        </p:nvSpPr>
        <p:spPr bwMode="auto">
          <a:xfrm flipH="1">
            <a:off x="4182461"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24" name="Line 142">
            <a:extLst>
              <a:ext uri="{FF2B5EF4-FFF2-40B4-BE49-F238E27FC236}">
                <a16:creationId xmlns:a16="http://schemas.microsoft.com/office/drawing/2014/main" id="{A516FB45-94A1-4F88-9132-B01841A2BD95}"/>
              </a:ext>
            </a:extLst>
          </p:cNvPr>
          <p:cNvSpPr>
            <a:spLocks noChangeShapeType="1"/>
          </p:cNvSpPr>
          <p:nvPr/>
        </p:nvSpPr>
        <p:spPr bwMode="auto">
          <a:xfrm flipH="1">
            <a:off x="5479448"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25" name="Line 143">
            <a:extLst>
              <a:ext uri="{FF2B5EF4-FFF2-40B4-BE49-F238E27FC236}">
                <a16:creationId xmlns:a16="http://schemas.microsoft.com/office/drawing/2014/main" id="{0707DE8C-BF00-4027-AE38-5E98B9F41700}"/>
              </a:ext>
            </a:extLst>
          </p:cNvPr>
          <p:cNvSpPr>
            <a:spLocks noChangeShapeType="1"/>
          </p:cNvSpPr>
          <p:nvPr/>
        </p:nvSpPr>
        <p:spPr bwMode="auto">
          <a:xfrm flipH="1">
            <a:off x="7208236"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26" name="Line 144">
            <a:extLst>
              <a:ext uri="{FF2B5EF4-FFF2-40B4-BE49-F238E27FC236}">
                <a16:creationId xmlns:a16="http://schemas.microsoft.com/office/drawing/2014/main" id="{09CB99F3-DDA2-4627-AAFA-FB6638D0A717}"/>
              </a:ext>
            </a:extLst>
          </p:cNvPr>
          <p:cNvSpPr>
            <a:spLocks noChangeShapeType="1"/>
          </p:cNvSpPr>
          <p:nvPr/>
        </p:nvSpPr>
        <p:spPr bwMode="auto">
          <a:xfrm flipH="1">
            <a:off x="9008461" y="3889375"/>
            <a:ext cx="142875" cy="0"/>
          </a:xfrm>
          <a:prstGeom prst="line">
            <a:avLst/>
          </a:prstGeom>
          <a:noFill/>
          <a:ln w="9525">
            <a:solidFill>
              <a:schemeClr val="tx1"/>
            </a:solidFill>
            <a:round/>
            <a:headEnd/>
            <a:tailEnd type="triangle" w="med" len="med"/>
          </a:ln>
        </p:spPr>
        <p:txBody>
          <a:bodyPr anchor="b"/>
          <a:lstStyle/>
          <a:p>
            <a:endParaRPr lang="zh-CN" altLang="en-US"/>
          </a:p>
        </p:txBody>
      </p:sp>
      <p:sp>
        <p:nvSpPr>
          <p:cNvPr id="27" name="Line 146">
            <a:extLst>
              <a:ext uri="{FF2B5EF4-FFF2-40B4-BE49-F238E27FC236}">
                <a16:creationId xmlns:a16="http://schemas.microsoft.com/office/drawing/2014/main" id="{336E082F-CE84-482E-87F9-A6DB32823B52}"/>
              </a:ext>
            </a:extLst>
          </p:cNvPr>
          <p:cNvSpPr>
            <a:spLocks noChangeShapeType="1"/>
          </p:cNvSpPr>
          <p:nvPr/>
        </p:nvSpPr>
        <p:spPr bwMode="auto">
          <a:xfrm>
            <a:off x="5263548"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28" name="Line 147">
            <a:extLst>
              <a:ext uri="{FF2B5EF4-FFF2-40B4-BE49-F238E27FC236}">
                <a16:creationId xmlns:a16="http://schemas.microsoft.com/office/drawing/2014/main" id="{201FD83A-9E82-4B4B-A0E3-8AB472869458}"/>
              </a:ext>
            </a:extLst>
          </p:cNvPr>
          <p:cNvSpPr>
            <a:spLocks noChangeShapeType="1"/>
          </p:cNvSpPr>
          <p:nvPr/>
        </p:nvSpPr>
        <p:spPr bwMode="auto">
          <a:xfrm>
            <a:off x="6558948"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29" name="Line 148">
            <a:extLst>
              <a:ext uri="{FF2B5EF4-FFF2-40B4-BE49-F238E27FC236}">
                <a16:creationId xmlns:a16="http://schemas.microsoft.com/office/drawing/2014/main" id="{F34CBB0C-7160-445D-A4C0-4921E96426C3}"/>
              </a:ext>
            </a:extLst>
          </p:cNvPr>
          <p:cNvSpPr>
            <a:spLocks noChangeShapeType="1"/>
          </p:cNvSpPr>
          <p:nvPr/>
        </p:nvSpPr>
        <p:spPr bwMode="auto">
          <a:xfrm>
            <a:off x="8792561" y="3889375"/>
            <a:ext cx="215900" cy="0"/>
          </a:xfrm>
          <a:prstGeom prst="line">
            <a:avLst/>
          </a:prstGeom>
          <a:noFill/>
          <a:ln w="9525">
            <a:solidFill>
              <a:schemeClr val="tx1"/>
            </a:solidFill>
            <a:round/>
            <a:headEnd/>
            <a:tailEnd type="triangle" w="med" len="med"/>
          </a:ln>
        </p:spPr>
        <p:txBody>
          <a:bodyPr anchor="b"/>
          <a:lstStyle/>
          <a:p>
            <a:endParaRPr lang="zh-CN" altLang="en-US"/>
          </a:p>
        </p:txBody>
      </p:sp>
      <p:sp>
        <p:nvSpPr>
          <p:cNvPr id="30" name="Line 149">
            <a:extLst>
              <a:ext uri="{FF2B5EF4-FFF2-40B4-BE49-F238E27FC236}">
                <a16:creationId xmlns:a16="http://schemas.microsoft.com/office/drawing/2014/main" id="{A95BC27F-7B7D-4989-A7D0-6DDDB451E299}"/>
              </a:ext>
            </a:extLst>
          </p:cNvPr>
          <p:cNvSpPr>
            <a:spLocks noChangeShapeType="1"/>
          </p:cNvSpPr>
          <p:nvPr/>
        </p:nvSpPr>
        <p:spPr bwMode="auto">
          <a:xfrm>
            <a:off x="9727598" y="3889375"/>
            <a:ext cx="144463" cy="0"/>
          </a:xfrm>
          <a:prstGeom prst="line">
            <a:avLst/>
          </a:prstGeom>
          <a:noFill/>
          <a:ln w="9525">
            <a:solidFill>
              <a:schemeClr val="tx1"/>
            </a:solidFill>
            <a:round/>
            <a:headEnd/>
            <a:tailEnd type="triangle" w="med" len="med"/>
          </a:ln>
        </p:spPr>
        <p:txBody>
          <a:bodyPr anchor="b"/>
          <a:lstStyle/>
          <a:p>
            <a:endParaRPr lang="zh-CN" altLang="en-US"/>
          </a:p>
        </p:txBody>
      </p:sp>
      <p:sp>
        <p:nvSpPr>
          <p:cNvPr id="31" name="Text Box 279">
            <a:extLst>
              <a:ext uri="{FF2B5EF4-FFF2-40B4-BE49-F238E27FC236}">
                <a16:creationId xmlns:a16="http://schemas.microsoft.com/office/drawing/2014/main" id="{AFC442B2-18B2-42D2-B949-FE3B1F00212A}"/>
              </a:ext>
            </a:extLst>
          </p:cNvPr>
          <p:cNvSpPr txBox="1">
            <a:spLocks noChangeArrowheads="1"/>
          </p:cNvSpPr>
          <p:nvPr/>
        </p:nvSpPr>
        <p:spPr bwMode="auto">
          <a:xfrm>
            <a:off x="2671161" y="3746500"/>
            <a:ext cx="1079500" cy="304800"/>
          </a:xfrm>
          <a:prstGeom prst="rect">
            <a:avLst/>
          </a:prstGeom>
          <a:noFill/>
          <a:ln w="9525" algn="ctr">
            <a:noFill/>
            <a:miter lim="800000"/>
            <a:headEnd/>
            <a:tailEnd/>
          </a:ln>
        </p:spPr>
        <p:txBody>
          <a:bodyPr anchor="b">
            <a:spAutoFit/>
          </a:bodyPr>
          <a:lstStyle/>
          <a:p>
            <a:pPr algn="ctr">
              <a:spcBef>
                <a:spcPct val="50000"/>
              </a:spcBef>
            </a:pPr>
            <a:r>
              <a:rPr lang="en-US" altLang="zh-CN" sz="1400">
                <a:ea typeface="宋体" pitchFamily="2" charset="-122"/>
              </a:rPr>
              <a:t>7</a:t>
            </a:r>
            <a:r>
              <a:rPr lang="zh-CN" altLang="en-US" sz="1400"/>
              <a:t>字节</a:t>
            </a:r>
          </a:p>
        </p:txBody>
      </p:sp>
      <p:sp>
        <p:nvSpPr>
          <p:cNvPr id="32" name="Text Box 280">
            <a:extLst>
              <a:ext uri="{FF2B5EF4-FFF2-40B4-BE49-F238E27FC236}">
                <a16:creationId xmlns:a16="http://schemas.microsoft.com/office/drawing/2014/main" id="{4162BBF9-888B-44C4-B56B-9DC315A07AD2}"/>
              </a:ext>
            </a:extLst>
          </p:cNvPr>
          <p:cNvSpPr txBox="1">
            <a:spLocks noChangeArrowheads="1"/>
          </p:cNvSpPr>
          <p:nvPr/>
        </p:nvSpPr>
        <p:spPr bwMode="auto">
          <a:xfrm>
            <a:off x="4326923" y="3746500"/>
            <a:ext cx="1079500" cy="304800"/>
          </a:xfrm>
          <a:prstGeom prst="rect">
            <a:avLst/>
          </a:prstGeom>
          <a:noFill/>
          <a:ln w="9525" algn="ctr">
            <a:noFill/>
            <a:miter lim="800000"/>
            <a:headEnd/>
            <a:tailEnd/>
          </a:ln>
        </p:spPr>
        <p:txBody>
          <a:bodyPr anchor="b">
            <a:spAutoFit/>
          </a:bodyPr>
          <a:lstStyle/>
          <a:p>
            <a:pPr algn="ctr">
              <a:spcBef>
                <a:spcPct val="50000"/>
              </a:spcBef>
            </a:pPr>
            <a:r>
              <a:rPr lang="en-US" altLang="zh-CN" sz="1400">
                <a:ea typeface="宋体" pitchFamily="2" charset="-122"/>
              </a:rPr>
              <a:t>6</a:t>
            </a:r>
            <a:r>
              <a:rPr lang="zh-CN" altLang="en-US" sz="1400"/>
              <a:t>字节</a:t>
            </a:r>
          </a:p>
        </p:txBody>
      </p:sp>
      <p:sp>
        <p:nvSpPr>
          <p:cNvPr id="33" name="Text Box 281">
            <a:extLst>
              <a:ext uri="{FF2B5EF4-FFF2-40B4-BE49-F238E27FC236}">
                <a16:creationId xmlns:a16="http://schemas.microsoft.com/office/drawing/2014/main" id="{99E46FF8-9FD8-4E9C-935C-9F387812C759}"/>
              </a:ext>
            </a:extLst>
          </p:cNvPr>
          <p:cNvSpPr txBox="1">
            <a:spLocks noChangeArrowheads="1"/>
          </p:cNvSpPr>
          <p:nvPr/>
        </p:nvSpPr>
        <p:spPr bwMode="auto">
          <a:xfrm>
            <a:off x="5550886" y="3746500"/>
            <a:ext cx="1079500" cy="304800"/>
          </a:xfrm>
          <a:prstGeom prst="rect">
            <a:avLst/>
          </a:prstGeom>
          <a:noFill/>
          <a:ln w="9525" algn="ctr">
            <a:noFill/>
            <a:miter lim="800000"/>
            <a:headEnd/>
            <a:tailEnd/>
          </a:ln>
        </p:spPr>
        <p:txBody>
          <a:bodyPr anchor="b">
            <a:spAutoFit/>
          </a:bodyPr>
          <a:lstStyle/>
          <a:p>
            <a:pPr algn="ctr">
              <a:spcBef>
                <a:spcPct val="50000"/>
              </a:spcBef>
            </a:pPr>
            <a:r>
              <a:rPr lang="en-US" altLang="zh-CN" sz="1400">
                <a:ea typeface="宋体" pitchFamily="2" charset="-122"/>
              </a:rPr>
              <a:t>6</a:t>
            </a:r>
            <a:r>
              <a:rPr lang="zh-CN" altLang="en-US" sz="1400"/>
              <a:t>字节</a:t>
            </a:r>
          </a:p>
        </p:txBody>
      </p:sp>
      <p:sp>
        <p:nvSpPr>
          <p:cNvPr id="34" name="Rectangle 111">
            <a:extLst>
              <a:ext uri="{FF2B5EF4-FFF2-40B4-BE49-F238E27FC236}">
                <a16:creationId xmlns:a16="http://schemas.microsoft.com/office/drawing/2014/main" id="{F4790447-AF46-4E8A-A55F-E008228E5790}"/>
              </a:ext>
            </a:extLst>
          </p:cNvPr>
          <p:cNvSpPr>
            <a:spLocks noChangeArrowheads="1"/>
          </p:cNvSpPr>
          <p:nvPr/>
        </p:nvSpPr>
        <p:spPr bwMode="auto">
          <a:xfrm>
            <a:off x="2455261" y="2374900"/>
            <a:ext cx="1728787" cy="1135063"/>
          </a:xfrm>
          <a:prstGeom prst="rect">
            <a:avLst/>
          </a:prstGeom>
          <a:solidFill>
            <a:srgbClr val="CCCCFF"/>
          </a:solidFill>
          <a:ln w="19050" algn="ctr">
            <a:solidFill>
              <a:schemeClr val="tx1"/>
            </a:solidFill>
            <a:miter lim="800000"/>
            <a:headEnd/>
            <a:tailEnd/>
          </a:ln>
          <a:effectLst>
            <a:prstShdw prst="shdw13" dist="53882" dir="2700000">
              <a:schemeClr val="accent2"/>
            </a:prstShdw>
          </a:effectLst>
        </p:spPr>
        <p:txBody>
          <a:bodyPr wrap="none" anchor="ctr"/>
          <a:lstStyle/>
          <a:p>
            <a:endParaRPr lang="zh-CN" altLang="en-US"/>
          </a:p>
        </p:txBody>
      </p:sp>
      <p:sp>
        <p:nvSpPr>
          <p:cNvPr id="35" name="Rectangle 112">
            <a:extLst>
              <a:ext uri="{FF2B5EF4-FFF2-40B4-BE49-F238E27FC236}">
                <a16:creationId xmlns:a16="http://schemas.microsoft.com/office/drawing/2014/main" id="{7BE930BB-366E-4616-A8E6-8F78B5B3B183}"/>
              </a:ext>
            </a:extLst>
          </p:cNvPr>
          <p:cNvSpPr>
            <a:spLocks noChangeArrowheads="1"/>
          </p:cNvSpPr>
          <p:nvPr/>
        </p:nvSpPr>
        <p:spPr bwMode="auto">
          <a:xfrm>
            <a:off x="4184048" y="2374900"/>
            <a:ext cx="1295400" cy="1135063"/>
          </a:xfrm>
          <a:prstGeom prst="rect">
            <a:avLst/>
          </a:prstGeom>
          <a:solidFill>
            <a:schemeClr val="bg1"/>
          </a:solidFill>
          <a:ln w="19050" algn="ctr">
            <a:solidFill>
              <a:schemeClr val="tx1"/>
            </a:solidFill>
            <a:miter lim="800000"/>
            <a:headEnd/>
            <a:tailEnd/>
          </a:ln>
          <a:effectLst>
            <a:prstShdw prst="shdw13" dist="38100" dir="5400000">
              <a:schemeClr val="accent2"/>
            </a:prstShdw>
          </a:effectLst>
        </p:spPr>
        <p:txBody>
          <a:bodyPr wrap="none" anchor="ctr"/>
          <a:lstStyle/>
          <a:p>
            <a:endParaRPr lang="zh-CN" altLang="en-US"/>
          </a:p>
        </p:txBody>
      </p:sp>
      <p:sp>
        <p:nvSpPr>
          <p:cNvPr id="36" name="Rectangle 115">
            <a:extLst>
              <a:ext uri="{FF2B5EF4-FFF2-40B4-BE49-F238E27FC236}">
                <a16:creationId xmlns:a16="http://schemas.microsoft.com/office/drawing/2014/main" id="{CDF21F79-D633-4C5E-B699-0AE12E6535A4}"/>
              </a:ext>
            </a:extLst>
          </p:cNvPr>
          <p:cNvSpPr>
            <a:spLocks noChangeArrowheads="1"/>
          </p:cNvSpPr>
          <p:nvPr/>
        </p:nvSpPr>
        <p:spPr bwMode="auto">
          <a:xfrm>
            <a:off x="6778023" y="2374900"/>
            <a:ext cx="430213" cy="1135063"/>
          </a:xfrm>
          <a:prstGeom prst="rect">
            <a:avLst/>
          </a:prstGeom>
          <a:solidFill>
            <a:schemeClr val="bg1"/>
          </a:solidFill>
          <a:ln w="19050" algn="ctr">
            <a:solidFill>
              <a:schemeClr val="tx1"/>
            </a:solidFill>
            <a:miter lim="800000"/>
            <a:headEnd/>
            <a:tailEnd/>
          </a:ln>
          <a:effectLst>
            <a:prstShdw prst="shdw13" dist="38100" dir="5400000">
              <a:schemeClr val="accent2"/>
            </a:prstShdw>
          </a:effectLst>
        </p:spPr>
        <p:txBody>
          <a:bodyPr wrap="none" anchor="ctr"/>
          <a:lstStyle/>
          <a:p>
            <a:endParaRPr lang="zh-CN" altLang="en-US"/>
          </a:p>
        </p:txBody>
      </p:sp>
      <p:sp>
        <p:nvSpPr>
          <p:cNvPr id="37" name="Line 117">
            <a:extLst>
              <a:ext uri="{FF2B5EF4-FFF2-40B4-BE49-F238E27FC236}">
                <a16:creationId xmlns:a16="http://schemas.microsoft.com/office/drawing/2014/main" id="{0FCC866A-18A9-41A7-99F7-A88B35A0906F}"/>
              </a:ext>
            </a:extLst>
          </p:cNvPr>
          <p:cNvSpPr>
            <a:spLocks noChangeShapeType="1"/>
          </p:cNvSpPr>
          <p:nvPr/>
        </p:nvSpPr>
        <p:spPr bwMode="auto">
          <a:xfrm>
            <a:off x="7209823" y="3509963"/>
            <a:ext cx="576263" cy="0"/>
          </a:xfrm>
          <a:prstGeom prst="line">
            <a:avLst/>
          </a:prstGeom>
          <a:noFill/>
          <a:ln w="19050">
            <a:solidFill>
              <a:schemeClr val="tx1"/>
            </a:solidFill>
            <a:round/>
            <a:headEnd/>
            <a:tailEnd/>
          </a:ln>
          <a:effectLst>
            <a:prstShdw prst="shdw13" dist="40161" dir="4293903">
              <a:schemeClr val="accent2">
                <a:alpha val="50000"/>
              </a:schemeClr>
            </a:prstShdw>
          </a:effectLst>
        </p:spPr>
        <p:txBody>
          <a:bodyPr anchor="b"/>
          <a:lstStyle/>
          <a:p>
            <a:endParaRPr lang="zh-CN" altLang="en-US"/>
          </a:p>
        </p:txBody>
      </p:sp>
      <p:sp>
        <p:nvSpPr>
          <p:cNvPr id="38" name="Line 123">
            <a:extLst>
              <a:ext uri="{FF2B5EF4-FFF2-40B4-BE49-F238E27FC236}">
                <a16:creationId xmlns:a16="http://schemas.microsoft.com/office/drawing/2014/main" id="{578B88EC-41F4-486C-841B-0C309E2CE6D9}"/>
              </a:ext>
            </a:extLst>
          </p:cNvPr>
          <p:cNvSpPr>
            <a:spLocks noChangeShapeType="1"/>
          </p:cNvSpPr>
          <p:nvPr/>
        </p:nvSpPr>
        <p:spPr bwMode="auto">
          <a:xfrm>
            <a:off x="8433786" y="2374900"/>
            <a:ext cx="576262" cy="0"/>
          </a:xfrm>
          <a:prstGeom prst="line">
            <a:avLst/>
          </a:prstGeom>
          <a:noFill/>
          <a:ln w="19050">
            <a:solidFill>
              <a:schemeClr val="tx1"/>
            </a:solidFill>
            <a:round/>
            <a:headEnd/>
            <a:tailEnd/>
          </a:ln>
        </p:spPr>
        <p:txBody>
          <a:bodyPr anchor="b"/>
          <a:lstStyle/>
          <a:p>
            <a:endParaRPr lang="zh-CN" altLang="en-US"/>
          </a:p>
        </p:txBody>
      </p:sp>
      <p:sp>
        <p:nvSpPr>
          <p:cNvPr id="39" name="Line 124">
            <a:extLst>
              <a:ext uri="{FF2B5EF4-FFF2-40B4-BE49-F238E27FC236}">
                <a16:creationId xmlns:a16="http://schemas.microsoft.com/office/drawing/2014/main" id="{E02730BE-DFC8-4E49-B885-9ED65150F590}"/>
              </a:ext>
            </a:extLst>
          </p:cNvPr>
          <p:cNvSpPr>
            <a:spLocks noChangeShapeType="1"/>
          </p:cNvSpPr>
          <p:nvPr/>
        </p:nvSpPr>
        <p:spPr bwMode="auto">
          <a:xfrm>
            <a:off x="8433786" y="3509963"/>
            <a:ext cx="576262" cy="0"/>
          </a:xfrm>
          <a:prstGeom prst="line">
            <a:avLst/>
          </a:prstGeom>
          <a:noFill/>
          <a:ln w="19050">
            <a:solidFill>
              <a:schemeClr val="tx1"/>
            </a:solidFill>
            <a:round/>
            <a:headEnd/>
            <a:tailEnd/>
          </a:ln>
          <a:effectLst>
            <a:prstShdw prst="shdw13" dist="56796" dir="3806097">
              <a:schemeClr val="bg2">
                <a:alpha val="50000"/>
              </a:schemeClr>
            </a:prstShdw>
          </a:effectLst>
        </p:spPr>
        <p:txBody>
          <a:bodyPr anchor="b"/>
          <a:lstStyle/>
          <a:p>
            <a:endParaRPr lang="zh-CN" altLang="en-US"/>
          </a:p>
        </p:txBody>
      </p:sp>
      <p:sp>
        <p:nvSpPr>
          <p:cNvPr id="40" name="Rectangle 125">
            <a:extLst>
              <a:ext uri="{FF2B5EF4-FFF2-40B4-BE49-F238E27FC236}">
                <a16:creationId xmlns:a16="http://schemas.microsoft.com/office/drawing/2014/main" id="{23890AA5-4FCB-4D73-9BE2-48C3846B89B4}"/>
              </a:ext>
            </a:extLst>
          </p:cNvPr>
          <p:cNvSpPr>
            <a:spLocks noChangeArrowheads="1"/>
          </p:cNvSpPr>
          <p:nvPr/>
        </p:nvSpPr>
        <p:spPr bwMode="auto">
          <a:xfrm>
            <a:off x="9010048" y="2374900"/>
            <a:ext cx="862013" cy="1135063"/>
          </a:xfrm>
          <a:prstGeom prst="rect">
            <a:avLst/>
          </a:prstGeom>
          <a:solidFill>
            <a:schemeClr val="bg1"/>
          </a:solidFill>
          <a:ln w="19050" algn="ctr">
            <a:solidFill>
              <a:schemeClr val="tx1"/>
            </a:solidFill>
            <a:miter lim="800000"/>
            <a:headEnd/>
            <a:tailEnd/>
          </a:ln>
          <a:effectLst>
            <a:prstShdw prst="shdw13" dist="63500" dir="2212194">
              <a:schemeClr val="accent2">
                <a:alpha val="50000"/>
              </a:schemeClr>
            </a:prstShdw>
          </a:effectLst>
        </p:spPr>
        <p:txBody>
          <a:bodyPr wrap="none" anchor="ctr"/>
          <a:lstStyle/>
          <a:p>
            <a:endParaRPr lang="zh-CN" altLang="en-US"/>
          </a:p>
        </p:txBody>
      </p:sp>
      <p:sp>
        <p:nvSpPr>
          <p:cNvPr id="41" name="Text Box 130">
            <a:extLst>
              <a:ext uri="{FF2B5EF4-FFF2-40B4-BE49-F238E27FC236}">
                <a16:creationId xmlns:a16="http://schemas.microsoft.com/office/drawing/2014/main" id="{5CCF9F54-6DB9-46DE-BECE-92DAF96EC054}"/>
              </a:ext>
            </a:extLst>
          </p:cNvPr>
          <p:cNvSpPr txBox="1">
            <a:spLocks noChangeArrowheads="1"/>
          </p:cNvSpPr>
          <p:nvPr/>
        </p:nvSpPr>
        <p:spPr bwMode="auto">
          <a:xfrm>
            <a:off x="2669573" y="2735263"/>
            <a:ext cx="1081088" cy="366712"/>
          </a:xfrm>
          <a:prstGeom prst="rect">
            <a:avLst/>
          </a:prstGeom>
          <a:noFill/>
          <a:ln w="19050" algn="ctr">
            <a:noFill/>
            <a:miter lim="800000"/>
            <a:headEnd/>
            <a:tailEnd/>
          </a:ln>
        </p:spPr>
        <p:txBody>
          <a:bodyPr anchor="b">
            <a:spAutoFit/>
          </a:bodyPr>
          <a:lstStyle/>
          <a:p>
            <a:pPr algn="ctr">
              <a:spcBef>
                <a:spcPct val="50000"/>
              </a:spcBef>
            </a:pPr>
            <a:r>
              <a:rPr lang="zh-CN" altLang="en-US"/>
              <a:t>前导码</a:t>
            </a:r>
          </a:p>
        </p:txBody>
      </p:sp>
      <p:sp>
        <p:nvSpPr>
          <p:cNvPr id="42" name="Text Box 150">
            <a:extLst>
              <a:ext uri="{FF2B5EF4-FFF2-40B4-BE49-F238E27FC236}">
                <a16:creationId xmlns:a16="http://schemas.microsoft.com/office/drawing/2014/main" id="{B7ABB2C9-EE4D-4231-9468-854DA5E99E07}"/>
              </a:ext>
            </a:extLst>
          </p:cNvPr>
          <p:cNvSpPr txBox="1">
            <a:spLocks noChangeArrowheads="1"/>
          </p:cNvSpPr>
          <p:nvPr/>
        </p:nvSpPr>
        <p:spPr bwMode="auto">
          <a:xfrm>
            <a:off x="4182461" y="2735263"/>
            <a:ext cx="1295400" cy="366712"/>
          </a:xfrm>
          <a:prstGeom prst="rect">
            <a:avLst/>
          </a:prstGeom>
          <a:noFill/>
          <a:ln w="19050" algn="ctr">
            <a:noFill/>
            <a:miter lim="800000"/>
            <a:headEnd/>
            <a:tailEnd/>
          </a:ln>
        </p:spPr>
        <p:txBody>
          <a:bodyPr anchor="b">
            <a:spAutoFit/>
          </a:bodyPr>
          <a:lstStyle/>
          <a:p>
            <a:pPr algn="ctr">
              <a:spcBef>
                <a:spcPct val="50000"/>
              </a:spcBef>
            </a:pPr>
            <a:r>
              <a:rPr lang="zh-CN" altLang="en-US"/>
              <a:t>目的地址</a:t>
            </a:r>
          </a:p>
        </p:txBody>
      </p:sp>
      <p:sp>
        <p:nvSpPr>
          <p:cNvPr id="43" name="Text Box 151">
            <a:extLst>
              <a:ext uri="{FF2B5EF4-FFF2-40B4-BE49-F238E27FC236}">
                <a16:creationId xmlns:a16="http://schemas.microsoft.com/office/drawing/2014/main" id="{C96042DD-A2A2-4770-9DEC-DEE43339E2E4}"/>
              </a:ext>
            </a:extLst>
          </p:cNvPr>
          <p:cNvSpPr txBox="1">
            <a:spLocks noChangeArrowheads="1"/>
          </p:cNvSpPr>
          <p:nvPr/>
        </p:nvSpPr>
        <p:spPr bwMode="auto">
          <a:xfrm>
            <a:off x="5693761" y="2735263"/>
            <a:ext cx="936625" cy="365125"/>
          </a:xfrm>
          <a:prstGeom prst="rect">
            <a:avLst/>
          </a:prstGeom>
          <a:noFill/>
          <a:ln w="19050" algn="ctr">
            <a:noFill/>
            <a:miter lim="800000"/>
            <a:headEnd/>
            <a:tailEnd/>
          </a:ln>
        </p:spPr>
        <p:txBody>
          <a:bodyPr anchor="b">
            <a:spAutoFit/>
          </a:bodyPr>
          <a:lstStyle/>
          <a:p>
            <a:pPr>
              <a:spcBef>
                <a:spcPct val="50000"/>
              </a:spcBef>
            </a:pPr>
            <a:r>
              <a:rPr lang="zh-CN" altLang="en-US"/>
              <a:t>源地址</a:t>
            </a:r>
          </a:p>
        </p:txBody>
      </p:sp>
      <p:sp>
        <p:nvSpPr>
          <p:cNvPr id="44" name="Text Box 152">
            <a:extLst>
              <a:ext uri="{FF2B5EF4-FFF2-40B4-BE49-F238E27FC236}">
                <a16:creationId xmlns:a16="http://schemas.microsoft.com/office/drawing/2014/main" id="{174E3934-29E9-4C80-BB89-33D28E046EB2}"/>
              </a:ext>
            </a:extLst>
          </p:cNvPr>
          <p:cNvSpPr txBox="1">
            <a:spLocks noChangeArrowheads="1"/>
          </p:cNvSpPr>
          <p:nvPr/>
        </p:nvSpPr>
        <p:spPr bwMode="auto">
          <a:xfrm>
            <a:off x="6771673" y="2643188"/>
            <a:ext cx="433388" cy="523875"/>
          </a:xfrm>
          <a:prstGeom prst="rect">
            <a:avLst/>
          </a:prstGeom>
          <a:noFill/>
          <a:ln w="19050" algn="ctr">
            <a:noFill/>
            <a:miter lim="800000"/>
            <a:headEnd/>
            <a:tailEnd/>
          </a:ln>
        </p:spPr>
        <p:txBody>
          <a:bodyPr anchor="b">
            <a:spAutoFit/>
          </a:bodyPr>
          <a:lstStyle/>
          <a:p>
            <a:pPr algn="ctr">
              <a:spcBef>
                <a:spcPct val="50000"/>
              </a:spcBef>
            </a:pPr>
            <a:r>
              <a:rPr lang="zh-CN" altLang="en-US" sz="1400"/>
              <a:t>类型</a:t>
            </a:r>
          </a:p>
        </p:txBody>
      </p:sp>
      <p:sp>
        <p:nvSpPr>
          <p:cNvPr id="45" name="Text Box 153">
            <a:extLst>
              <a:ext uri="{FF2B5EF4-FFF2-40B4-BE49-F238E27FC236}">
                <a16:creationId xmlns:a16="http://schemas.microsoft.com/office/drawing/2014/main" id="{C14DA823-EA6B-45F1-ADEB-D5020FFBC606}"/>
              </a:ext>
            </a:extLst>
          </p:cNvPr>
          <p:cNvSpPr txBox="1">
            <a:spLocks noChangeArrowheads="1"/>
          </p:cNvSpPr>
          <p:nvPr/>
        </p:nvSpPr>
        <p:spPr bwMode="auto">
          <a:xfrm>
            <a:off x="7497161" y="2735263"/>
            <a:ext cx="1295400" cy="369887"/>
          </a:xfrm>
          <a:prstGeom prst="rect">
            <a:avLst/>
          </a:prstGeom>
          <a:noFill/>
          <a:ln w="19050" algn="ctr">
            <a:noFill/>
            <a:miter lim="800000"/>
            <a:headEnd/>
            <a:tailEnd/>
          </a:ln>
        </p:spPr>
        <p:txBody>
          <a:bodyPr anchor="b">
            <a:spAutoFit/>
          </a:bodyPr>
          <a:lstStyle/>
          <a:p>
            <a:pPr algn="ctr">
              <a:spcBef>
                <a:spcPct val="50000"/>
              </a:spcBef>
            </a:pPr>
            <a:r>
              <a:rPr lang="zh-CN" altLang="en-US"/>
              <a:t>数据</a:t>
            </a:r>
          </a:p>
        </p:txBody>
      </p:sp>
      <p:sp>
        <p:nvSpPr>
          <p:cNvPr id="46" name="Line 157">
            <a:extLst>
              <a:ext uri="{FF2B5EF4-FFF2-40B4-BE49-F238E27FC236}">
                <a16:creationId xmlns:a16="http://schemas.microsoft.com/office/drawing/2014/main" id="{4ECB7749-AA5D-44E4-858F-2FA50F5AFDE6}"/>
              </a:ext>
            </a:extLst>
          </p:cNvPr>
          <p:cNvSpPr>
            <a:spLocks noChangeShapeType="1"/>
          </p:cNvSpPr>
          <p:nvPr/>
        </p:nvSpPr>
        <p:spPr bwMode="auto">
          <a:xfrm>
            <a:off x="7784498" y="2374900"/>
            <a:ext cx="647700" cy="0"/>
          </a:xfrm>
          <a:prstGeom prst="line">
            <a:avLst/>
          </a:prstGeom>
          <a:noFill/>
          <a:ln w="19050">
            <a:solidFill>
              <a:schemeClr val="tx1"/>
            </a:solidFill>
            <a:prstDash val="dash"/>
            <a:round/>
            <a:headEnd/>
            <a:tailEnd/>
          </a:ln>
        </p:spPr>
        <p:txBody>
          <a:bodyPr anchor="b"/>
          <a:lstStyle/>
          <a:p>
            <a:endParaRPr lang="zh-CN" altLang="en-US"/>
          </a:p>
        </p:txBody>
      </p:sp>
      <p:sp>
        <p:nvSpPr>
          <p:cNvPr id="47" name="Line 158">
            <a:extLst>
              <a:ext uri="{FF2B5EF4-FFF2-40B4-BE49-F238E27FC236}">
                <a16:creationId xmlns:a16="http://schemas.microsoft.com/office/drawing/2014/main" id="{31FAFA9E-65A7-43A9-8EA4-C51FD1440010}"/>
              </a:ext>
            </a:extLst>
          </p:cNvPr>
          <p:cNvSpPr>
            <a:spLocks noChangeShapeType="1"/>
          </p:cNvSpPr>
          <p:nvPr/>
        </p:nvSpPr>
        <p:spPr bwMode="auto">
          <a:xfrm>
            <a:off x="7784498" y="3509963"/>
            <a:ext cx="647700" cy="0"/>
          </a:xfrm>
          <a:prstGeom prst="line">
            <a:avLst/>
          </a:prstGeom>
          <a:noFill/>
          <a:ln w="19050">
            <a:solidFill>
              <a:schemeClr val="tx1"/>
            </a:solidFill>
            <a:prstDash val="dash"/>
            <a:round/>
            <a:headEnd/>
            <a:tailEnd/>
          </a:ln>
        </p:spPr>
        <p:txBody>
          <a:bodyPr anchor="b"/>
          <a:lstStyle/>
          <a:p>
            <a:endParaRPr lang="zh-CN" altLang="en-US"/>
          </a:p>
        </p:txBody>
      </p:sp>
      <p:sp>
        <p:nvSpPr>
          <p:cNvPr id="48" name="Line 159">
            <a:extLst>
              <a:ext uri="{FF2B5EF4-FFF2-40B4-BE49-F238E27FC236}">
                <a16:creationId xmlns:a16="http://schemas.microsoft.com/office/drawing/2014/main" id="{1643B586-C545-478F-B044-0C54C7BD31EE}"/>
              </a:ext>
            </a:extLst>
          </p:cNvPr>
          <p:cNvSpPr>
            <a:spLocks noChangeShapeType="1"/>
          </p:cNvSpPr>
          <p:nvPr/>
        </p:nvSpPr>
        <p:spPr bwMode="auto">
          <a:xfrm>
            <a:off x="3966561" y="2468563"/>
            <a:ext cx="0" cy="1041400"/>
          </a:xfrm>
          <a:prstGeom prst="line">
            <a:avLst/>
          </a:prstGeom>
          <a:noFill/>
          <a:ln w="19050">
            <a:solidFill>
              <a:schemeClr val="tx1"/>
            </a:solidFill>
            <a:round/>
            <a:headEnd/>
            <a:tailEnd/>
          </a:ln>
        </p:spPr>
        <p:txBody>
          <a:bodyPr anchor="b"/>
          <a:lstStyle/>
          <a:p>
            <a:endParaRPr lang="zh-CN" altLang="en-US"/>
          </a:p>
        </p:txBody>
      </p:sp>
      <p:sp>
        <p:nvSpPr>
          <p:cNvPr id="49" name="Line 116">
            <a:extLst>
              <a:ext uri="{FF2B5EF4-FFF2-40B4-BE49-F238E27FC236}">
                <a16:creationId xmlns:a16="http://schemas.microsoft.com/office/drawing/2014/main" id="{0482A96E-F437-4312-8336-5BB1CB2ACFF7}"/>
              </a:ext>
            </a:extLst>
          </p:cNvPr>
          <p:cNvSpPr>
            <a:spLocks noChangeShapeType="1"/>
          </p:cNvSpPr>
          <p:nvPr/>
        </p:nvSpPr>
        <p:spPr bwMode="auto">
          <a:xfrm>
            <a:off x="7209823" y="2374900"/>
            <a:ext cx="576263" cy="0"/>
          </a:xfrm>
          <a:prstGeom prst="line">
            <a:avLst/>
          </a:prstGeom>
          <a:noFill/>
          <a:ln w="19050">
            <a:solidFill>
              <a:schemeClr val="tx1"/>
            </a:solidFill>
            <a:round/>
            <a:headEnd/>
            <a:tailEnd/>
          </a:ln>
        </p:spPr>
        <p:txBody>
          <a:bodyPr anchor="b"/>
          <a:lstStyle/>
          <a:p>
            <a:endParaRPr lang="zh-CN" altLang="en-US"/>
          </a:p>
        </p:txBody>
      </p:sp>
      <p:sp>
        <p:nvSpPr>
          <p:cNvPr id="50" name="Line 160">
            <a:extLst>
              <a:ext uri="{FF2B5EF4-FFF2-40B4-BE49-F238E27FC236}">
                <a16:creationId xmlns:a16="http://schemas.microsoft.com/office/drawing/2014/main" id="{731E6E52-2187-4FDA-85D5-86CF0D5FAC8A}"/>
              </a:ext>
            </a:extLst>
          </p:cNvPr>
          <p:cNvSpPr>
            <a:spLocks noChangeShapeType="1"/>
          </p:cNvSpPr>
          <p:nvPr/>
        </p:nvSpPr>
        <p:spPr bwMode="auto">
          <a:xfrm>
            <a:off x="3752248" y="2374900"/>
            <a:ext cx="0" cy="190500"/>
          </a:xfrm>
          <a:prstGeom prst="line">
            <a:avLst/>
          </a:prstGeom>
          <a:noFill/>
          <a:ln w="9525">
            <a:solidFill>
              <a:schemeClr val="tx1"/>
            </a:solidFill>
            <a:round/>
            <a:headEnd/>
            <a:tailEnd/>
          </a:ln>
        </p:spPr>
        <p:txBody>
          <a:bodyPr anchor="b"/>
          <a:lstStyle/>
          <a:p>
            <a:endParaRPr lang="zh-CN" altLang="en-US"/>
          </a:p>
        </p:txBody>
      </p:sp>
      <p:sp>
        <p:nvSpPr>
          <p:cNvPr id="51" name="Line 161">
            <a:extLst>
              <a:ext uri="{FF2B5EF4-FFF2-40B4-BE49-F238E27FC236}">
                <a16:creationId xmlns:a16="http://schemas.microsoft.com/office/drawing/2014/main" id="{2C9B1058-A2A0-4D5F-82CD-DC5540D9ED40}"/>
              </a:ext>
            </a:extLst>
          </p:cNvPr>
          <p:cNvSpPr>
            <a:spLocks noChangeShapeType="1"/>
          </p:cNvSpPr>
          <p:nvPr/>
        </p:nvSpPr>
        <p:spPr bwMode="auto">
          <a:xfrm>
            <a:off x="3966561" y="2374900"/>
            <a:ext cx="0" cy="190500"/>
          </a:xfrm>
          <a:prstGeom prst="line">
            <a:avLst/>
          </a:prstGeom>
          <a:noFill/>
          <a:ln w="9525">
            <a:solidFill>
              <a:schemeClr val="tx1"/>
            </a:solidFill>
            <a:round/>
            <a:headEnd/>
            <a:tailEnd/>
          </a:ln>
        </p:spPr>
        <p:txBody>
          <a:bodyPr anchor="b"/>
          <a:lstStyle/>
          <a:p>
            <a:endParaRPr lang="zh-CN" altLang="en-US"/>
          </a:p>
        </p:txBody>
      </p:sp>
      <p:sp>
        <p:nvSpPr>
          <p:cNvPr id="52" name="Line 162">
            <a:extLst>
              <a:ext uri="{FF2B5EF4-FFF2-40B4-BE49-F238E27FC236}">
                <a16:creationId xmlns:a16="http://schemas.microsoft.com/office/drawing/2014/main" id="{9849FA16-3E71-490E-9133-0F3AC44FA8A3}"/>
              </a:ext>
            </a:extLst>
          </p:cNvPr>
          <p:cNvSpPr>
            <a:spLocks noChangeShapeType="1"/>
          </p:cNvSpPr>
          <p:nvPr/>
        </p:nvSpPr>
        <p:spPr bwMode="auto">
          <a:xfrm>
            <a:off x="3318861" y="2374900"/>
            <a:ext cx="0" cy="190500"/>
          </a:xfrm>
          <a:prstGeom prst="line">
            <a:avLst/>
          </a:prstGeom>
          <a:noFill/>
          <a:ln w="9525">
            <a:solidFill>
              <a:schemeClr val="tx1"/>
            </a:solidFill>
            <a:round/>
            <a:headEnd/>
            <a:tailEnd/>
          </a:ln>
        </p:spPr>
        <p:txBody>
          <a:bodyPr anchor="b"/>
          <a:lstStyle/>
          <a:p>
            <a:endParaRPr lang="zh-CN" altLang="en-US"/>
          </a:p>
        </p:txBody>
      </p:sp>
      <p:sp>
        <p:nvSpPr>
          <p:cNvPr id="53" name="Line 163">
            <a:extLst>
              <a:ext uri="{FF2B5EF4-FFF2-40B4-BE49-F238E27FC236}">
                <a16:creationId xmlns:a16="http://schemas.microsoft.com/office/drawing/2014/main" id="{04C77B89-AB5C-4F7C-8D94-B8F75AE16F76}"/>
              </a:ext>
            </a:extLst>
          </p:cNvPr>
          <p:cNvSpPr>
            <a:spLocks noChangeShapeType="1"/>
          </p:cNvSpPr>
          <p:nvPr/>
        </p:nvSpPr>
        <p:spPr bwMode="auto">
          <a:xfrm>
            <a:off x="3533173" y="2374900"/>
            <a:ext cx="0" cy="190500"/>
          </a:xfrm>
          <a:prstGeom prst="line">
            <a:avLst/>
          </a:prstGeom>
          <a:noFill/>
          <a:ln w="9525">
            <a:solidFill>
              <a:schemeClr val="tx1"/>
            </a:solidFill>
            <a:round/>
            <a:headEnd/>
            <a:tailEnd/>
          </a:ln>
        </p:spPr>
        <p:txBody>
          <a:bodyPr anchor="b"/>
          <a:lstStyle/>
          <a:p>
            <a:endParaRPr lang="zh-CN" altLang="en-US"/>
          </a:p>
        </p:txBody>
      </p:sp>
      <p:sp>
        <p:nvSpPr>
          <p:cNvPr id="54" name="Line 164">
            <a:extLst>
              <a:ext uri="{FF2B5EF4-FFF2-40B4-BE49-F238E27FC236}">
                <a16:creationId xmlns:a16="http://schemas.microsoft.com/office/drawing/2014/main" id="{3AD8F9AB-AEC8-4C51-9881-32148F27AD18}"/>
              </a:ext>
            </a:extLst>
          </p:cNvPr>
          <p:cNvSpPr>
            <a:spLocks noChangeShapeType="1"/>
          </p:cNvSpPr>
          <p:nvPr/>
        </p:nvSpPr>
        <p:spPr bwMode="auto">
          <a:xfrm>
            <a:off x="3104548" y="2374900"/>
            <a:ext cx="0" cy="190500"/>
          </a:xfrm>
          <a:prstGeom prst="line">
            <a:avLst/>
          </a:prstGeom>
          <a:noFill/>
          <a:ln w="9525">
            <a:solidFill>
              <a:schemeClr val="tx1"/>
            </a:solidFill>
            <a:round/>
            <a:headEnd/>
            <a:tailEnd/>
          </a:ln>
        </p:spPr>
        <p:txBody>
          <a:bodyPr anchor="b"/>
          <a:lstStyle/>
          <a:p>
            <a:endParaRPr lang="zh-CN" altLang="en-US"/>
          </a:p>
        </p:txBody>
      </p:sp>
      <p:sp>
        <p:nvSpPr>
          <p:cNvPr id="55" name="Line 165">
            <a:extLst>
              <a:ext uri="{FF2B5EF4-FFF2-40B4-BE49-F238E27FC236}">
                <a16:creationId xmlns:a16="http://schemas.microsoft.com/office/drawing/2014/main" id="{E57FE9FB-9669-4DE2-B795-42FE504A797E}"/>
              </a:ext>
            </a:extLst>
          </p:cNvPr>
          <p:cNvSpPr>
            <a:spLocks noChangeShapeType="1"/>
          </p:cNvSpPr>
          <p:nvPr/>
        </p:nvSpPr>
        <p:spPr bwMode="auto">
          <a:xfrm>
            <a:off x="3318861" y="2374900"/>
            <a:ext cx="0" cy="190500"/>
          </a:xfrm>
          <a:prstGeom prst="line">
            <a:avLst/>
          </a:prstGeom>
          <a:noFill/>
          <a:ln w="9525">
            <a:solidFill>
              <a:schemeClr val="tx1"/>
            </a:solidFill>
            <a:round/>
            <a:headEnd/>
            <a:tailEnd/>
          </a:ln>
        </p:spPr>
        <p:txBody>
          <a:bodyPr anchor="b"/>
          <a:lstStyle/>
          <a:p>
            <a:endParaRPr lang="zh-CN" altLang="en-US"/>
          </a:p>
        </p:txBody>
      </p:sp>
      <p:sp>
        <p:nvSpPr>
          <p:cNvPr id="56" name="Line 166">
            <a:extLst>
              <a:ext uri="{FF2B5EF4-FFF2-40B4-BE49-F238E27FC236}">
                <a16:creationId xmlns:a16="http://schemas.microsoft.com/office/drawing/2014/main" id="{B2D8B9DF-1398-43CA-B4B5-C01951D65359}"/>
              </a:ext>
            </a:extLst>
          </p:cNvPr>
          <p:cNvSpPr>
            <a:spLocks noChangeShapeType="1"/>
          </p:cNvSpPr>
          <p:nvPr/>
        </p:nvSpPr>
        <p:spPr bwMode="auto">
          <a:xfrm>
            <a:off x="2671161" y="2374900"/>
            <a:ext cx="0" cy="190500"/>
          </a:xfrm>
          <a:prstGeom prst="line">
            <a:avLst/>
          </a:prstGeom>
          <a:noFill/>
          <a:ln w="9525">
            <a:solidFill>
              <a:schemeClr val="tx1"/>
            </a:solidFill>
            <a:round/>
            <a:headEnd/>
            <a:tailEnd/>
          </a:ln>
        </p:spPr>
        <p:txBody>
          <a:bodyPr anchor="b"/>
          <a:lstStyle/>
          <a:p>
            <a:endParaRPr lang="zh-CN" altLang="en-US"/>
          </a:p>
        </p:txBody>
      </p:sp>
      <p:sp>
        <p:nvSpPr>
          <p:cNvPr id="57" name="Line 167">
            <a:extLst>
              <a:ext uri="{FF2B5EF4-FFF2-40B4-BE49-F238E27FC236}">
                <a16:creationId xmlns:a16="http://schemas.microsoft.com/office/drawing/2014/main" id="{5E9A9D55-7E28-4406-A5B7-59701118AD84}"/>
              </a:ext>
            </a:extLst>
          </p:cNvPr>
          <p:cNvSpPr>
            <a:spLocks noChangeShapeType="1"/>
          </p:cNvSpPr>
          <p:nvPr/>
        </p:nvSpPr>
        <p:spPr bwMode="auto">
          <a:xfrm>
            <a:off x="2885473" y="2374900"/>
            <a:ext cx="0" cy="190500"/>
          </a:xfrm>
          <a:prstGeom prst="line">
            <a:avLst/>
          </a:prstGeom>
          <a:noFill/>
          <a:ln w="9525">
            <a:solidFill>
              <a:schemeClr val="tx1"/>
            </a:solidFill>
            <a:round/>
            <a:headEnd/>
            <a:tailEnd/>
          </a:ln>
        </p:spPr>
        <p:txBody>
          <a:bodyPr anchor="b"/>
          <a:lstStyle/>
          <a:p>
            <a:endParaRPr lang="zh-CN" altLang="en-US"/>
          </a:p>
        </p:txBody>
      </p:sp>
      <p:sp>
        <p:nvSpPr>
          <p:cNvPr id="58" name="Line 184">
            <a:extLst>
              <a:ext uri="{FF2B5EF4-FFF2-40B4-BE49-F238E27FC236}">
                <a16:creationId xmlns:a16="http://schemas.microsoft.com/office/drawing/2014/main" id="{8F5036E6-A37E-416F-BE10-83E6C7820BB6}"/>
              </a:ext>
            </a:extLst>
          </p:cNvPr>
          <p:cNvSpPr>
            <a:spLocks noChangeShapeType="1"/>
          </p:cNvSpPr>
          <p:nvPr/>
        </p:nvSpPr>
        <p:spPr bwMode="auto">
          <a:xfrm>
            <a:off x="5263548" y="2374900"/>
            <a:ext cx="0" cy="190500"/>
          </a:xfrm>
          <a:prstGeom prst="line">
            <a:avLst/>
          </a:prstGeom>
          <a:noFill/>
          <a:ln w="9525">
            <a:solidFill>
              <a:schemeClr val="tx1"/>
            </a:solidFill>
            <a:round/>
            <a:headEnd/>
            <a:tailEnd/>
          </a:ln>
        </p:spPr>
        <p:txBody>
          <a:bodyPr anchor="b"/>
          <a:lstStyle/>
          <a:p>
            <a:endParaRPr lang="zh-CN" altLang="en-US"/>
          </a:p>
        </p:txBody>
      </p:sp>
      <p:sp>
        <p:nvSpPr>
          <p:cNvPr id="59" name="Line 185">
            <a:extLst>
              <a:ext uri="{FF2B5EF4-FFF2-40B4-BE49-F238E27FC236}">
                <a16:creationId xmlns:a16="http://schemas.microsoft.com/office/drawing/2014/main" id="{F3EA5884-65FF-4B7F-B881-D9B1AFDABC92}"/>
              </a:ext>
            </a:extLst>
          </p:cNvPr>
          <p:cNvSpPr>
            <a:spLocks noChangeShapeType="1"/>
          </p:cNvSpPr>
          <p:nvPr/>
        </p:nvSpPr>
        <p:spPr bwMode="auto">
          <a:xfrm>
            <a:off x="5477861" y="2374900"/>
            <a:ext cx="0" cy="190500"/>
          </a:xfrm>
          <a:prstGeom prst="line">
            <a:avLst/>
          </a:prstGeom>
          <a:noFill/>
          <a:ln w="9525">
            <a:solidFill>
              <a:schemeClr val="tx1"/>
            </a:solidFill>
            <a:round/>
            <a:headEnd/>
            <a:tailEnd/>
          </a:ln>
        </p:spPr>
        <p:txBody>
          <a:bodyPr anchor="b"/>
          <a:lstStyle/>
          <a:p>
            <a:endParaRPr lang="zh-CN" altLang="en-US"/>
          </a:p>
        </p:txBody>
      </p:sp>
      <p:sp>
        <p:nvSpPr>
          <p:cNvPr id="60" name="Line 186">
            <a:extLst>
              <a:ext uri="{FF2B5EF4-FFF2-40B4-BE49-F238E27FC236}">
                <a16:creationId xmlns:a16="http://schemas.microsoft.com/office/drawing/2014/main" id="{505E0956-F49C-407F-8DBC-17D5E73C7D37}"/>
              </a:ext>
            </a:extLst>
          </p:cNvPr>
          <p:cNvSpPr>
            <a:spLocks noChangeShapeType="1"/>
          </p:cNvSpPr>
          <p:nvPr/>
        </p:nvSpPr>
        <p:spPr bwMode="auto">
          <a:xfrm>
            <a:off x="4830161" y="2374900"/>
            <a:ext cx="0" cy="190500"/>
          </a:xfrm>
          <a:prstGeom prst="line">
            <a:avLst/>
          </a:prstGeom>
          <a:noFill/>
          <a:ln w="9525">
            <a:solidFill>
              <a:schemeClr val="tx1"/>
            </a:solidFill>
            <a:round/>
            <a:headEnd/>
            <a:tailEnd/>
          </a:ln>
        </p:spPr>
        <p:txBody>
          <a:bodyPr anchor="b"/>
          <a:lstStyle/>
          <a:p>
            <a:endParaRPr lang="zh-CN" altLang="en-US"/>
          </a:p>
        </p:txBody>
      </p:sp>
      <p:sp>
        <p:nvSpPr>
          <p:cNvPr id="61" name="Line 187">
            <a:extLst>
              <a:ext uri="{FF2B5EF4-FFF2-40B4-BE49-F238E27FC236}">
                <a16:creationId xmlns:a16="http://schemas.microsoft.com/office/drawing/2014/main" id="{5F8B9764-533A-4219-9894-4D9C0BADFAAF}"/>
              </a:ext>
            </a:extLst>
          </p:cNvPr>
          <p:cNvSpPr>
            <a:spLocks noChangeShapeType="1"/>
          </p:cNvSpPr>
          <p:nvPr/>
        </p:nvSpPr>
        <p:spPr bwMode="auto">
          <a:xfrm>
            <a:off x="5044473" y="2374900"/>
            <a:ext cx="0" cy="190500"/>
          </a:xfrm>
          <a:prstGeom prst="line">
            <a:avLst/>
          </a:prstGeom>
          <a:noFill/>
          <a:ln w="9525">
            <a:solidFill>
              <a:schemeClr val="tx1"/>
            </a:solidFill>
            <a:round/>
            <a:headEnd/>
            <a:tailEnd/>
          </a:ln>
        </p:spPr>
        <p:txBody>
          <a:bodyPr anchor="b"/>
          <a:lstStyle/>
          <a:p>
            <a:endParaRPr lang="zh-CN" altLang="en-US"/>
          </a:p>
        </p:txBody>
      </p:sp>
      <p:sp>
        <p:nvSpPr>
          <p:cNvPr id="62" name="Line 188">
            <a:extLst>
              <a:ext uri="{FF2B5EF4-FFF2-40B4-BE49-F238E27FC236}">
                <a16:creationId xmlns:a16="http://schemas.microsoft.com/office/drawing/2014/main" id="{9BD9E0B9-2D43-4257-84C4-29B9C9C137EE}"/>
              </a:ext>
            </a:extLst>
          </p:cNvPr>
          <p:cNvSpPr>
            <a:spLocks noChangeShapeType="1"/>
          </p:cNvSpPr>
          <p:nvPr/>
        </p:nvSpPr>
        <p:spPr bwMode="auto">
          <a:xfrm>
            <a:off x="4615848" y="2374900"/>
            <a:ext cx="0" cy="190500"/>
          </a:xfrm>
          <a:prstGeom prst="line">
            <a:avLst/>
          </a:prstGeom>
          <a:noFill/>
          <a:ln w="9525">
            <a:solidFill>
              <a:schemeClr val="tx1"/>
            </a:solidFill>
            <a:round/>
            <a:headEnd/>
            <a:tailEnd/>
          </a:ln>
        </p:spPr>
        <p:txBody>
          <a:bodyPr anchor="b"/>
          <a:lstStyle/>
          <a:p>
            <a:endParaRPr lang="zh-CN" altLang="en-US"/>
          </a:p>
        </p:txBody>
      </p:sp>
      <p:sp>
        <p:nvSpPr>
          <p:cNvPr id="63" name="Line 189">
            <a:extLst>
              <a:ext uri="{FF2B5EF4-FFF2-40B4-BE49-F238E27FC236}">
                <a16:creationId xmlns:a16="http://schemas.microsoft.com/office/drawing/2014/main" id="{D3CEC368-CDAD-4C50-87DF-DA25FF4AF924}"/>
              </a:ext>
            </a:extLst>
          </p:cNvPr>
          <p:cNvSpPr>
            <a:spLocks noChangeShapeType="1"/>
          </p:cNvSpPr>
          <p:nvPr/>
        </p:nvSpPr>
        <p:spPr bwMode="auto">
          <a:xfrm>
            <a:off x="4830161" y="2374900"/>
            <a:ext cx="0" cy="190500"/>
          </a:xfrm>
          <a:prstGeom prst="line">
            <a:avLst/>
          </a:prstGeom>
          <a:noFill/>
          <a:ln w="9525">
            <a:solidFill>
              <a:schemeClr val="tx1"/>
            </a:solidFill>
            <a:round/>
            <a:headEnd/>
            <a:tailEnd/>
          </a:ln>
        </p:spPr>
        <p:txBody>
          <a:bodyPr anchor="b"/>
          <a:lstStyle/>
          <a:p>
            <a:endParaRPr lang="zh-CN" altLang="en-US"/>
          </a:p>
        </p:txBody>
      </p:sp>
      <p:sp>
        <p:nvSpPr>
          <p:cNvPr id="64" name="Line 190">
            <a:extLst>
              <a:ext uri="{FF2B5EF4-FFF2-40B4-BE49-F238E27FC236}">
                <a16:creationId xmlns:a16="http://schemas.microsoft.com/office/drawing/2014/main" id="{30D9B738-BAFA-44F2-83A8-CAA266B34873}"/>
              </a:ext>
            </a:extLst>
          </p:cNvPr>
          <p:cNvSpPr>
            <a:spLocks noChangeShapeType="1"/>
          </p:cNvSpPr>
          <p:nvPr/>
        </p:nvSpPr>
        <p:spPr bwMode="auto">
          <a:xfrm>
            <a:off x="4182461" y="2374900"/>
            <a:ext cx="0" cy="190500"/>
          </a:xfrm>
          <a:prstGeom prst="line">
            <a:avLst/>
          </a:prstGeom>
          <a:noFill/>
          <a:ln w="9525">
            <a:solidFill>
              <a:schemeClr val="tx1"/>
            </a:solidFill>
            <a:round/>
            <a:headEnd/>
            <a:tailEnd/>
          </a:ln>
        </p:spPr>
        <p:txBody>
          <a:bodyPr anchor="b"/>
          <a:lstStyle/>
          <a:p>
            <a:endParaRPr lang="zh-CN" altLang="en-US"/>
          </a:p>
        </p:txBody>
      </p:sp>
      <p:sp>
        <p:nvSpPr>
          <p:cNvPr id="65" name="Line 191">
            <a:extLst>
              <a:ext uri="{FF2B5EF4-FFF2-40B4-BE49-F238E27FC236}">
                <a16:creationId xmlns:a16="http://schemas.microsoft.com/office/drawing/2014/main" id="{DA3E875D-9252-4B62-93D3-8CC93383A103}"/>
              </a:ext>
            </a:extLst>
          </p:cNvPr>
          <p:cNvSpPr>
            <a:spLocks noChangeShapeType="1"/>
          </p:cNvSpPr>
          <p:nvPr/>
        </p:nvSpPr>
        <p:spPr bwMode="auto">
          <a:xfrm>
            <a:off x="4396773" y="2374900"/>
            <a:ext cx="0" cy="190500"/>
          </a:xfrm>
          <a:prstGeom prst="line">
            <a:avLst/>
          </a:prstGeom>
          <a:noFill/>
          <a:ln w="9525">
            <a:solidFill>
              <a:schemeClr val="tx1"/>
            </a:solidFill>
            <a:round/>
            <a:headEnd/>
            <a:tailEnd/>
          </a:ln>
        </p:spPr>
        <p:txBody>
          <a:bodyPr anchor="b"/>
          <a:lstStyle/>
          <a:p>
            <a:endParaRPr lang="zh-CN" altLang="en-US"/>
          </a:p>
        </p:txBody>
      </p:sp>
      <p:sp>
        <p:nvSpPr>
          <p:cNvPr id="66" name="Line 202">
            <a:extLst>
              <a:ext uri="{FF2B5EF4-FFF2-40B4-BE49-F238E27FC236}">
                <a16:creationId xmlns:a16="http://schemas.microsoft.com/office/drawing/2014/main" id="{FC6CFAC2-B1B8-49CF-AC4E-08C22E3E823B}"/>
              </a:ext>
            </a:extLst>
          </p:cNvPr>
          <p:cNvSpPr>
            <a:spLocks noChangeShapeType="1"/>
          </p:cNvSpPr>
          <p:nvPr/>
        </p:nvSpPr>
        <p:spPr bwMode="auto">
          <a:xfrm>
            <a:off x="6558948" y="2374900"/>
            <a:ext cx="0" cy="190500"/>
          </a:xfrm>
          <a:prstGeom prst="line">
            <a:avLst/>
          </a:prstGeom>
          <a:noFill/>
          <a:ln w="9525">
            <a:solidFill>
              <a:schemeClr val="tx1"/>
            </a:solidFill>
            <a:round/>
            <a:headEnd/>
            <a:tailEnd/>
          </a:ln>
        </p:spPr>
        <p:txBody>
          <a:bodyPr anchor="b"/>
          <a:lstStyle/>
          <a:p>
            <a:endParaRPr lang="zh-CN" altLang="en-US"/>
          </a:p>
        </p:txBody>
      </p:sp>
      <p:sp>
        <p:nvSpPr>
          <p:cNvPr id="67" name="Line 203">
            <a:extLst>
              <a:ext uri="{FF2B5EF4-FFF2-40B4-BE49-F238E27FC236}">
                <a16:creationId xmlns:a16="http://schemas.microsoft.com/office/drawing/2014/main" id="{25735109-5C7E-4A10-8442-B7B594513E2A}"/>
              </a:ext>
            </a:extLst>
          </p:cNvPr>
          <p:cNvSpPr>
            <a:spLocks noChangeShapeType="1"/>
          </p:cNvSpPr>
          <p:nvPr/>
        </p:nvSpPr>
        <p:spPr bwMode="auto">
          <a:xfrm>
            <a:off x="6774848" y="2374900"/>
            <a:ext cx="0" cy="190500"/>
          </a:xfrm>
          <a:prstGeom prst="line">
            <a:avLst/>
          </a:prstGeom>
          <a:noFill/>
          <a:ln w="9525">
            <a:solidFill>
              <a:schemeClr val="tx1"/>
            </a:solidFill>
            <a:round/>
            <a:headEnd/>
            <a:tailEnd/>
          </a:ln>
        </p:spPr>
        <p:txBody>
          <a:bodyPr anchor="b"/>
          <a:lstStyle/>
          <a:p>
            <a:endParaRPr lang="zh-CN" altLang="en-US"/>
          </a:p>
        </p:txBody>
      </p:sp>
      <p:sp>
        <p:nvSpPr>
          <p:cNvPr id="68" name="Line 204">
            <a:extLst>
              <a:ext uri="{FF2B5EF4-FFF2-40B4-BE49-F238E27FC236}">
                <a16:creationId xmlns:a16="http://schemas.microsoft.com/office/drawing/2014/main" id="{0525F4AF-F4E8-416E-AE98-63FD2C2A9B9B}"/>
              </a:ext>
            </a:extLst>
          </p:cNvPr>
          <p:cNvSpPr>
            <a:spLocks noChangeShapeType="1"/>
          </p:cNvSpPr>
          <p:nvPr/>
        </p:nvSpPr>
        <p:spPr bwMode="auto">
          <a:xfrm>
            <a:off x="6125561" y="2374900"/>
            <a:ext cx="0" cy="190500"/>
          </a:xfrm>
          <a:prstGeom prst="line">
            <a:avLst/>
          </a:prstGeom>
          <a:noFill/>
          <a:ln w="9525">
            <a:solidFill>
              <a:schemeClr val="tx1"/>
            </a:solidFill>
            <a:round/>
            <a:headEnd/>
            <a:tailEnd/>
          </a:ln>
        </p:spPr>
        <p:txBody>
          <a:bodyPr anchor="b"/>
          <a:lstStyle/>
          <a:p>
            <a:endParaRPr lang="zh-CN" altLang="en-US"/>
          </a:p>
        </p:txBody>
      </p:sp>
      <p:sp>
        <p:nvSpPr>
          <p:cNvPr id="69" name="Line 205">
            <a:extLst>
              <a:ext uri="{FF2B5EF4-FFF2-40B4-BE49-F238E27FC236}">
                <a16:creationId xmlns:a16="http://schemas.microsoft.com/office/drawing/2014/main" id="{5139A887-16AA-4F0B-8E66-D3DE1FCAC1C6}"/>
              </a:ext>
            </a:extLst>
          </p:cNvPr>
          <p:cNvSpPr>
            <a:spLocks noChangeShapeType="1"/>
          </p:cNvSpPr>
          <p:nvPr/>
        </p:nvSpPr>
        <p:spPr bwMode="auto">
          <a:xfrm>
            <a:off x="6339873" y="2374900"/>
            <a:ext cx="0" cy="190500"/>
          </a:xfrm>
          <a:prstGeom prst="line">
            <a:avLst/>
          </a:prstGeom>
          <a:noFill/>
          <a:ln w="9525">
            <a:solidFill>
              <a:schemeClr val="tx1"/>
            </a:solidFill>
            <a:round/>
            <a:headEnd/>
            <a:tailEnd/>
          </a:ln>
        </p:spPr>
        <p:txBody>
          <a:bodyPr anchor="b"/>
          <a:lstStyle/>
          <a:p>
            <a:endParaRPr lang="zh-CN" altLang="en-US"/>
          </a:p>
        </p:txBody>
      </p:sp>
      <p:sp>
        <p:nvSpPr>
          <p:cNvPr id="70" name="Line 206">
            <a:extLst>
              <a:ext uri="{FF2B5EF4-FFF2-40B4-BE49-F238E27FC236}">
                <a16:creationId xmlns:a16="http://schemas.microsoft.com/office/drawing/2014/main" id="{D9B5EEF9-9A2C-48A9-BA89-E0E5E0E1423D}"/>
              </a:ext>
            </a:extLst>
          </p:cNvPr>
          <p:cNvSpPr>
            <a:spLocks noChangeShapeType="1"/>
          </p:cNvSpPr>
          <p:nvPr/>
        </p:nvSpPr>
        <p:spPr bwMode="auto">
          <a:xfrm>
            <a:off x="5911248" y="2374900"/>
            <a:ext cx="0" cy="190500"/>
          </a:xfrm>
          <a:prstGeom prst="line">
            <a:avLst/>
          </a:prstGeom>
          <a:noFill/>
          <a:ln w="9525">
            <a:solidFill>
              <a:schemeClr val="tx1"/>
            </a:solidFill>
            <a:round/>
            <a:headEnd/>
            <a:tailEnd/>
          </a:ln>
        </p:spPr>
        <p:txBody>
          <a:bodyPr anchor="b"/>
          <a:lstStyle/>
          <a:p>
            <a:endParaRPr lang="zh-CN" altLang="en-US"/>
          </a:p>
        </p:txBody>
      </p:sp>
      <p:sp>
        <p:nvSpPr>
          <p:cNvPr id="71" name="Line 207">
            <a:extLst>
              <a:ext uri="{FF2B5EF4-FFF2-40B4-BE49-F238E27FC236}">
                <a16:creationId xmlns:a16="http://schemas.microsoft.com/office/drawing/2014/main" id="{28A4FE22-2E98-4A0D-99D7-9EFDC64B216B}"/>
              </a:ext>
            </a:extLst>
          </p:cNvPr>
          <p:cNvSpPr>
            <a:spLocks noChangeShapeType="1"/>
          </p:cNvSpPr>
          <p:nvPr/>
        </p:nvSpPr>
        <p:spPr bwMode="auto">
          <a:xfrm>
            <a:off x="6125561" y="2374900"/>
            <a:ext cx="0" cy="190500"/>
          </a:xfrm>
          <a:prstGeom prst="line">
            <a:avLst/>
          </a:prstGeom>
          <a:noFill/>
          <a:ln w="9525">
            <a:solidFill>
              <a:schemeClr val="tx1"/>
            </a:solidFill>
            <a:round/>
            <a:headEnd/>
            <a:tailEnd/>
          </a:ln>
        </p:spPr>
        <p:txBody>
          <a:bodyPr anchor="b"/>
          <a:lstStyle/>
          <a:p>
            <a:endParaRPr lang="zh-CN" altLang="en-US"/>
          </a:p>
        </p:txBody>
      </p:sp>
      <p:sp>
        <p:nvSpPr>
          <p:cNvPr id="72" name="Line 208">
            <a:extLst>
              <a:ext uri="{FF2B5EF4-FFF2-40B4-BE49-F238E27FC236}">
                <a16:creationId xmlns:a16="http://schemas.microsoft.com/office/drawing/2014/main" id="{EA3A4617-83A8-4FA0-9C54-A7950FCBAEE6}"/>
              </a:ext>
            </a:extLst>
          </p:cNvPr>
          <p:cNvSpPr>
            <a:spLocks noChangeShapeType="1"/>
          </p:cNvSpPr>
          <p:nvPr/>
        </p:nvSpPr>
        <p:spPr bwMode="auto">
          <a:xfrm>
            <a:off x="5477861" y="2374900"/>
            <a:ext cx="0" cy="190500"/>
          </a:xfrm>
          <a:prstGeom prst="line">
            <a:avLst/>
          </a:prstGeom>
          <a:noFill/>
          <a:ln w="9525">
            <a:solidFill>
              <a:schemeClr val="tx1"/>
            </a:solidFill>
            <a:round/>
            <a:headEnd/>
            <a:tailEnd/>
          </a:ln>
        </p:spPr>
        <p:txBody>
          <a:bodyPr anchor="b"/>
          <a:lstStyle/>
          <a:p>
            <a:endParaRPr lang="zh-CN" altLang="en-US"/>
          </a:p>
        </p:txBody>
      </p:sp>
      <p:sp>
        <p:nvSpPr>
          <p:cNvPr id="73" name="Line 209">
            <a:extLst>
              <a:ext uri="{FF2B5EF4-FFF2-40B4-BE49-F238E27FC236}">
                <a16:creationId xmlns:a16="http://schemas.microsoft.com/office/drawing/2014/main" id="{098229C1-8E1B-4918-8367-B313D282F296}"/>
              </a:ext>
            </a:extLst>
          </p:cNvPr>
          <p:cNvSpPr>
            <a:spLocks noChangeShapeType="1"/>
          </p:cNvSpPr>
          <p:nvPr/>
        </p:nvSpPr>
        <p:spPr bwMode="auto">
          <a:xfrm>
            <a:off x="5692173" y="2374900"/>
            <a:ext cx="0" cy="190500"/>
          </a:xfrm>
          <a:prstGeom prst="line">
            <a:avLst/>
          </a:prstGeom>
          <a:noFill/>
          <a:ln w="9525">
            <a:solidFill>
              <a:schemeClr val="tx1"/>
            </a:solidFill>
            <a:round/>
            <a:headEnd/>
            <a:tailEnd/>
          </a:ln>
        </p:spPr>
        <p:txBody>
          <a:bodyPr anchor="b"/>
          <a:lstStyle/>
          <a:p>
            <a:endParaRPr lang="zh-CN" altLang="en-US"/>
          </a:p>
        </p:txBody>
      </p:sp>
      <p:sp>
        <p:nvSpPr>
          <p:cNvPr id="74" name="Line 223">
            <a:extLst>
              <a:ext uri="{FF2B5EF4-FFF2-40B4-BE49-F238E27FC236}">
                <a16:creationId xmlns:a16="http://schemas.microsoft.com/office/drawing/2014/main" id="{1EE48CFA-3AC9-4225-99CF-DBBAEE9396A1}"/>
              </a:ext>
            </a:extLst>
          </p:cNvPr>
          <p:cNvSpPr>
            <a:spLocks noChangeShapeType="1"/>
          </p:cNvSpPr>
          <p:nvPr/>
        </p:nvSpPr>
        <p:spPr bwMode="auto">
          <a:xfrm>
            <a:off x="3752248" y="3321050"/>
            <a:ext cx="0" cy="188913"/>
          </a:xfrm>
          <a:prstGeom prst="line">
            <a:avLst/>
          </a:prstGeom>
          <a:noFill/>
          <a:ln w="9525">
            <a:solidFill>
              <a:schemeClr val="tx1"/>
            </a:solidFill>
            <a:round/>
            <a:headEnd/>
            <a:tailEnd/>
          </a:ln>
        </p:spPr>
        <p:txBody>
          <a:bodyPr anchor="b"/>
          <a:lstStyle/>
          <a:p>
            <a:endParaRPr lang="zh-CN" altLang="en-US"/>
          </a:p>
        </p:txBody>
      </p:sp>
      <p:sp>
        <p:nvSpPr>
          <p:cNvPr id="75" name="Line 224">
            <a:extLst>
              <a:ext uri="{FF2B5EF4-FFF2-40B4-BE49-F238E27FC236}">
                <a16:creationId xmlns:a16="http://schemas.microsoft.com/office/drawing/2014/main" id="{D8A95998-D0CF-4C8C-8C21-DA21C84DD6B5}"/>
              </a:ext>
            </a:extLst>
          </p:cNvPr>
          <p:cNvSpPr>
            <a:spLocks noChangeShapeType="1"/>
          </p:cNvSpPr>
          <p:nvPr/>
        </p:nvSpPr>
        <p:spPr bwMode="auto">
          <a:xfrm>
            <a:off x="3966561" y="3321050"/>
            <a:ext cx="0" cy="188913"/>
          </a:xfrm>
          <a:prstGeom prst="line">
            <a:avLst/>
          </a:prstGeom>
          <a:noFill/>
          <a:ln w="9525">
            <a:solidFill>
              <a:schemeClr val="tx1"/>
            </a:solidFill>
            <a:round/>
            <a:headEnd/>
            <a:tailEnd/>
          </a:ln>
        </p:spPr>
        <p:txBody>
          <a:bodyPr anchor="b"/>
          <a:lstStyle/>
          <a:p>
            <a:endParaRPr lang="zh-CN" altLang="en-US"/>
          </a:p>
        </p:txBody>
      </p:sp>
      <p:sp>
        <p:nvSpPr>
          <p:cNvPr id="76" name="Line 225">
            <a:extLst>
              <a:ext uri="{FF2B5EF4-FFF2-40B4-BE49-F238E27FC236}">
                <a16:creationId xmlns:a16="http://schemas.microsoft.com/office/drawing/2014/main" id="{8C305B84-7441-4A18-9A5D-AB2888A7C256}"/>
              </a:ext>
            </a:extLst>
          </p:cNvPr>
          <p:cNvSpPr>
            <a:spLocks noChangeShapeType="1"/>
          </p:cNvSpPr>
          <p:nvPr/>
        </p:nvSpPr>
        <p:spPr bwMode="auto">
          <a:xfrm>
            <a:off x="3318861" y="3321050"/>
            <a:ext cx="0" cy="188913"/>
          </a:xfrm>
          <a:prstGeom prst="line">
            <a:avLst/>
          </a:prstGeom>
          <a:noFill/>
          <a:ln w="9525">
            <a:solidFill>
              <a:schemeClr val="tx1"/>
            </a:solidFill>
            <a:round/>
            <a:headEnd/>
            <a:tailEnd/>
          </a:ln>
        </p:spPr>
        <p:txBody>
          <a:bodyPr anchor="b"/>
          <a:lstStyle/>
          <a:p>
            <a:endParaRPr lang="zh-CN" altLang="en-US"/>
          </a:p>
        </p:txBody>
      </p:sp>
      <p:sp>
        <p:nvSpPr>
          <p:cNvPr id="77" name="Line 226">
            <a:extLst>
              <a:ext uri="{FF2B5EF4-FFF2-40B4-BE49-F238E27FC236}">
                <a16:creationId xmlns:a16="http://schemas.microsoft.com/office/drawing/2014/main" id="{3A96C7C3-FDA6-4878-91F1-CBF8FFAD7980}"/>
              </a:ext>
            </a:extLst>
          </p:cNvPr>
          <p:cNvSpPr>
            <a:spLocks noChangeShapeType="1"/>
          </p:cNvSpPr>
          <p:nvPr/>
        </p:nvSpPr>
        <p:spPr bwMode="auto">
          <a:xfrm>
            <a:off x="3533173" y="3321050"/>
            <a:ext cx="0" cy="188913"/>
          </a:xfrm>
          <a:prstGeom prst="line">
            <a:avLst/>
          </a:prstGeom>
          <a:noFill/>
          <a:ln w="9525">
            <a:solidFill>
              <a:schemeClr val="tx1"/>
            </a:solidFill>
            <a:round/>
            <a:headEnd/>
            <a:tailEnd/>
          </a:ln>
        </p:spPr>
        <p:txBody>
          <a:bodyPr anchor="b"/>
          <a:lstStyle/>
          <a:p>
            <a:endParaRPr lang="zh-CN" altLang="en-US"/>
          </a:p>
        </p:txBody>
      </p:sp>
      <p:sp>
        <p:nvSpPr>
          <p:cNvPr id="78" name="Line 227">
            <a:extLst>
              <a:ext uri="{FF2B5EF4-FFF2-40B4-BE49-F238E27FC236}">
                <a16:creationId xmlns:a16="http://schemas.microsoft.com/office/drawing/2014/main" id="{F535460A-99BF-4F71-83A8-00490B0151B8}"/>
              </a:ext>
            </a:extLst>
          </p:cNvPr>
          <p:cNvSpPr>
            <a:spLocks noChangeShapeType="1"/>
          </p:cNvSpPr>
          <p:nvPr/>
        </p:nvSpPr>
        <p:spPr bwMode="auto">
          <a:xfrm>
            <a:off x="3104548" y="3321050"/>
            <a:ext cx="0" cy="188913"/>
          </a:xfrm>
          <a:prstGeom prst="line">
            <a:avLst/>
          </a:prstGeom>
          <a:noFill/>
          <a:ln w="9525">
            <a:solidFill>
              <a:schemeClr val="tx1"/>
            </a:solidFill>
            <a:round/>
            <a:headEnd/>
            <a:tailEnd/>
          </a:ln>
        </p:spPr>
        <p:txBody>
          <a:bodyPr anchor="b"/>
          <a:lstStyle/>
          <a:p>
            <a:endParaRPr lang="zh-CN" altLang="en-US"/>
          </a:p>
        </p:txBody>
      </p:sp>
      <p:sp>
        <p:nvSpPr>
          <p:cNvPr id="79" name="Line 228">
            <a:extLst>
              <a:ext uri="{FF2B5EF4-FFF2-40B4-BE49-F238E27FC236}">
                <a16:creationId xmlns:a16="http://schemas.microsoft.com/office/drawing/2014/main" id="{2E525F61-B95C-471A-A656-A8D54E891B62}"/>
              </a:ext>
            </a:extLst>
          </p:cNvPr>
          <p:cNvSpPr>
            <a:spLocks noChangeShapeType="1"/>
          </p:cNvSpPr>
          <p:nvPr/>
        </p:nvSpPr>
        <p:spPr bwMode="auto">
          <a:xfrm>
            <a:off x="3318861" y="3321050"/>
            <a:ext cx="0" cy="188913"/>
          </a:xfrm>
          <a:prstGeom prst="line">
            <a:avLst/>
          </a:prstGeom>
          <a:noFill/>
          <a:ln w="9525">
            <a:solidFill>
              <a:schemeClr val="tx1"/>
            </a:solidFill>
            <a:round/>
            <a:headEnd/>
            <a:tailEnd/>
          </a:ln>
        </p:spPr>
        <p:txBody>
          <a:bodyPr anchor="b"/>
          <a:lstStyle/>
          <a:p>
            <a:endParaRPr lang="zh-CN" altLang="en-US"/>
          </a:p>
        </p:txBody>
      </p:sp>
      <p:sp>
        <p:nvSpPr>
          <p:cNvPr id="80" name="Line 229">
            <a:extLst>
              <a:ext uri="{FF2B5EF4-FFF2-40B4-BE49-F238E27FC236}">
                <a16:creationId xmlns:a16="http://schemas.microsoft.com/office/drawing/2014/main" id="{E9EB16A7-7403-44C9-8B87-263C8794C959}"/>
              </a:ext>
            </a:extLst>
          </p:cNvPr>
          <p:cNvSpPr>
            <a:spLocks noChangeShapeType="1"/>
          </p:cNvSpPr>
          <p:nvPr/>
        </p:nvSpPr>
        <p:spPr bwMode="auto">
          <a:xfrm>
            <a:off x="2671161" y="3321050"/>
            <a:ext cx="0" cy="188913"/>
          </a:xfrm>
          <a:prstGeom prst="line">
            <a:avLst/>
          </a:prstGeom>
          <a:noFill/>
          <a:ln w="9525">
            <a:solidFill>
              <a:schemeClr val="tx1"/>
            </a:solidFill>
            <a:round/>
            <a:headEnd/>
            <a:tailEnd/>
          </a:ln>
        </p:spPr>
        <p:txBody>
          <a:bodyPr anchor="b"/>
          <a:lstStyle/>
          <a:p>
            <a:endParaRPr lang="zh-CN" altLang="en-US"/>
          </a:p>
        </p:txBody>
      </p:sp>
      <p:sp>
        <p:nvSpPr>
          <p:cNvPr id="81" name="Line 230">
            <a:extLst>
              <a:ext uri="{FF2B5EF4-FFF2-40B4-BE49-F238E27FC236}">
                <a16:creationId xmlns:a16="http://schemas.microsoft.com/office/drawing/2014/main" id="{FE7DF939-ADC3-4A28-87F1-E24C55998A33}"/>
              </a:ext>
            </a:extLst>
          </p:cNvPr>
          <p:cNvSpPr>
            <a:spLocks noChangeShapeType="1"/>
          </p:cNvSpPr>
          <p:nvPr/>
        </p:nvSpPr>
        <p:spPr bwMode="auto">
          <a:xfrm>
            <a:off x="2885473" y="3321050"/>
            <a:ext cx="0" cy="188913"/>
          </a:xfrm>
          <a:prstGeom prst="line">
            <a:avLst/>
          </a:prstGeom>
          <a:noFill/>
          <a:ln w="9525">
            <a:solidFill>
              <a:schemeClr val="tx1"/>
            </a:solidFill>
            <a:round/>
            <a:headEnd/>
            <a:tailEnd/>
          </a:ln>
        </p:spPr>
        <p:txBody>
          <a:bodyPr anchor="b"/>
          <a:lstStyle/>
          <a:p>
            <a:endParaRPr lang="zh-CN" altLang="en-US"/>
          </a:p>
        </p:txBody>
      </p:sp>
      <p:sp>
        <p:nvSpPr>
          <p:cNvPr id="82" name="Line 231">
            <a:extLst>
              <a:ext uri="{FF2B5EF4-FFF2-40B4-BE49-F238E27FC236}">
                <a16:creationId xmlns:a16="http://schemas.microsoft.com/office/drawing/2014/main" id="{17159814-3F5C-4E9E-BE85-9ED054ED69DE}"/>
              </a:ext>
            </a:extLst>
          </p:cNvPr>
          <p:cNvSpPr>
            <a:spLocks noChangeShapeType="1"/>
          </p:cNvSpPr>
          <p:nvPr/>
        </p:nvSpPr>
        <p:spPr bwMode="auto">
          <a:xfrm>
            <a:off x="5263548" y="3321050"/>
            <a:ext cx="0" cy="188913"/>
          </a:xfrm>
          <a:prstGeom prst="line">
            <a:avLst/>
          </a:prstGeom>
          <a:noFill/>
          <a:ln w="9525">
            <a:solidFill>
              <a:schemeClr val="tx1"/>
            </a:solidFill>
            <a:round/>
            <a:headEnd/>
            <a:tailEnd/>
          </a:ln>
        </p:spPr>
        <p:txBody>
          <a:bodyPr anchor="b"/>
          <a:lstStyle/>
          <a:p>
            <a:endParaRPr lang="zh-CN" altLang="en-US"/>
          </a:p>
        </p:txBody>
      </p:sp>
      <p:sp>
        <p:nvSpPr>
          <p:cNvPr id="83" name="Line 232">
            <a:extLst>
              <a:ext uri="{FF2B5EF4-FFF2-40B4-BE49-F238E27FC236}">
                <a16:creationId xmlns:a16="http://schemas.microsoft.com/office/drawing/2014/main" id="{706B23C1-E1AF-4958-B0E1-8AEB26AACD52}"/>
              </a:ext>
            </a:extLst>
          </p:cNvPr>
          <p:cNvSpPr>
            <a:spLocks noChangeShapeType="1"/>
          </p:cNvSpPr>
          <p:nvPr/>
        </p:nvSpPr>
        <p:spPr bwMode="auto">
          <a:xfrm>
            <a:off x="5477861" y="3321050"/>
            <a:ext cx="0" cy="188913"/>
          </a:xfrm>
          <a:prstGeom prst="line">
            <a:avLst/>
          </a:prstGeom>
          <a:noFill/>
          <a:ln w="9525">
            <a:solidFill>
              <a:schemeClr val="tx1"/>
            </a:solidFill>
            <a:round/>
            <a:headEnd/>
            <a:tailEnd/>
          </a:ln>
        </p:spPr>
        <p:txBody>
          <a:bodyPr anchor="b"/>
          <a:lstStyle/>
          <a:p>
            <a:endParaRPr lang="zh-CN" altLang="en-US"/>
          </a:p>
        </p:txBody>
      </p:sp>
      <p:sp>
        <p:nvSpPr>
          <p:cNvPr id="84" name="Line 233">
            <a:extLst>
              <a:ext uri="{FF2B5EF4-FFF2-40B4-BE49-F238E27FC236}">
                <a16:creationId xmlns:a16="http://schemas.microsoft.com/office/drawing/2014/main" id="{855E1F44-636A-49CD-88BF-CE196F754342}"/>
              </a:ext>
            </a:extLst>
          </p:cNvPr>
          <p:cNvSpPr>
            <a:spLocks noChangeShapeType="1"/>
          </p:cNvSpPr>
          <p:nvPr/>
        </p:nvSpPr>
        <p:spPr bwMode="auto">
          <a:xfrm>
            <a:off x="4830161" y="3321050"/>
            <a:ext cx="0" cy="188913"/>
          </a:xfrm>
          <a:prstGeom prst="line">
            <a:avLst/>
          </a:prstGeom>
          <a:noFill/>
          <a:ln w="9525">
            <a:solidFill>
              <a:schemeClr val="tx1"/>
            </a:solidFill>
            <a:round/>
            <a:headEnd/>
            <a:tailEnd/>
          </a:ln>
        </p:spPr>
        <p:txBody>
          <a:bodyPr anchor="b"/>
          <a:lstStyle/>
          <a:p>
            <a:endParaRPr lang="zh-CN" altLang="en-US"/>
          </a:p>
        </p:txBody>
      </p:sp>
      <p:sp>
        <p:nvSpPr>
          <p:cNvPr id="85" name="Line 234">
            <a:extLst>
              <a:ext uri="{FF2B5EF4-FFF2-40B4-BE49-F238E27FC236}">
                <a16:creationId xmlns:a16="http://schemas.microsoft.com/office/drawing/2014/main" id="{A3965198-25F6-46F8-87F7-BF00FE54A381}"/>
              </a:ext>
            </a:extLst>
          </p:cNvPr>
          <p:cNvSpPr>
            <a:spLocks noChangeShapeType="1"/>
          </p:cNvSpPr>
          <p:nvPr/>
        </p:nvSpPr>
        <p:spPr bwMode="auto">
          <a:xfrm>
            <a:off x="5044473" y="3321050"/>
            <a:ext cx="0" cy="188913"/>
          </a:xfrm>
          <a:prstGeom prst="line">
            <a:avLst/>
          </a:prstGeom>
          <a:noFill/>
          <a:ln w="9525">
            <a:solidFill>
              <a:schemeClr val="tx1"/>
            </a:solidFill>
            <a:round/>
            <a:headEnd/>
            <a:tailEnd/>
          </a:ln>
        </p:spPr>
        <p:txBody>
          <a:bodyPr anchor="b"/>
          <a:lstStyle/>
          <a:p>
            <a:endParaRPr lang="zh-CN" altLang="en-US"/>
          </a:p>
        </p:txBody>
      </p:sp>
      <p:sp>
        <p:nvSpPr>
          <p:cNvPr id="86" name="Line 235">
            <a:extLst>
              <a:ext uri="{FF2B5EF4-FFF2-40B4-BE49-F238E27FC236}">
                <a16:creationId xmlns:a16="http://schemas.microsoft.com/office/drawing/2014/main" id="{3E853A27-F7F7-4852-95F1-C1AD76427442}"/>
              </a:ext>
            </a:extLst>
          </p:cNvPr>
          <p:cNvSpPr>
            <a:spLocks noChangeShapeType="1"/>
          </p:cNvSpPr>
          <p:nvPr/>
        </p:nvSpPr>
        <p:spPr bwMode="auto">
          <a:xfrm>
            <a:off x="4615848" y="3321050"/>
            <a:ext cx="0" cy="188913"/>
          </a:xfrm>
          <a:prstGeom prst="line">
            <a:avLst/>
          </a:prstGeom>
          <a:noFill/>
          <a:ln w="9525">
            <a:solidFill>
              <a:schemeClr val="tx1"/>
            </a:solidFill>
            <a:round/>
            <a:headEnd/>
            <a:tailEnd/>
          </a:ln>
        </p:spPr>
        <p:txBody>
          <a:bodyPr anchor="b"/>
          <a:lstStyle/>
          <a:p>
            <a:endParaRPr lang="zh-CN" altLang="en-US"/>
          </a:p>
        </p:txBody>
      </p:sp>
      <p:sp>
        <p:nvSpPr>
          <p:cNvPr id="87" name="Line 236">
            <a:extLst>
              <a:ext uri="{FF2B5EF4-FFF2-40B4-BE49-F238E27FC236}">
                <a16:creationId xmlns:a16="http://schemas.microsoft.com/office/drawing/2014/main" id="{536401B3-A175-44AE-80EE-1F3C14D79482}"/>
              </a:ext>
            </a:extLst>
          </p:cNvPr>
          <p:cNvSpPr>
            <a:spLocks noChangeShapeType="1"/>
          </p:cNvSpPr>
          <p:nvPr/>
        </p:nvSpPr>
        <p:spPr bwMode="auto">
          <a:xfrm>
            <a:off x="4830161" y="3321050"/>
            <a:ext cx="0" cy="188913"/>
          </a:xfrm>
          <a:prstGeom prst="line">
            <a:avLst/>
          </a:prstGeom>
          <a:noFill/>
          <a:ln w="9525">
            <a:solidFill>
              <a:schemeClr val="tx1"/>
            </a:solidFill>
            <a:round/>
            <a:headEnd/>
            <a:tailEnd/>
          </a:ln>
        </p:spPr>
        <p:txBody>
          <a:bodyPr anchor="b"/>
          <a:lstStyle/>
          <a:p>
            <a:endParaRPr lang="zh-CN" altLang="en-US"/>
          </a:p>
        </p:txBody>
      </p:sp>
      <p:sp>
        <p:nvSpPr>
          <p:cNvPr id="88" name="Line 237">
            <a:extLst>
              <a:ext uri="{FF2B5EF4-FFF2-40B4-BE49-F238E27FC236}">
                <a16:creationId xmlns:a16="http://schemas.microsoft.com/office/drawing/2014/main" id="{9ADC3949-899B-481E-A136-3FD0D7C29016}"/>
              </a:ext>
            </a:extLst>
          </p:cNvPr>
          <p:cNvSpPr>
            <a:spLocks noChangeShapeType="1"/>
          </p:cNvSpPr>
          <p:nvPr/>
        </p:nvSpPr>
        <p:spPr bwMode="auto">
          <a:xfrm>
            <a:off x="4182461" y="3321050"/>
            <a:ext cx="0" cy="188913"/>
          </a:xfrm>
          <a:prstGeom prst="line">
            <a:avLst/>
          </a:prstGeom>
          <a:noFill/>
          <a:ln w="9525">
            <a:solidFill>
              <a:schemeClr val="tx1"/>
            </a:solidFill>
            <a:round/>
            <a:headEnd/>
            <a:tailEnd/>
          </a:ln>
        </p:spPr>
        <p:txBody>
          <a:bodyPr anchor="b"/>
          <a:lstStyle/>
          <a:p>
            <a:endParaRPr lang="zh-CN" altLang="en-US"/>
          </a:p>
        </p:txBody>
      </p:sp>
      <p:sp>
        <p:nvSpPr>
          <p:cNvPr id="89" name="Line 238">
            <a:extLst>
              <a:ext uri="{FF2B5EF4-FFF2-40B4-BE49-F238E27FC236}">
                <a16:creationId xmlns:a16="http://schemas.microsoft.com/office/drawing/2014/main" id="{E2A8EA96-B6E8-49EE-9971-77BB3F364609}"/>
              </a:ext>
            </a:extLst>
          </p:cNvPr>
          <p:cNvSpPr>
            <a:spLocks noChangeShapeType="1"/>
          </p:cNvSpPr>
          <p:nvPr/>
        </p:nvSpPr>
        <p:spPr bwMode="auto">
          <a:xfrm>
            <a:off x="4396773" y="3321050"/>
            <a:ext cx="0" cy="188913"/>
          </a:xfrm>
          <a:prstGeom prst="line">
            <a:avLst/>
          </a:prstGeom>
          <a:noFill/>
          <a:ln w="9525">
            <a:solidFill>
              <a:schemeClr val="tx1"/>
            </a:solidFill>
            <a:round/>
            <a:headEnd/>
            <a:tailEnd/>
          </a:ln>
        </p:spPr>
        <p:txBody>
          <a:bodyPr anchor="b"/>
          <a:lstStyle/>
          <a:p>
            <a:endParaRPr lang="zh-CN" altLang="en-US"/>
          </a:p>
        </p:txBody>
      </p:sp>
      <p:sp>
        <p:nvSpPr>
          <p:cNvPr id="90" name="Line 239">
            <a:extLst>
              <a:ext uri="{FF2B5EF4-FFF2-40B4-BE49-F238E27FC236}">
                <a16:creationId xmlns:a16="http://schemas.microsoft.com/office/drawing/2014/main" id="{ACE1463D-91C6-48D3-8C89-8CB2F6EDCA0E}"/>
              </a:ext>
            </a:extLst>
          </p:cNvPr>
          <p:cNvSpPr>
            <a:spLocks noChangeShapeType="1"/>
          </p:cNvSpPr>
          <p:nvPr/>
        </p:nvSpPr>
        <p:spPr bwMode="auto">
          <a:xfrm>
            <a:off x="6558948" y="3321050"/>
            <a:ext cx="0" cy="188913"/>
          </a:xfrm>
          <a:prstGeom prst="line">
            <a:avLst/>
          </a:prstGeom>
          <a:noFill/>
          <a:ln w="9525">
            <a:solidFill>
              <a:schemeClr val="tx1"/>
            </a:solidFill>
            <a:round/>
            <a:headEnd/>
            <a:tailEnd/>
          </a:ln>
        </p:spPr>
        <p:txBody>
          <a:bodyPr anchor="b"/>
          <a:lstStyle/>
          <a:p>
            <a:endParaRPr lang="zh-CN" altLang="en-US"/>
          </a:p>
        </p:txBody>
      </p:sp>
      <p:sp>
        <p:nvSpPr>
          <p:cNvPr id="91" name="Line 240">
            <a:extLst>
              <a:ext uri="{FF2B5EF4-FFF2-40B4-BE49-F238E27FC236}">
                <a16:creationId xmlns:a16="http://schemas.microsoft.com/office/drawing/2014/main" id="{F30E0DBF-264D-43D2-A21D-F662E81668DE}"/>
              </a:ext>
            </a:extLst>
          </p:cNvPr>
          <p:cNvSpPr>
            <a:spLocks noChangeShapeType="1"/>
          </p:cNvSpPr>
          <p:nvPr/>
        </p:nvSpPr>
        <p:spPr bwMode="auto">
          <a:xfrm>
            <a:off x="6774848" y="3321050"/>
            <a:ext cx="0" cy="188913"/>
          </a:xfrm>
          <a:prstGeom prst="line">
            <a:avLst/>
          </a:prstGeom>
          <a:noFill/>
          <a:ln w="9525">
            <a:solidFill>
              <a:schemeClr val="tx1"/>
            </a:solidFill>
            <a:round/>
            <a:headEnd/>
            <a:tailEnd/>
          </a:ln>
        </p:spPr>
        <p:txBody>
          <a:bodyPr anchor="b"/>
          <a:lstStyle/>
          <a:p>
            <a:endParaRPr lang="zh-CN" altLang="en-US"/>
          </a:p>
        </p:txBody>
      </p:sp>
      <p:sp>
        <p:nvSpPr>
          <p:cNvPr id="92" name="Line 241">
            <a:extLst>
              <a:ext uri="{FF2B5EF4-FFF2-40B4-BE49-F238E27FC236}">
                <a16:creationId xmlns:a16="http://schemas.microsoft.com/office/drawing/2014/main" id="{8811DF09-5E5C-4C7D-A6CF-40A4741E6E20}"/>
              </a:ext>
            </a:extLst>
          </p:cNvPr>
          <p:cNvSpPr>
            <a:spLocks noChangeShapeType="1"/>
          </p:cNvSpPr>
          <p:nvPr/>
        </p:nvSpPr>
        <p:spPr bwMode="auto">
          <a:xfrm>
            <a:off x="6125561" y="3321050"/>
            <a:ext cx="0" cy="188913"/>
          </a:xfrm>
          <a:prstGeom prst="line">
            <a:avLst/>
          </a:prstGeom>
          <a:noFill/>
          <a:ln w="9525">
            <a:solidFill>
              <a:schemeClr val="tx1"/>
            </a:solidFill>
            <a:round/>
            <a:headEnd/>
            <a:tailEnd/>
          </a:ln>
        </p:spPr>
        <p:txBody>
          <a:bodyPr anchor="b"/>
          <a:lstStyle/>
          <a:p>
            <a:endParaRPr lang="zh-CN" altLang="en-US"/>
          </a:p>
        </p:txBody>
      </p:sp>
      <p:sp>
        <p:nvSpPr>
          <p:cNvPr id="93" name="Line 242">
            <a:extLst>
              <a:ext uri="{FF2B5EF4-FFF2-40B4-BE49-F238E27FC236}">
                <a16:creationId xmlns:a16="http://schemas.microsoft.com/office/drawing/2014/main" id="{127CFEF3-DF82-4B99-825B-14046D8FB234}"/>
              </a:ext>
            </a:extLst>
          </p:cNvPr>
          <p:cNvSpPr>
            <a:spLocks noChangeShapeType="1"/>
          </p:cNvSpPr>
          <p:nvPr/>
        </p:nvSpPr>
        <p:spPr bwMode="auto">
          <a:xfrm>
            <a:off x="6339873" y="3321050"/>
            <a:ext cx="0" cy="188913"/>
          </a:xfrm>
          <a:prstGeom prst="line">
            <a:avLst/>
          </a:prstGeom>
          <a:noFill/>
          <a:ln w="9525">
            <a:solidFill>
              <a:schemeClr val="tx1"/>
            </a:solidFill>
            <a:round/>
            <a:headEnd/>
            <a:tailEnd/>
          </a:ln>
        </p:spPr>
        <p:txBody>
          <a:bodyPr anchor="b"/>
          <a:lstStyle/>
          <a:p>
            <a:endParaRPr lang="zh-CN" altLang="en-US"/>
          </a:p>
        </p:txBody>
      </p:sp>
      <p:sp>
        <p:nvSpPr>
          <p:cNvPr id="94" name="Line 243">
            <a:extLst>
              <a:ext uri="{FF2B5EF4-FFF2-40B4-BE49-F238E27FC236}">
                <a16:creationId xmlns:a16="http://schemas.microsoft.com/office/drawing/2014/main" id="{E73BFCD5-E020-4BE4-97F2-4A168FF1D7F1}"/>
              </a:ext>
            </a:extLst>
          </p:cNvPr>
          <p:cNvSpPr>
            <a:spLocks noChangeShapeType="1"/>
          </p:cNvSpPr>
          <p:nvPr/>
        </p:nvSpPr>
        <p:spPr bwMode="auto">
          <a:xfrm>
            <a:off x="5911248" y="3321050"/>
            <a:ext cx="0" cy="188913"/>
          </a:xfrm>
          <a:prstGeom prst="line">
            <a:avLst/>
          </a:prstGeom>
          <a:noFill/>
          <a:ln w="9525">
            <a:solidFill>
              <a:schemeClr val="tx1"/>
            </a:solidFill>
            <a:round/>
            <a:headEnd/>
            <a:tailEnd/>
          </a:ln>
        </p:spPr>
        <p:txBody>
          <a:bodyPr anchor="b"/>
          <a:lstStyle/>
          <a:p>
            <a:endParaRPr lang="zh-CN" altLang="en-US"/>
          </a:p>
        </p:txBody>
      </p:sp>
      <p:sp>
        <p:nvSpPr>
          <p:cNvPr id="95" name="Line 244">
            <a:extLst>
              <a:ext uri="{FF2B5EF4-FFF2-40B4-BE49-F238E27FC236}">
                <a16:creationId xmlns:a16="http://schemas.microsoft.com/office/drawing/2014/main" id="{509C6CA1-2887-4DD9-8E8D-3ABEE6489DED}"/>
              </a:ext>
            </a:extLst>
          </p:cNvPr>
          <p:cNvSpPr>
            <a:spLocks noChangeShapeType="1"/>
          </p:cNvSpPr>
          <p:nvPr/>
        </p:nvSpPr>
        <p:spPr bwMode="auto">
          <a:xfrm>
            <a:off x="6125561" y="3321050"/>
            <a:ext cx="0" cy="188913"/>
          </a:xfrm>
          <a:prstGeom prst="line">
            <a:avLst/>
          </a:prstGeom>
          <a:noFill/>
          <a:ln w="9525">
            <a:solidFill>
              <a:schemeClr val="tx1"/>
            </a:solidFill>
            <a:round/>
            <a:headEnd/>
            <a:tailEnd/>
          </a:ln>
        </p:spPr>
        <p:txBody>
          <a:bodyPr anchor="b"/>
          <a:lstStyle/>
          <a:p>
            <a:endParaRPr lang="zh-CN" altLang="en-US"/>
          </a:p>
        </p:txBody>
      </p:sp>
      <p:sp>
        <p:nvSpPr>
          <p:cNvPr id="96" name="Line 245">
            <a:extLst>
              <a:ext uri="{FF2B5EF4-FFF2-40B4-BE49-F238E27FC236}">
                <a16:creationId xmlns:a16="http://schemas.microsoft.com/office/drawing/2014/main" id="{88008108-4DA4-4C6E-9948-D1EE17F24D00}"/>
              </a:ext>
            </a:extLst>
          </p:cNvPr>
          <p:cNvSpPr>
            <a:spLocks noChangeShapeType="1"/>
          </p:cNvSpPr>
          <p:nvPr/>
        </p:nvSpPr>
        <p:spPr bwMode="auto">
          <a:xfrm>
            <a:off x="5477861" y="3321050"/>
            <a:ext cx="0" cy="188913"/>
          </a:xfrm>
          <a:prstGeom prst="line">
            <a:avLst/>
          </a:prstGeom>
          <a:noFill/>
          <a:ln w="9525">
            <a:solidFill>
              <a:schemeClr val="tx1"/>
            </a:solidFill>
            <a:round/>
            <a:headEnd/>
            <a:tailEnd/>
          </a:ln>
        </p:spPr>
        <p:txBody>
          <a:bodyPr anchor="b"/>
          <a:lstStyle/>
          <a:p>
            <a:endParaRPr lang="zh-CN" altLang="en-US"/>
          </a:p>
        </p:txBody>
      </p:sp>
      <p:sp>
        <p:nvSpPr>
          <p:cNvPr id="97" name="Line 246">
            <a:extLst>
              <a:ext uri="{FF2B5EF4-FFF2-40B4-BE49-F238E27FC236}">
                <a16:creationId xmlns:a16="http://schemas.microsoft.com/office/drawing/2014/main" id="{A263D663-0FD5-49DC-A987-456E0323F377}"/>
              </a:ext>
            </a:extLst>
          </p:cNvPr>
          <p:cNvSpPr>
            <a:spLocks noChangeShapeType="1"/>
          </p:cNvSpPr>
          <p:nvPr/>
        </p:nvSpPr>
        <p:spPr bwMode="auto">
          <a:xfrm>
            <a:off x="5692173" y="3321050"/>
            <a:ext cx="0" cy="188913"/>
          </a:xfrm>
          <a:prstGeom prst="line">
            <a:avLst/>
          </a:prstGeom>
          <a:noFill/>
          <a:ln w="9525">
            <a:solidFill>
              <a:schemeClr val="tx1"/>
            </a:solidFill>
            <a:round/>
            <a:headEnd/>
            <a:tailEnd/>
          </a:ln>
        </p:spPr>
        <p:txBody>
          <a:bodyPr anchor="b"/>
          <a:lstStyle/>
          <a:p>
            <a:endParaRPr lang="zh-CN" altLang="en-US"/>
          </a:p>
        </p:txBody>
      </p:sp>
      <p:sp>
        <p:nvSpPr>
          <p:cNvPr id="98" name="Line 266">
            <a:extLst>
              <a:ext uri="{FF2B5EF4-FFF2-40B4-BE49-F238E27FC236}">
                <a16:creationId xmlns:a16="http://schemas.microsoft.com/office/drawing/2014/main" id="{913994A0-E703-4B77-8C57-8EE670BE5885}"/>
              </a:ext>
            </a:extLst>
          </p:cNvPr>
          <p:cNvSpPr>
            <a:spLocks noChangeShapeType="1"/>
          </p:cNvSpPr>
          <p:nvPr/>
        </p:nvSpPr>
        <p:spPr bwMode="auto">
          <a:xfrm>
            <a:off x="9225948" y="2374900"/>
            <a:ext cx="0" cy="190500"/>
          </a:xfrm>
          <a:prstGeom prst="line">
            <a:avLst/>
          </a:prstGeom>
          <a:noFill/>
          <a:ln w="9525">
            <a:solidFill>
              <a:schemeClr val="tx1"/>
            </a:solidFill>
            <a:round/>
            <a:headEnd/>
            <a:tailEnd/>
          </a:ln>
        </p:spPr>
        <p:txBody>
          <a:bodyPr anchor="b"/>
          <a:lstStyle/>
          <a:p>
            <a:endParaRPr lang="zh-CN" altLang="en-US"/>
          </a:p>
        </p:txBody>
      </p:sp>
      <p:sp>
        <p:nvSpPr>
          <p:cNvPr id="99" name="Line 267">
            <a:extLst>
              <a:ext uri="{FF2B5EF4-FFF2-40B4-BE49-F238E27FC236}">
                <a16:creationId xmlns:a16="http://schemas.microsoft.com/office/drawing/2014/main" id="{A77125B5-1B82-49EF-9784-6F21BE9A410B}"/>
              </a:ext>
            </a:extLst>
          </p:cNvPr>
          <p:cNvSpPr>
            <a:spLocks noChangeShapeType="1"/>
          </p:cNvSpPr>
          <p:nvPr/>
        </p:nvSpPr>
        <p:spPr bwMode="auto">
          <a:xfrm>
            <a:off x="9441848" y="2374900"/>
            <a:ext cx="0" cy="190500"/>
          </a:xfrm>
          <a:prstGeom prst="line">
            <a:avLst/>
          </a:prstGeom>
          <a:noFill/>
          <a:ln w="9525">
            <a:solidFill>
              <a:schemeClr val="tx1"/>
            </a:solidFill>
            <a:round/>
            <a:headEnd/>
            <a:tailEnd/>
          </a:ln>
        </p:spPr>
        <p:txBody>
          <a:bodyPr anchor="b"/>
          <a:lstStyle/>
          <a:p>
            <a:endParaRPr lang="zh-CN" altLang="en-US"/>
          </a:p>
        </p:txBody>
      </p:sp>
      <p:sp>
        <p:nvSpPr>
          <p:cNvPr id="100" name="Line 269">
            <a:extLst>
              <a:ext uri="{FF2B5EF4-FFF2-40B4-BE49-F238E27FC236}">
                <a16:creationId xmlns:a16="http://schemas.microsoft.com/office/drawing/2014/main" id="{F07669C0-6206-4598-B392-87CA31A379C4}"/>
              </a:ext>
            </a:extLst>
          </p:cNvPr>
          <p:cNvSpPr>
            <a:spLocks noChangeShapeType="1"/>
          </p:cNvSpPr>
          <p:nvPr/>
        </p:nvSpPr>
        <p:spPr bwMode="auto">
          <a:xfrm>
            <a:off x="9006873" y="2374900"/>
            <a:ext cx="0" cy="190500"/>
          </a:xfrm>
          <a:prstGeom prst="line">
            <a:avLst/>
          </a:prstGeom>
          <a:noFill/>
          <a:ln w="9525">
            <a:solidFill>
              <a:schemeClr val="tx1"/>
            </a:solidFill>
            <a:round/>
            <a:headEnd/>
            <a:tailEnd/>
          </a:ln>
        </p:spPr>
        <p:txBody>
          <a:bodyPr anchor="b"/>
          <a:lstStyle/>
          <a:p>
            <a:endParaRPr lang="zh-CN" altLang="en-US"/>
          </a:p>
        </p:txBody>
      </p:sp>
      <p:sp>
        <p:nvSpPr>
          <p:cNvPr id="101" name="Line 274">
            <a:extLst>
              <a:ext uri="{FF2B5EF4-FFF2-40B4-BE49-F238E27FC236}">
                <a16:creationId xmlns:a16="http://schemas.microsoft.com/office/drawing/2014/main" id="{46B10309-E9A4-441B-A5A2-07BEF50D3BB6}"/>
              </a:ext>
            </a:extLst>
          </p:cNvPr>
          <p:cNvSpPr>
            <a:spLocks noChangeShapeType="1"/>
          </p:cNvSpPr>
          <p:nvPr/>
        </p:nvSpPr>
        <p:spPr bwMode="auto">
          <a:xfrm>
            <a:off x="9657748" y="2374900"/>
            <a:ext cx="0" cy="190500"/>
          </a:xfrm>
          <a:prstGeom prst="line">
            <a:avLst/>
          </a:prstGeom>
          <a:noFill/>
          <a:ln w="9525">
            <a:solidFill>
              <a:schemeClr val="tx1"/>
            </a:solidFill>
            <a:round/>
            <a:headEnd/>
            <a:tailEnd/>
          </a:ln>
        </p:spPr>
        <p:txBody>
          <a:bodyPr anchor="b"/>
          <a:lstStyle/>
          <a:p>
            <a:endParaRPr lang="zh-CN" altLang="en-US"/>
          </a:p>
        </p:txBody>
      </p:sp>
      <p:sp>
        <p:nvSpPr>
          <p:cNvPr id="102" name="Line 275">
            <a:extLst>
              <a:ext uri="{FF2B5EF4-FFF2-40B4-BE49-F238E27FC236}">
                <a16:creationId xmlns:a16="http://schemas.microsoft.com/office/drawing/2014/main" id="{B066252B-BFA9-444D-9E56-2B648765216D}"/>
              </a:ext>
            </a:extLst>
          </p:cNvPr>
          <p:cNvSpPr>
            <a:spLocks noChangeShapeType="1"/>
          </p:cNvSpPr>
          <p:nvPr/>
        </p:nvSpPr>
        <p:spPr bwMode="auto">
          <a:xfrm>
            <a:off x="9440261" y="3321050"/>
            <a:ext cx="0" cy="188913"/>
          </a:xfrm>
          <a:prstGeom prst="line">
            <a:avLst/>
          </a:prstGeom>
          <a:noFill/>
          <a:ln w="9525">
            <a:solidFill>
              <a:schemeClr val="tx1"/>
            </a:solidFill>
            <a:round/>
            <a:headEnd/>
            <a:tailEnd/>
          </a:ln>
        </p:spPr>
        <p:txBody>
          <a:bodyPr anchor="b"/>
          <a:lstStyle/>
          <a:p>
            <a:endParaRPr lang="zh-CN" altLang="en-US"/>
          </a:p>
        </p:txBody>
      </p:sp>
      <p:sp>
        <p:nvSpPr>
          <p:cNvPr id="103" name="Line 276">
            <a:extLst>
              <a:ext uri="{FF2B5EF4-FFF2-40B4-BE49-F238E27FC236}">
                <a16:creationId xmlns:a16="http://schemas.microsoft.com/office/drawing/2014/main" id="{FF8EF096-473A-4206-99F8-000AE5047AF7}"/>
              </a:ext>
            </a:extLst>
          </p:cNvPr>
          <p:cNvSpPr>
            <a:spLocks noChangeShapeType="1"/>
          </p:cNvSpPr>
          <p:nvPr/>
        </p:nvSpPr>
        <p:spPr bwMode="auto">
          <a:xfrm>
            <a:off x="9656161" y="3321050"/>
            <a:ext cx="0" cy="188913"/>
          </a:xfrm>
          <a:prstGeom prst="line">
            <a:avLst/>
          </a:prstGeom>
          <a:noFill/>
          <a:ln w="9525">
            <a:solidFill>
              <a:schemeClr val="tx1"/>
            </a:solidFill>
            <a:round/>
            <a:headEnd/>
            <a:tailEnd/>
          </a:ln>
        </p:spPr>
        <p:txBody>
          <a:bodyPr anchor="b"/>
          <a:lstStyle/>
          <a:p>
            <a:endParaRPr lang="zh-CN" altLang="en-US"/>
          </a:p>
        </p:txBody>
      </p:sp>
      <p:sp>
        <p:nvSpPr>
          <p:cNvPr id="104" name="Line 277">
            <a:extLst>
              <a:ext uri="{FF2B5EF4-FFF2-40B4-BE49-F238E27FC236}">
                <a16:creationId xmlns:a16="http://schemas.microsoft.com/office/drawing/2014/main" id="{2388D2C3-D0A5-45E8-A8E7-90DA7C7BCE94}"/>
              </a:ext>
            </a:extLst>
          </p:cNvPr>
          <p:cNvSpPr>
            <a:spLocks noChangeShapeType="1"/>
          </p:cNvSpPr>
          <p:nvPr/>
        </p:nvSpPr>
        <p:spPr bwMode="auto">
          <a:xfrm>
            <a:off x="9221186" y="3321050"/>
            <a:ext cx="0" cy="188913"/>
          </a:xfrm>
          <a:prstGeom prst="line">
            <a:avLst/>
          </a:prstGeom>
          <a:noFill/>
          <a:ln w="9525">
            <a:solidFill>
              <a:schemeClr val="tx1"/>
            </a:solidFill>
            <a:round/>
            <a:headEnd/>
            <a:tailEnd/>
          </a:ln>
        </p:spPr>
        <p:txBody>
          <a:bodyPr anchor="b"/>
          <a:lstStyle/>
          <a:p>
            <a:endParaRPr lang="zh-CN" altLang="en-US"/>
          </a:p>
        </p:txBody>
      </p:sp>
      <p:sp>
        <p:nvSpPr>
          <p:cNvPr id="105" name="Line 278">
            <a:extLst>
              <a:ext uri="{FF2B5EF4-FFF2-40B4-BE49-F238E27FC236}">
                <a16:creationId xmlns:a16="http://schemas.microsoft.com/office/drawing/2014/main" id="{6E31C33D-B6C8-4CD3-A81A-21FB6F5B9DC2}"/>
              </a:ext>
            </a:extLst>
          </p:cNvPr>
          <p:cNvSpPr>
            <a:spLocks noChangeShapeType="1"/>
          </p:cNvSpPr>
          <p:nvPr/>
        </p:nvSpPr>
        <p:spPr bwMode="auto">
          <a:xfrm>
            <a:off x="9872061" y="3321050"/>
            <a:ext cx="0" cy="188913"/>
          </a:xfrm>
          <a:prstGeom prst="line">
            <a:avLst/>
          </a:prstGeom>
          <a:noFill/>
          <a:ln w="9525">
            <a:solidFill>
              <a:schemeClr val="tx1"/>
            </a:solidFill>
            <a:round/>
            <a:headEnd/>
            <a:tailEnd/>
          </a:ln>
        </p:spPr>
        <p:txBody>
          <a:bodyPr anchor="b"/>
          <a:lstStyle/>
          <a:p>
            <a:endParaRPr lang="zh-CN" altLang="en-US"/>
          </a:p>
        </p:txBody>
      </p:sp>
      <p:sp>
        <p:nvSpPr>
          <p:cNvPr id="106" name="Text Box 154">
            <a:extLst>
              <a:ext uri="{FF2B5EF4-FFF2-40B4-BE49-F238E27FC236}">
                <a16:creationId xmlns:a16="http://schemas.microsoft.com/office/drawing/2014/main" id="{22F19DD3-EA15-42D1-9955-5EBAC52E7713}"/>
              </a:ext>
            </a:extLst>
          </p:cNvPr>
          <p:cNvSpPr txBox="1">
            <a:spLocks noChangeArrowheads="1"/>
          </p:cNvSpPr>
          <p:nvPr/>
        </p:nvSpPr>
        <p:spPr bwMode="auto">
          <a:xfrm>
            <a:off x="8935436" y="2590800"/>
            <a:ext cx="1008062" cy="603250"/>
          </a:xfrm>
          <a:prstGeom prst="rect">
            <a:avLst/>
          </a:prstGeom>
          <a:noFill/>
          <a:ln w="19050" algn="ctr">
            <a:noFill/>
            <a:miter lim="800000"/>
            <a:headEnd/>
            <a:tailEnd/>
          </a:ln>
        </p:spPr>
        <p:txBody>
          <a:bodyPr wrap="none" lIns="0" rIns="0" anchor="b"/>
          <a:lstStyle/>
          <a:p>
            <a:pPr algn="ctr">
              <a:lnSpc>
                <a:spcPct val="50000"/>
              </a:lnSpc>
              <a:spcBef>
                <a:spcPct val="50000"/>
              </a:spcBef>
            </a:pPr>
            <a:r>
              <a:rPr lang="zh-CN" altLang="en-US" sz="1600"/>
              <a:t>帧校验</a:t>
            </a:r>
          </a:p>
          <a:p>
            <a:pPr algn="ctr">
              <a:lnSpc>
                <a:spcPct val="50000"/>
              </a:lnSpc>
              <a:spcBef>
                <a:spcPct val="50000"/>
              </a:spcBef>
            </a:pPr>
            <a:r>
              <a:rPr lang="zh-CN" altLang="en-US" sz="1600"/>
              <a:t>序列</a:t>
            </a:r>
          </a:p>
        </p:txBody>
      </p:sp>
      <p:sp>
        <p:nvSpPr>
          <p:cNvPr id="107" name="Text Box 283">
            <a:extLst>
              <a:ext uri="{FF2B5EF4-FFF2-40B4-BE49-F238E27FC236}">
                <a16:creationId xmlns:a16="http://schemas.microsoft.com/office/drawing/2014/main" id="{D415ADCC-D001-47A0-8EB2-58F1A66A0908}"/>
              </a:ext>
            </a:extLst>
          </p:cNvPr>
          <p:cNvSpPr txBox="1">
            <a:spLocks noChangeArrowheads="1"/>
          </p:cNvSpPr>
          <p:nvPr/>
        </p:nvSpPr>
        <p:spPr bwMode="auto">
          <a:xfrm>
            <a:off x="7424136" y="3714750"/>
            <a:ext cx="1439862" cy="427038"/>
          </a:xfrm>
          <a:prstGeom prst="rect">
            <a:avLst/>
          </a:prstGeom>
          <a:noFill/>
          <a:ln w="9525" algn="ctr">
            <a:noFill/>
            <a:miter lim="800000"/>
            <a:headEnd/>
            <a:tailEnd/>
          </a:ln>
        </p:spPr>
        <p:txBody>
          <a:bodyPr anchor="b">
            <a:spAutoFit/>
          </a:bodyPr>
          <a:lstStyle/>
          <a:p>
            <a:pPr algn="ctr">
              <a:lnSpc>
                <a:spcPct val="50000"/>
              </a:lnSpc>
              <a:spcBef>
                <a:spcPct val="50000"/>
              </a:spcBef>
            </a:pPr>
            <a:r>
              <a:rPr lang="en-US" altLang="zh-CN" sz="1400">
                <a:ea typeface="宋体" pitchFamily="2" charset="-122"/>
              </a:rPr>
              <a:t>46</a:t>
            </a:r>
            <a:r>
              <a:rPr lang="zh-CN" altLang="en-US" sz="1400">
                <a:ea typeface="宋体" pitchFamily="2" charset="-122"/>
              </a:rPr>
              <a:t>～</a:t>
            </a:r>
            <a:r>
              <a:rPr lang="en-US" altLang="zh-CN" sz="1400">
                <a:ea typeface="宋体" pitchFamily="2" charset="-122"/>
              </a:rPr>
              <a:t>1500</a:t>
            </a:r>
          </a:p>
          <a:p>
            <a:pPr algn="ctr">
              <a:lnSpc>
                <a:spcPct val="50000"/>
              </a:lnSpc>
              <a:spcBef>
                <a:spcPct val="50000"/>
              </a:spcBef>
            </a:pPr>
            <a:r>
              <a:rPr lang="zh-CN" altLang="en-US" sz="1400"/>
              <a:t>字节</a:t>
            </a:r>
          </a:p>
        </p:txBody>
      </p:sp>
      <p:sp>
        <p:nvSpPr>
          <p:cNvPr id="108" name="Text Box 284">
            <a:extLst>
              <a:ext uri="{FF2B5EF4-FFF2-40B4-BE49-F238E27FC236}">
                <a16:creationId xmlns:a16="http://schemas.microsoft.com/office/drawing/2014/main" id="{BFB5EDAE-B59D-4049-A5FD-22327B4357D6}"/>
              </a:ext>
            </a:extLst>
          </p:cNvPr>
          <p:cNvSpPr txBox="1">
            <a:spLocks noChangeArrowheads="1"/>
          </p:cNvSpPr>
          <p:nvPr/>
        </p:nvSpPr>
        <p:spPr bwMode="auto">
          <a:xfrm>
            <a:off x="8935436" y="3714750"/>
            <a:ext cx="1079500" cy="304800"/>
          </a:xfrm>
          <a:prstGeom prst="rect">
            <a:avLst/>
          </a:prstGeom>
          <a:noFill/>
          <a:ln w="9525" algn="ctr">
            <a:noFill/>
            <a:miter lim="800000"/>
            <a:headEnd/>
            <a:tailEnd/>
          </a:ln>
        </p:spPr>
        <p:txBody>
          <a:bodyPr anchor="b">
            <a:spAutoFit/>
          </a:bodyPr>
          <a:lstStyle/>
          <a:p>
            <a:pPr algn="ctr">
              <a:spcBef>
                <a:spcPct val="50000"/>
              </a:spcBef>
            </a:pPr>
            <a:r>
              <a:rPr lang="en-US" altLang="zh-CN" sz="1400">
                <a:ea typeface="宋体" pitchFamily="2" charset="-122"/>
              </a:rPr>
              <a:t>4</a:t>
            </a:r>
            <a:r>
              <a:rPr lang="zh-CN" altLang="en-US" sz="1400"/>
              <a:t>字节</a:t>
            </a:r>
          </a:p>
        </p:txBody>
      </p:sp>
      <p:sp>
        <p:nvSpPr>
          <p:cNvPr id="109" name="Text Box 285">
            <a:extLst>
              <a:ext uri="{FF2B5EF4-FFF2-40B4-BE49-F238E27FC236}">
                <a16:creationId xmlns:a16="http://schemas.microsoft.com/office/drawing/2014/main" id="{899FB355-8DFA-48A7-8806-E9EB57A9BAA9}"/>
              </a:ext>
            </a:extLst>
          </p:cNvPr>
          <p:cNvSpPr txBox="1">
            <a:spLocks noChangeArrowheads="1"/>
          </p:cNvSpPr>
          <p:nvPr/>
        </p:nvSpPr>
        <p:spPr bwMode="auto">
          <a:xfrm>
            <a:off x="3895123" y="3643313"/>
            <a:ext cx="360363" cy="642937"/>
          </a:xfrm>
          <a:prstGeom prst="rect">
            <a:avLst/>
          </a:prstGeom>
          <a:noFill/>
          <a:ln w="9525" algn="ctr">
            <a:noFill/>
            <a:miter lim="800000"/>
            <a:headEnd/>
            <a:tailEnd/>
          </a:ln>
        </p:spPr>
        <p:txBody>
          <a:bodyPr anchor="b">
            <a:spAutoFit/>
          </a:bodyPr>
          <a:lstStyle/>
          <a:p>
            <a:pPr algn="ctr">
              <a:lnSpc>
                <a:spcPct val="50000"/>
              </a:lnSpc>
              <a:spcBef>
                <a:spcPct val="50000"/>
              </a:spcBef>
            </a:pPr>
            <a:r>
              <a:rPr lang="en-US" altLang="zh-CN" sz="1400">
                <a:ea typeface="宋体" pitchFamily="2" charset="-122"/>
              </a:rPr>
              <a:t>1</a:t>
            </a:r>
          </a:p>
          <a:p>
            <a:pPr algn="ctr">
              <a:lnSpc>
                <a:spcPct val="50000"/>
              </a:lnSpc>
              <a:spcBef>
                <a:spcPct val="50000"/>
              </a:spcBef>
            </a:pPr>
            <a:r>
              <a:rPr lang="zh-CN" altLang="en-US" sz="1400"/>
              <a:t>字</a:t>
            </a:r>
          </a:p>
          <a:p>
            <a:pPr algn="ctr">
              <a:lnSpc>
                <a:spcPct val="50000"/>
              </a:lnSpc>
              <a:spcBef>
                <a:spcPct val="50000"/>
              </a:spcBef>
            </a:pPr>
            <a:r>
              <a:rPr lang="zh-CN" altLang="en-US" sz="1400"/>
              <a:t>节</a:t>
            </a:r>
          </a:p>
        </p:txBody>
      </p:sp>
      <p:sp>
        <p:nvSpPr>
          <p:cNvPr id="110" name="Text Box 286">
            <a:extLst>
              <a:ext uri="{FF2B5EF4-FFF2-40B4-BE49-F238E27FC236}">
                <a16:creationId xmlns:a16="http://schemas.microsoft.com/office/drawing/2014/main" id="{A4AA2F6D-AA4A-4F18-B354-0A2360BB656A}"/>
              </a:ext>
            </a:extLst>
          </p:cNvPr>
          <p:cNvSpPr txBox="1">
            <a:spLocks noChangeArrowheads="1"/>
          </p:cNvSpPr>
          <p:nvPr/>
        </p:nvSpPr>
        <p:spPr bwMode="auto">
          <a:xfrm>
            <a:off x="6774848" y="3643313"/>
            <a:ext cx="431800" cy="642937"/>
          </a:xfrm>
          <a:prstGeom prst="rect">
            <a:avLst/>
          </a:prstGeom>
          <a:noFill/>
          <a:ln w="9525" algn="ctr">
            <a:noFill/>
            <a:miter lim="800000"/>
            <a:headEnd/>
            <a:tailEnd/>
          </a:ln>
        </p:spPr>
        <p:txBody>
          <a:bodyPr anchor="b">
            <a:spAutoFit/>
          </a:bodyPr>
          <a:lstStyle/>
          <a:p>
            <a:pPr algn="ctr">
              <a:lnSpc>
                <a:spcPct val="50000"/>
              </a:lnSpc>
              <a:spcBef>
                <a:spcPct val="50000"/>
              </a:spcBef>
            </a:pPr>
            <a:r>
              <a:rPr lang="en-US" altLang="zh-CN" sz="1400">
                <a:ea typeface="宋体" pitchFamily="2" charset="-122"/>
              </a:rPr>
              <a:t>2</a:t>
            </a:r>
          </a:p>
          <a:p>
            <a:pPr algn="ctr">
              <a:lnSpc>
                <a:spcPct val="50000"/>
              </a:lnSpc>
              <a:spcBef>
                <a:spcPct val="50000"/>
              </a:spcBef>
            </a:pPr>
            <a:r>
              <a:rPr lang="zh-CN" altLang="en-US" sz="1400"/>
              <a:t>字</a:t>
            </a:r>
          </a:p>
          <a:p>
            <a:pPr algn="ctr">
              <a:lnSpc>
                <a:spcPct val="50000"/>
              </a:lnSpc>
              <a:spcBef>
                <a:spcPct val="50000"/>
              </a:spcBef>
            </a:pPr>
            <a:r>
              <a:rPr lang="zh-CN" altLang="en-US" sz="1400"/>
              <a:t>节</a:t>
            </a:r>
          </a:p>
        </p:txBody>
      </p:sp>
      <p:sp>
        <p:nvSpPr>
          <p:cNvPr id="111" name="Text Box 303">
            <a:extLst>
              <a:ext uri="{FF2B5EF4-FFF2-40B4-BE49-F238E27FC236}">
                <a16:creationId xmlns:a16="http://schemas.microsoft.com/office/drawing/2014/main" id="{4D02390B-CB6D-49A5-A4AF-E3CC1E8E4ADA}"/>
              </a:ext>
            </a:extLst>
          </p:cNvPr>
          <p:cNvSpPr txBox="1">
            <a:spLocks noChangeArrowheads="1"/>
          </p:cNvSpPr>
          <p:nvPr/>
        </p:nvSpPr>
        <p:spPr bwMode="auto">
          <a:xfrm>
            <a:off x="3909411" y="2432050"/>
            <a:ext cx="360362" cy="1062038"/>
          </a:xfrm>
          <a:prstGeom prst="rect">
            <a:avLst/>
          </a:prstGeom>
          <a:noFill/>
          <a:ln w="9525" algn="ctr">
            <a:noFill/>
            <a:miter lim="800000"/>
            <a:headEnd/>
            <a:tailEnd/>
          </a:ln>
        </p:spPr>
        <p:txBody>
          <a:bodyPr anchor="b">
            <a:spAutoFit/>
          </a:bodyPr>
          <a:lstStyle/>
          <a:p>
            <a:pPr>
              <a:lnSpc>
                <a:spcPct val="75000"/>
              </a:lnSpc>
              <a:spcBef>
                <a:spcPct val="50000"/>
              </a:spcBef>
            </a:pPr>
            <a:r>
              <a:rPr lang="zh-CN" altLang="en-US" sz="1400"/>
              <a:t>帧起始定界符</a:t>
            </a:r>
          </a:p>
        </p:txBody>
      </p:sp>
      <p:grpSp>
        <p:nvGrpSpPr>
          <p:cNvPr id="112" name="Group 305">
            <a:extLst>
              <a:ext uri="{FF2B5EF4-FFF2-40B4-BE49-F238E27FC236}">
                <a16:creationId xmlns:a16="http://schemas.microsoft.com/office/drawing/2014/main" id="{97F52E67-BC18-4C0B-966A-4140D0948A32}"/>
              </a:ext>
            </a:extLst>
          </p:cNvPr>
          <p:cNvGrpSpPr>
            <a:grpSpLocks/>
          </p:cNvGrpSpPr>
          <p:nvPr/>
        </p:nvGrpSpPr>
        <p:grpSpPr bwMode="auto">
          <a:xfrm>
            <a:off x="2455261" y="4840288"/>
            <a:ext cx="7416800" cy="336550"/>
            <a:chOff x="1519" y="3183"/>
            <a:chExt cx="3584" cy="212"/>
          </a:xfrm>
        </p:grpSpPr>
        <p:sp>
          <p:nvSpPr>
            <p:cNvPr id="113" name="Line 306">
              <a:extLst>
                <a:ext uri="{FF2B5EF4-FFF2-40B4-BE49-F238E27FC236}">
                  <a16:creationId xmlns:a16="http://schemas.microsoft.com/office/drawing/2014/main" id="{0C440D7C-24A9-4DBF-A526-BD6C27866B90}"/>
                </a:ext>
              </a:extLst>
            </p:cNvPr>
            <p:cNvSpPr>
              <a:spLocks noChangeShapeType="1"/>
            </p:cNvSpPr>
            <p:nvPr/>
          </p:nvSpPr>
          <p:spPr bwMode="auto">
            <a:xfrm>
              <a:off x="1519" y="3203"/>
              <a:ext cx="0" cy="182"/>
            </a:xfrm>
            <a:prstGeom prst="line">
              <a:avLst/>
            </a:prstGeom>
            <a:noFill/>
            <a:ln w="9525">
              <a:solidFill>
                <a:srgbClr val="FF0000"/>
              </a:solidFill>
              <a:round/>
              <a:headEnd/>
              <a:tailEnd/>
            </a:ln>
          </p:spPr>
          <p:txBody>
            <a:bodyPr anchor="b"/>
            <a:lstStyle/>
            <a:p>
              <a:endParaRPr lang="zh-CN" altLang="en-US"/>
            </a:p>
          </p:txBody>
        </p:sp>
        <p:sp>
          <p:nvSpPr>
            <p:cNvPr id="114" name="Line 307">
              <a:extLst>
                <a:ext uri="{FF2B5EF4-FFF2-40B4-BE49-F238E27FC236}">
                  <a16:creationId xmlns:a16="http://schemas.microsoft.com/office/drawing/2014/main" id="{0B8805EE-B4EF-4374-B2FC-9BAF926C762D}"/>
                </a:ext>
              </a:extLst>
            </p:cNvPr>
            <p:cNvSpPr>
              <a:spLocks noChangeShapeType="1"/>
            </p:cNvSpPr>
            <p:nvPr/>
          </p:nvSpPr>
          <p:spPr bwMode="auto">
            <a:xfrm>
              <a:off x="5103" y="3203"/>
              <a:ext cx="0" cy="182"/>
            </a:xfrm>
            <a:prstGeom prst="line">
              <a:avLst/>
            </a:prstGeom>
            <a:noFill/>
            <a:ln w="9525">
              <a:solidFill>
                <a:srgbClr val="FF0000"/>
              </a:solidFill>
              <a:round/>
              <a:headEnd/>
              <a:tailEnd/>
            </a:ln>
          </p:spPr>
          <p:txBody>
            <a:bodyPr anchor="b"/>
            <a:lstStyle/>
            <a:p>
              <a:endParaRPr lang="zh-CN" altLang="en-US"/>
            </a:p>
          </p:txBody>
        </p:sp>
        <p:sp>
          <p:nvSpPr>
            <p:cNvPr id="115" name="Line 308">
              <a:extLst>
                <a:ext uri="{FF2B5EF4-FFF2-40B4-BE49-F238E27FC236}">
                  <a16:creationId xmlns:a16="http://schemas.microsoft.com/office/drawing/2014/main" id="{5A2555F7-63A2-477B-8EA3-8732E89A9490}"/>
                </a:ext>
              </a:extLst>
            </p:cNvPr>
            <p:cNvSpPr>
              <a:spLocks noChangeShapeType="1"/>
            </p:cNvSpPr>
            <p:nvPr/>
          </p:nvSpPr>
          <p:spPr bwMode="auto">
            <a:xfrm flipH="1">
              <a:off x="1519" y="3294"/>
              <a:ext cx="1089" cy="0"/>
            </a:xfrm>
            <a:prstGeom prst="line">
              <a:avLst/>
            </a:prstGeom>
            <a:noFill/>
            <a:ln w="9525">
              <a:solidFill>
                <a:srgbClr val="FF0000"/>
              </a:solidFill>
              <a:round/>
              <a:headEnd/>
              <a:tailEnd type="triangle" w="med" len="med"/>
            </a:ln>
          </p:spPr>
          <p:txBody>
            <a:bodyPr anchor="b"/>
            <a:lstStyle/>
            <a:p>
              <a:endParaRPr lang="zh-CN" altLang="en-US"/>
            </a:p>
          </p:txBody>
        </p:sp>
        <p:sp>
          <p:nvSpPr>
            <p:cNvPr id="116" name="Line 309">
              <a:extLst>
                <a:ext uri="{FF2B5EF4-FFF2-40B4-BE49-F238E27FC236}">
                  <a16:creationId xmlns:a16="http://schemas.microsoft.com/office/drawing/2014/main" id="{9B9285B7-A4BB-4DD7-8B6D-CDF49C72E3EE}"/>
                </a:ext>
              </a:extLst>
            </p:cNvPr>
            <p:cNvSpPr>
              <a:spLocks noChangeShapeType="1"/>
            </p:cNvSpPr>
            <p:nvPr/>
          </p:nvSpPr>
          <p:spPr bwMode="auto">
            <a:xfrm>
              <a:off x="3833" y="3294"/>
              <a:ext cx="1270" cy="0"/>
            </a:xfrm>
            <a:prstGeom prst="line">
              <a:avLst/>
            </a:prstGeom>
            <a:noFill/>
            <a:ln w="9525">
              <a:solidFill>
                <a:srgbClr val="FF0000"/>
              </a:solidFill>
              <a:round/>
              <a:headEnd/>
              <a:tailEnd type="triangle" w="med" len="med"/>
            </a:ln>
          </p:spPr>
          <p:txBody>
            <a:bodyPr anchor="b"/>
            <a:lstStyle/>
            <a:p>
              <a:endParaRPr lang="zh-CN" altLang="en-US"/>
            </a:p>
          </p:txBody>
        </p:sp>
        <p:sp>
          <p:nvSpPr>
            <p:cNvPr id="117" name="Text Box 310">
              <a:extLst>
                <a:ext uri="{FF2B5EF4-FFF2-40B4-BE49-F238E27FC236}">
                  <a16:creationId xmlns:a16="http://schemas.microsoft.com/office/drawing/2014/main" id="{8C9CE3A9-9AE7-45BD-B674-BB69A7073F79}"/>
                </a:ext>
              </a:extLst>
            </p:cNvPr>
            <p:cNvSpPr txBox="1">
              <a:spLocks noChangeArrowheads="1"/>
            </p:cNvSpPr>
            <p:nvPr/>
          </p:nvSpPr>
          <p:spPr bwMode="auto">
            <a:xfrm>
              <a:off x="2517" y="3183"/>
              <a:ext cx="1497" cy="212"/>
            </a:xfrm>
            <a:prstGeom prst="rect">
              <a:avLst/>
            </a:prstGeom>
            <a:noFill/>
            <a:ln w="9525" algn="ctr">
              <a:noFill/>
              <a:miter lim="800000"/>
              <a:headEnd/>
              <a:tailEnd/>
            </a:ln>
          </p:spPr>
          <p:txBody>
            <a:bodyPr anchor="b">
              <a:spAutoFit/>
            </a:bodyPr>
            <a:lstStyle/>
            <a:p>
              <a:pPr algn="ctr">
                <a:spcBef>
                  <a:spcPct val="50000"/>
                </a:spcBef>
              </a:pPr>
              <a:r>
                <a:rPr lang="zh-CN" altLang="en-US" sz="1600"/>
                <a:t>物理层封装</a:t>
              </a:r>
            </a:p>
          </p:txBody>
        </p:sp>
      </p:grpSp>
      <p:sp>
        <p:nvSpPr>
          <p:cNvPr id="118" name="AutoShape 4">
            <a:extLst>
              <a:ext uri="{FF2B5EF4-FFF2-40B4-BE49-F238E27FC236}">
                <a16:creationId xmlns:a16="http://schemas.microsoft.com/office/drawing/2014/main" id="{D5C025A2-4F73-413F-A31A-D2F46B393F55}"/>
              </a:ext>
            </a:extLst>
          </p:cNvPr>
          <p:cNvSpPr>
            <a:spLocks noChangeArrowheads="1"/>
          </p:cNvSpPr>
          <p:nvPr/>
        </p:nvSpPr>
        <p:spPr bwMode="auto">
          <a:xfrm>
            <a:off x="6843111" y="1571625"/>
            <a:ext cx="3071812" cy="584200"/>
          </a:xfrm>
          <a:prstGeom prst="wedgeRoundRectCallout">
            <a:avLst>
              <a:gd name="adj1" fmla="val -47489"/>
              <a:gd name="adj2" fmla="val 96212"/>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zh-CN" sz="2000">
                <a:solidFill>
                  <a:schemeClr val="tx2"/>
                </a:solidFill>
                <a:ea typeface="黑体" pitchFamily="2" charset="-122"/>
              </a:rPr>
              <a:t>用来标识上层协议的类型，例如</a:t>
            </a:r>
            <a:r>
              <a:rPr lang="en-US" altLang="zh-CN" sz="2000">
                <a:solidFill>
                  <a:schemeClr val="tx2"/>
                </a:solidFill>
                <a:ea typeface="黑体" pitchFamily="2" charset="-122"/>
              </a:rPr>
              <a:t>0800H</a:t>
            </a:r>
            <a:r>
              <a:rPr lang="zh-CN" altLang="zh-CN" sz="2000">
                <a:solidFill>
                  <a:schemeClr val="tx2"/>
                </a:solidFill>
                <a:ea typeface="黑体" pitchFamily="2" charset="-122"/>
              </a:rPr>
              <a:t>表示</a:t>
            </a:r>
            <a:r>
              <a:rPr lang="en-US" altLang="zh-CN" sz="2000">
                <a:solidFill>
                  <a:schemeClr val="tx2"/>
                </a:solidFill>
                <a:ea typeface="黑体" pitchFamily="2" charset="-122"/>
              </a:rPr>
              <a:t>IP</a:t>
            </a:r>
            <a:r>
              <a:rPr lang="zh-CN" altLang="zh-CN" sz="2000">
                <a:solidFill>
                  <a:schemeClr val="tx2"/>
                </a:solidFill>
                <a:ea typeface="黑体" pitchFamily="2" charset="-122"/>
              </a:rPr>
              <a:t>协议</a:t>
            </a:r>
            <a:endParaRPr lang="en-US" altLang="zh-CN" sz="20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972158919"/>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blinds(horizontal)">
                                      <p:cBhvr>
                                        <p:cTn id="7" dur="5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strVal val="#ppt_w*0.70"/>
                                          </p:val>
                                        </p:tav>
                                        <p:tav tm="100000">
                                          <p:val>
                                            <p:strVal val="#ppt_w"/>
                                          </p:val>
                                        </p:tav>
                                      </p:tavLst>
                                    </p:anim>
                                    <p:anim calcmode="lin" valueType="num">
                                      <p:cBhvr>
                                        <p:cTn id="13" dur="1000" fill="hold"/>
                                        <p:tgtEl>
                                          <p:spTgt spid="6"/>
                                        </p:tgtEl>
                                        <p:attrNameLst>
                                          <p:attrName>ppt_h</p:attrName>
                                        </p:attrNameLst>
                                      </p:cBhvr>
                                      <p:tavLst>
                                        <p:tav tm="0">
                                          <p:val>
                                            <p:strVal val="#ppt_h"/>
                                          </p:val>
                                        </p:tav>
                                        <p:tav tm="100000">
                                          <p:val>
                                            <p:strVal val="#ppt_h"/>
                                          </p:val>
                                        </p:tav>
                                      </p:tavLst>
                                    </p:anim>
                                    <p:animEffect transition="in" filter="fade">
                                      <p:cBhvr>
                                        <p:cTn id="14" dur="1000"/>
                                        <p:tgtEl>
                                          <p:spTgt spid="6"/>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112"/>
                                        </p:tgtEl>
                                        <p:attrNameLst>
                                          <p:attrName>style.visibility</p:attrName>
                                        </p:attrNameLst>
                                      </p:cBhvr>
                                      <p:to>
                                        <p:strVal val="visible"/>
                                      </p:to>
                                    </p:set>
                                    <p:anim calcmode="lin" valueType="num">
                                      <p:cBhvr>
                                        <p:cTn id="18" dur="1000" fill="hold"/>
                                        <p:tgtEl>
                                          <p:spTgt spid="112"/>
                                        </p:tgtEl>
                                        <p:attrNameLst>
                                          <p:attrName>ppt_w</p:attrName>
                                        </p:attrNameLst>
                                      </p:cBhvr>
                                      <p:tavLst>
                                        <p:tav tm="0">
                                          <p:val>
                                            <p:strVal val="#ppt_w*0.70"/>
                                          </p:val>
                                        </p:tav>
                                        <p:tav tm="100000">
                                          <p:val>
                                            <p:strVal val="#ppt_w"/>
                                          </p:val>
                                        </p:tav>
                                      </p:tavLst>
                                    </p:anim>
                                    <p:anim calcmode="lin" valueType="num">
                                      <p:cBhvr>
                                        <p:cTn id="19" dur="1000" fill="hold"/>
                                        <p:tgtEl>
                                          <p:spTgt spid="112"/>
                                        </p:tgtEl>
                                        <p:attrNameLst>
                                          <p:attrName>ppt_h</p:attrName>
                                        </p:attrNameLst>
                                      </p:cBhvr>
                                      <p:tavLst>
                                        <p:tav tm="0">
                                          <p:val>
                                            <p:strVal val="#ppt_h"/>
                                          </p:val>
                                        </p:tav>
                                        <p:tav tm="100000">
                                          <p:val>
                                            <p:strVal val="#ppt_h"/>
                                          </p:val>
                                        </p:tav>
                                      </p:tavLst>
                                    </p:anim>
                                    <p:animEffect transition="in" filter="fade">
                                      <p:cBhvr>
                                        <p:cTn id="20"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B90677B-B19B-486B-B9BA-43E81CDCBE1A}"/>
              </a:ext>
            </a:extLst>
          </p:cNvPr>
          <p:cNvSpPr txBox="1">
            <a:spLocks noChangeArrowheads="1"/>
          </p:cNvSpPr>
          <p:nvPr/>
        </p:nvSpPr>
        <p:spPr>
          <a:xfrm>
            <a:off x="189624" y="435653"/>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交换机的工作原理</a:t>
            </a:r>
            <a:endParaRPr lang="zh-CN" altLang="zh-CN" dirty="0"/>
          </a:p>
        </p:txBody>
      </p:sp>
      <p:sp>
        <p:nvSpPr>
          <p:cNvPr id="5" name="内容占位符 7">
            <a:extLst>
              <a:ext uri="{FF2B5EF4-FFF2-40B4-BE49-F238E27FC236}">
                <a16:creationId xmlns:a16="http://schemas.microsoft.com/office/drawing/2014/main" id="{FFF3720B-F846-4B9E-A3D7-2D28C3EEC20C}"/>
              </a:ext>
            </a:extLst>
          </p:cNvPr>
          <p:cNvSpPr txBox="1">
            <a:spLocks/>
          </p:cNvSpPr>
          <p:nvPr/>
        </p:nvSpPr>
        <p:spPr>
          <a:xfrm>
            <a:off x="1773125" y="1363285"/>
            <a:ext cx="8501062" cy="5143500"/>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zh-CN" altLang="en-US"/>
              <a:t>交换机的转发原理</a:t>
            </a:r>
            <a:endParaRPr lang="en-US" altLang="zh-CN"/>
          </a:p>
          <a:p>
            <a:pPr lvl="1">
              <a:spcBef>
                <a:spcPts val="475"/>
              </a:spcBef>
            </a:pPr>
            <a:r>
              <a:rPr lang="zh-CN" altLang="en-US"/>
              <a:t>初始状态</a:t>
            </a:r>
          </a:p>
          <a:p>
            <a:pPr lvl="1">
              <a:spcBef>
                <a:spcPts val="475"/>
              </a:spcBef>
            </a:pPr>
            <a:r>
              <a:rPr lang="en-US" altLang="zh-CN"/>
              <a:t>MAC</a:t>
            </a:r>
            <a:r>
              <a:rPr lang="zh-CN" altLang="en-US"/>
              <a:t>地址学习</a:t>
            </a:r>
          </a:p>
          <a:p>
            <a:pPr lvl="1">
              <a:spcBef>
                <a:spcPts val="475"/>
              </a:spcBef>
            </a:pPr>
            <a:r>
              <a:rPr lang="zh-CN" altLang="en-US"/>
              <a:t>广播未知数据帧</a:t>
            </a:r>
          </a:p>
          <a:p>
            <a:pPr lvl="1">
              <a:spcBef>
                <a:spcPts val="475"/>
              </a:spcBef>
            </a:pPr>
            <a:r>
              <a:rPr lang="zh-CN" altLang="en-US"/>
              <a:t>接收方回应</a:t>
            </a:r>
          </a:p>
          <a:p>
            <a:pPr lvl="1">
              <a:spcBef>
                <a:spcPts val="475"/>
              </a:spcBef>
            </a:pPr>
            <a:r>
              <a:rPr lang="zh-CN" altLang="en-US"/>
              <a:t>交换机实现单播通信</a:t>
            </a:r>
          </a:p>
        </p:txBody>
      </p:sp>
      <p:grpSp>
        <p:nvGrpSpPr>
          <p:cNvPr id="6" name="组合 26">
            <a:extLst>
              <a:ext uri="{FF2B5EF4-FFF2-40B4-BE49-F238E27FC236}">
                <a16:creationId xmlns:a16="http://schemas.microsoft.com/office/drawing/2014/main" id="{A830E92B-FC39-42E1-9A8A-FD38BDD9773B}"/>
              </a:ext>
            </a:extLst>
          </p:cNvPr>
          <p:cNvGrpSpPr>
            <a:grpSpLocks/>
          </p:cNvGrpSpPr>
          <p:nvPr/>
        </p:nvGrpSpPr>
        <p:grpSpPr bwMode="auto">
          <a:xfrm>
            <a:off x="2410950" y="2382063"/>
            <a:ext cx="6572250" cy="3468687"/>
            <a:chOff x="636509" y="2224071"/>
            <a:chExt cx="6572385" cy="3468736"/>
          </a:xfrm>
        </p:grpSpPr>
        <p:pic>
          <p:nvPicPr>
            <p:cNvPr id="7" name="图片 11" descr="asdf.png">
              <a:extLst>
                <a:ext uri="{FF2B5EF4-FFF2-40B4-BE49-F238E27FC236}">
                  <a16:creationId xmlns:a16="http://schemas.microsoft.com/office/drawing/2014/main" id="{542EDB32-98E4-4416-8117-3AC40D2AF118}"/>
                </a:ext>
              </a:extLst>
            </p:cNvPr>
            <p:cNvPicPr>
              <a:picLocks noChangeAspect="1"/>
            </p:cNvPicPr>
            <p:nvPr/>
          </p:nvPicPr>
          <p:blipFill>
            <a:blip r:embed="rId2"/>
            <a:srcRect/>
            <a:stretch>
              <a:fillRect/>
            </a:stretch>
          </p:blipFill>
          <p:spPr bwMode="auto">
            <a:xfrm>
              <a:off x="1592993" y="4789156"/>
              <a:ext cx="703849" cy="669153"/>
            </a:xfrm>
            <a:prstGeom prst="rect">
              <a:avLst/>
            </a:prstGeom>
            <a:noFill/>
            <a:ln w="9525">
              <a:noFill/>
              <a:miter lim="800000"/>
              <a:headEnd/>
              <a:tailEnd/>
            </a:ln>
          </p:spPr>
        </p:pic>
        <p:pic>
          <p:nvPicPr>
            <p:cNvPr id="8" name="Picture 10">
              <a:extLst>
                <a:ext uri="{FF2B5EF4-FFF2-40B4-BE49-F238E27FC236}">
                  <a16:creationId xmlns:a16="http://schemas.microsoft.com/office/drawing/2014/main" id="{CF8B1787-1F82-4EB9-8558-EF2BC8FDEBD9}"/>
                </a:ext>
              </a:extLst>
            </p:cNvPr>
            <p:cNvPicPr>
              <a:picLocks noChangeAspect="1" noChangeArrowheads="1"/>
            </p:cNvPicPr>
            <p:nvPr/>
          </p:nvPicPr>
          <p:blipFill>
            <a:blip r:embed="rId3"/>
            <a:srcRect/>
            <a:stretch>
              <a:fillRect/>
            </a:stretch>
          </p:blipFill>
          <p:spPr bwMode="auto">
            <a:xfrm>
              <a:off x="3312963" y="3562376"/>
              <a:ext cx="1226781" cy="525409"/>
            </a:xfrm>
            <a:prstGeom prst="rect">
              <a:avLst/>
            </a:prstGeom>
            <a:noFill/>
            <a:ln w="9525">
              <a:noFill/>
              <a:miter lim="800000"/>
              <a:headEnd/>
              <a:tailEnd/>
            </a:ln>
          </p:spPr>
        </p:pic>
        <p:pic>
          <p:nvPicPr>
            <p:cNvPr id="9" name="图片 11" descr="asdf.png">
              <a:extLst>
                <a:ext uri="{FF2B5EF4-FFF2-40B4-BE49-F238E27FC236}">
                  <a16:creationId xmlns:a16="http://schemas.microsoft.com/office/drawing/2014/main" id="{3DD3D35C-E5DB-4866-8274-48BA8AE3C4BF}"/>
                </a:ext>
              </a:extLst>
            </p:cNvPr>
            <p:cNvPicPr>
              <a:picLocks noChangeAspect="1"/>
            </p:cNvPicPr>
            <p:nvPr/>
          </p:nvPicPr>
          <p:blipFill>
            <a:blip r:embed="rId2"/>
            <a:srcRect/>
            <a:stretch>
              <a:fillRect/>
            </a:stretch>
          </p:blipFill>
          <p:spPr bwMode="auto">
            <a:xfrm>
              <a:off x="5642606" y="4789156"/>
              <a:ext cx="703849" cy="669153"/>
            </a:xfrm>
            <a:prstGeom prst="rect">
              <a:avLst/>
            </a:prstGeom>
            <a:noFill/>
            <a:ln w="9525">
              <a:noFill/>
              <a:miter lim="800000"/>
              <a:headEnd/>
              <a:tailEnd/>
            </a:ln>
          </p:spPr>
        </p:pic>
        <p:pic>
          <p:nvPicPr>
            <p:cNvPr id="10" name="图片 11" descr="asdf.png">
              <a:extLst>
                <a:ext uri="{FF2B5EF4-FFF2-40B4-BE49-F238E27FC236}">
                  <a16:creationId xmlns:a16="http://schemas.microsoft.com/office/drawing/2014/main" id="{8933409E-87F6-4F1F-ADF0-4F3F9A154DBE}"/>
                </a:ext>
              </a:extLst>
            </p:cNvPr>
            <p:cNvPicPr>
              <a:picLocks noChangeAspect="1"/>
            </p:cNvPicPr>
            <p:nvPr/>
          </p:nvPicPr>
          <p:blipFill>
            <a:blip r:embed="rId2"/>
            <a:srcRect/>
            <a:stretch>
              <a:fillRect/>
            </a:stretch>
          </p:blipFill>
          <p:spPr bwMode="auto">
            <a:xfrm>
              <a:off x="3583104" y="4789156"/>
              <a:ext cx="703849" cy="669153"/>
            </a:xfrm>
            <a:prstGeom prst="rect">
              <a:avLst/>
            </a:prstGeom>
            <a:noFill/>
            <a:ln w="9525">
              <a:noFill/>
              <a:miter lim="800000"/>
              <a:headEnd/>
              <a:tailEnd/>
            </a:ln>
          </p:spPr>
        </p:pic>
        <p:cxnSp>
          <p:nvCxnSpPr>
            <p:cNvPr id="11" name="直接连接符 10">
              <a:extLst>
                <a:ext uri="{FF2B5EF4-FFF2-40B4-BE49-F238E27FC236}">
                  <a16:creationId xmlns:a16="http://schemas.microsoft.com/office/drawing/2014/main" id="{A419F624-CD79-4C98-973C-49372B5EE08D}"/>
                </a:ext>
              </a:extLst>
            </p:cNvPr>
            <p:cNvCxnSpPr>
              <a:cxnSpLocks noChangeShapeType="1"/>
            </p:cNvCxnSpPr>
            <p:nvPr/>
          </p:nvCxnSpPr>
          <p:spPr bwMode="auto">
            <a:xfrm rot="16200000" flipH="1">
              <a:off x="3579386" y="4433514"/>
              <a:ext cx="701370" cy="9913"/>
            </a:xfrm>
            <a:prstGeom prst="line">
              <a:avLst/>
            </a:prstGeom>
            <a:noFill/>
            <a:ln w="38100" algn="ctr">
              <a:solidFill>
                <a:srgbClr val="FF0000"/>
              </a:solidFill>
              <a:round/>
              <a:headEnd/>
              <a:tailEnd/>
            </a:ln>
          </p:spPr>
        </p:cxnSp>
        <p:cxnSp>
          <p:nvCxnSpPr>
            <p:cNvPr id="12" name="肘形连接符 12">
              <a:extLst>
                <a:ext uri="{FF2B5EF4-FFF2-40B4-BE49-F238E27FC236}">
                  <a16:creationId xmlns:a16="http://schemas.microsoft.com/office/drawing/2014/main" id="{BBFD86DD-EAE7-4898-953D-41A7B7CA2C98}"/>
                </a:ext>
              </a:extLst>
            </p:cNvPr>
            <p:cNvCxnSpPr>
              <a:cxnSpLocks noChangeShapeType="1"/>
            </p:cNvCxnSpPr>
            <p:nvPr/>
          </p:nvCxnSpPr>
          <p:spPr bwMode="auto">
            <a:xfrm rot="10800000" flipV="1">
              <a:off x="1944918" y="3825081"/>
              <a:ext cx="1368045" cy="964075"/>
            </a:xfrm>
            <a:prstGeom prst="bentConnector2">
              <a:avLst/>
            </a:prstGeom>
            <a:noFill/>
            <a:ln w="38100" algn="ctr">
              <a:solidFill>
                <a:srgbClr val="FF0000"/>
              </a:solidFill>
              <a:round/>
              <a:headEnd/>
              <a:tailEnd/>
            </a:ln>
          </p:spPr>
        </p:cxnSp>
        <p:cxnSp>
          <p:nvCxnSpPr>
            <p:cNvPr id="13" name="肘形连接符 12">
              <a:extLst>
                <a:ext uri="{FF2B5EF4-FFF2-40B4-BE49-F238E27FC236}">
                  <a16:creationId xmlns:a16="http://schemas.microsoft.com/office/drawing/2014/main" id="{FB73C81B-CF33-4209-AA16-433DB43A8A50}"/>
                </a:ext>
              </a:extLst>
            </p:cNvPr>
            <p:cNvCxnSpPr>
              <a:cxnSpLocks noChangeShapeType="1"/>
            </p:cNvCxnSpPr>
            <p:nvPr/>
          </p:nvCxnSpPr>
          <p:spPr bwMode="auto">
            <a:xfrm>
              <a:off x="4539744" y="3825081"/>
              <a:ext cx="1454787" cy="964075"/>
            </a:xfrm>
            <a:prstGeom prst="bentConnector2">
              <a:avLst/>
            </a:prstGeom>
            <a:noFill/>
            <a:ln w="38100" algn="ctr">
              <a:solidFill>
                <a:srgbClr val="FF0000"/>
              </a:solidFill>
              <a:round/>
              <a:headEnd/>
              <a:tailEnd/>
            </a:ln>
          </p:spPr>
        </p:cxnSp>
        <p:sp>
          <p:nvSpPr>
            <p:cNvPr id="14" name="Text Box 12">
              <a:extLst>
                <a:ext uri="{FF2B5EF4-FFF2-40B4-BE49-F238E27FC236}">
                  <a16:creationId xmlns:a16="http://schemas.microsoft.com/office/drawing/2014/main" id="{435D993B-8666-4CD3-92D5-B34B91667224}"/>
                </a:ext>
              </a:extLst>
            </p:cNvPr>
            <p:cNvSpPr txBox="1">
              <a:spLocks noChangeArrowheads="1"/>
            </p:cNvSpPr>
            <p:nvPr/>
          </p:nvSpPr>
          <p:spPr bwMode="auto">
            <a:xfrm>
              <a:off x="3067021" y="3813180"/>
              <a:ext cx="446097" cy="528645"/>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1</a:t>
              </a:r>
              <a:endParaRPr lang="zh-CN" altLang="en-US" sz="1600" b="1" dirty="0">
                <a:latin typeface="+mj-lt"/>
                <a:ea typeface="宋体" pitchFamily="2" charset="-122"/>
              </a:endParaRPr>
            </a:p>
          </p:txBody>
        </p:sp>
        <p:sp>
          <p:nvSpPr>
            <p:cNvPr id="15" name="Text Box 12">
              <a:extLst>
                <a:ext uri="{FF2B5EF4-FFF2-40B4-BE49-F238E27FC236}">
                  <a16:creationId xmlns:a16="http://schemas.microsoft.com/office/drawing/2014/main" id="{8D4B67BE-7E4E-4367-AC9E-FE9AD7CE7AA0}"/>
                </a:ext>
              </a:extLst>
            </p:cNvPr>
            <p:cNvSpPr txBox="1">
              <a:spLocks noChangeArrowheads="1"/>
            </p:cNvSpPr>
            <p:nvPr/>
          </p:nvSpPr>
          <p:spPr bwMode="auto">
            <a:xfrm>
              <a:off x="3906826" y="3995746"/>
              <a:ext cx="446096"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2</a:t>
              </a:r>
              <a:endParaRPr lang="zh-CN" altLang="en-US" sz="1600" b="1" dirty="0">
                <a:latin typeface="+mj-lt"/>
                <a:ea typeface="宋体" pitchFamily="2" charset="-122"/>
              </a:endParaRPr>
            </a:p>
          </p:txBody>
        </p:sp>
        <p:sp>
          <p:nvSpPr>
            <p:cNvPr id="16" name="Text Box 12">
              <a:extLst>
                <a:ext uri="{FF2B5EF4-FFF2-40B4-BE49-F238E27FC236}">
                  <a16:creationId xmlns:a16="http://schemas.microsoft.com/office/drawing/2014/main" id="{D0B588CB-1E0B-43FE-9A3E-CFFE2C1ED729}"/>
                </a:ext>
              </a:extLst>
            </p:cNvPr>
            <p:cNvSpPr txBox="1">
              <a:spLocks noChangeArrowheads="1"/>
            </p:cNvSpPr>
            <p:nvPr/>
          </p:nvSpPr>
          <p:spPr bwMode="auto">
            <a:xfrm>
              <a:off x="4418012" y="3813180"/>
              <a:ext cx="446096" cy="528645"/>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3</a:t>
              </a:r>
              <a:endParaRPr lang="zh-CN" altLang="en-US" sz="1600" b="1" dirty="0">
                <a:latin typeface="+mj-lt"/>
                <a:ea typeface="宋体" pitchFamily="2" charset="-122"/>
              </a:endParaRPr>
            </a:p>
          </p:txBody>
        </p:sp>
        <p:sp>
          <p:nvSpPr>
            <p:cNvPr id="17" name="Text Box 12">
              <a:extLst>
                <a:ext uri="{FF2B5EF4-FFF2-40B4-BE49-F238E27FC236}">
                  <a16:creationId xmlns:a16="http://schemas.microsoft.com/office/drawing/2014/main" id="{C06A7ADE-843A-4721-91D0-1AD7931C0D06}"/>
                </a:ext>
              </a:extLst>
            </p:cNvPr>
            <p:cNvSpPr txBox="1">
              <a:spLocks noChangeArrowheads="1"/>
            </p:cNvSpPr>
            <p:nvPr/>
          </p:nvSpPr>
          <p:spPr bwMode="auto">
            <a:xfrm>
              <a:off x="1317560" y="4900634"/>
              <a:ext cx="446097"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A</a:t>
              </a:r>
              <a:endParaRPr lang="zh-CN" altLang="en-US" sz="1600" b="1" dirty="0">
                <a:latin typeface="+mj-lt"/>
                <a:ea typeface="宋体" pitchFamily="2" charset="-122"/>
              </a:endParaRPr>
            </a:p>
          </p:txBody>
        </p:sp>
        <p:sp>
          <p:nvSpPr>
            <p:cNvPr id="18" name="Text Box 12">
              <a:extLst>
                <a:ext uri="{FF2B5EF4-FFF2-40B4-BE49-F238E27FC236}">
                  <a16:creationId xmlns:a16="http://schemas.microsoft.com/office/drawing/2014/main" id="{4E87F794-D772-45F3-869C-D87BFB1460C6}"/>
                </a:ext>
              </a:extLst>
            </p:cNvPr>
            <p:cNvSpPr txBox="1">
              <a:spLocks noChangeArrowheads="1"/>
            </p:cNvSpPr>
            <p:nvPr/>
          </p:nvSpPr>
          <p:spPr bwMode="auto">
            <a:xfrm>
              <a:off x="3298801" y="4900634"/>
              <a:ext cx="446097"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B</a:t>
              </a:r>
              <a:endParaRPr lang="zh-CN" altLang="en-US" sz="1600" b="1" dirty="0">
                <a:latin typeface="+mj-lt"/>
                <a:ea typeface="宋体" pitchFamily="2" charset="-122"/>
              </a:endParaRPr>
            </a:p>
          </p:txBody>
        </p:sp>
        <p:sp>
          <p:nvSpPr>
            <p:cNvPr id="19" name="Text Box 12">
              <a:extLst>
                <a:ext uri="{FF2B5EF4-FFF2-40B4-BE49-F238E27FC236}">
                  <a16:creationId xmlns:a16="http://schemas.microsoft.com/office/drawing/2014/main" id="{737DEE21-2611-4585-A2E6-A9579B086766}"/>
                </a:ext>
              </a:extLst>
            </p:cNvPr>
            <p:cNvSpPr txBox="1">
              <a:spLocks noChangeArrowheads="1"/>
            </p:cNvSpPr>
            <p:nvPr/>
          </p:nvSpPr>
          <p:spPr bwMode="auto">
            <a:xfrm>
              <a:off x="5357831" y="4900634"/>
              <a:ext cx="446096"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C</a:t>
              </a:r>
              <a:endParaRPr lang="zh-CN" altLang="en-US" sz="1600" b="1" dirty="0">
                <a:latin typeface="+mj-lt"/>
                <a:ea typeface="宋体" pitchFamily="2" charset="-122"/>
              </a:endParaRPr>
            </a:p>
          </p:txBody>
        </p:sp>
        <p:sp>
          <p:nvSpPr>
            <p:cNvPr id="20" name="TextBox 24">
              <a:extLst>
                <a:ext uri="{FF2B5EF4-FFF2-40B4-BE49-F238E27FC236}">
                  <a16:creationId xmlns:a16="http://schemas.microsoft.com/office/drawing/2014/main" id="{2BA9490E-1D15-429C-904B-E9365D70951D}"/>
                </a:ext>
              </a:extLst>
            </p:cNvPr>
            <p:cNvSpPr txBox="1">
              <a:spLocks noChangeArrowheads="1"/>
            </p:cNvSpPr>
            <p:nvPr/>
          </p:nvSpPr>
          <p:spPr bwMode="auto">
            <a:xfrm>
              <a:off x="636509" y="5346727"/>
              <a:ext cx="2146344" cy="338143"/>
            </a:xfrm>
            <a:prstGeom prst="rect">
              <a:avLst/>
            </a:prstGeom>
            <a:noFill/>
            <a:ln w="9525">
              <a:noFill/>
              <a:miter lim="800000"/>
              <a:headEnd/>
              <a:tailEnd/>
            </a:ln>
          </p:spPr>
          <p:txBody>
            <a:bodyPr>
              <a:spAutoFit/>
            </a:bodyPr>
            <a:lstStyle/>
            <a:p>
              <a:pPr>
                <a:defRPr/>
              </a:pPr>
              <a:r>
                <a:rPr lang="en-US" altLang="zh-CN" sz="1600" b="1" dirty="0">
                  <a:latin typeface="+mj-lt"/>
                  <a:ea typeface="宋体" pitchFamily="2" charset="-122"/>
                </a:rPr>
                <a:t>00-00-00-11-11-11</a:t>
              </a:r>
              <a:endParaRPr lang="zh-CN" altLang="en-US" sz="1600" b="1" dirty="0">
                <a:latin typeface="+mj-lt"/>
                <a:ea typeface="宋体" pitchFamily="2" charset="-122"/>
              </a:endParaRPr>
            </a:p>
          </p:txBody>
        </p:sp>
        <p:sp>
          <p:nvSpPr>
            <p:cNvPr id="21" name="TextBox 25">
              <a:extLst>
                <a:ext uri="{FF2B5EF4-FFF2-40B4-BE49-F238E27FC236}">
                  <a16:creationId xmlns:a16="http://schemas.microsoft.com/office/drawing/2014/main" id="{B9AEC7F4-09B3-46BD-97F4-C0F5DC8E8B89}"/>
                </a:ext>
              </a:extLst>
            </p:cNvPr>
            <p:cNvSpPr txBox="1">
              <a:spLocks noChangeArrowheads="1"/>
            </p:cNvSpPr>
            <p:nvPr/>
          </p:nvSpPr>
          <p:spPr bwMode="auto">
            <a:xfrm>
              <a:off x="2851116" y="5346727"/>
              <a:ext cx="2214608" cy="338143"/>
            </a:xfrm>
            <a:prstGeom prst="rect">
              <a:avLst/>
            </a:prstGeom>
            <a:noFill/>
            <a:ln w="9525">
              <a:noFill/>
              <a:miter lim="800000"/>
              <a:headEnd/>
              <a:tailEnd/>
            </a:ln>
          </p:spPr>
          <p:txBody>
            <a:bodyPr>
              <a:spAutoFit/>
            </a:bodyPr>
            <a:lstStyle/>
            <a:p>
              <a:pPr>
                <a:defRPr/>
              </a:pPr>
              <a:r>
                <a:rPr lang="en-US" altLang="zh-CN" sz="1600" b="1" dirty="0">
                  <a:latin typeface="+mj-lt"/>
                  <a:ea typeface="宋体" pitchFamily="2" charset="-122"/>
                </a:rPr>
                <a:t>00-00-00-22-22-22</a:t>
              </a:r>
              <a:endParaRPr lang="zh-CN" altLang="en-US" sz="1600" b="1" dirty="0">
                <a:latin typeface="+mj-lt"/>
                <a:ea typeface="宋体" pitchFamily="2" charset="-122"/>
              </a:endParaRPr>
            </a:p>
          </p:txBody>
        </p:sp>
        <p:sp>
          <p:nvSpPr>
            <p:cNvPr id="22" name="TextBox 26">
              <a:extLst>
                <a:ext uri="{FF2B5EF4-FFF2-40B4-BE49-F238E27FC236}">
                  <a16:creationId xmlns:a16="http://schemas.microsoft.com/office/drawing/2014/main" id="{336FFF1D-387D-4092-88BD-79FCB0B57868}"/>
                </a:ext>
              </a:extLst>
            </p:cNvPr>
            <p:cNvSpPr txBox="1">
              <a:spLocks noChangeArrowheads="1"/>
            </p:cNvSpPr>
            <p:nvPr/>
          </p:nvSpPr>
          <p:spPr bwMode="auto">
            <a:xfrm>
              <a:off x="5067312" y="5346727"/>
              <a:ext cx="2141582" cy="346080"/>
            </a:xfrm>
            <a:prstGeom prst="rect">
              <a:avLst/>
            </a:prstGeom>
            <a:noFill/>
            <a:ln w="9525">
              <a:noFill/>
              <a:miter lim="800000"/>
              <a:headEnd/>
              <a:tailEnd/>
            </a:ln>
          </p:spPr>
          <p:txBody>
            <a:bodyPr>
              <a:spAutoFit/>
            </a:bodyPr>
            <a:lstStyle/>
            <a:p>
              <a:pPr>
                <a:defRPr/>
              </a:pPr>
              <a:r>
                <a:rPr lang="en-US" altLang="zh-CN" sz="1600" b="1" dirty="0">
                  <a:latin typeface="+mj-lt"/>
                  <a:ea typeface="宋体" pitchFamily="2" charset="-122"/>
                </a:rPr>
                <a:t>00-00-00-33-33-33</a:t>
              </a:r>
              <a:endParaRPr lang="zh-CN" altLang="en-US" sz="1600" b="1" dirty="0">
                <a:latin typeface="+mj-lt"/>
                <a:ea typeface="宋体" pitchFamily="2" charset="-122"/>
              </a:endParaRPr>
            </a:p>
          </p:txBody>
        </p:sp>
        <p:sp>
          <p:nvSpPr>
            <p:cNvPr id="23" name="TextBox 19">
              <a:extLst>
                <a:ext uri="{FF2B5EF4-FFF2-40B4-BE49-F238E27FC236}">
                  <a16:creationId xmlns:a16="http://schemas.microsoft.com/office/drawing/2014/main" id="{72D64411-A265-457D-9F7B-06DA2C0E1296}"/>
                </a:ext>
              </a:extLst>
            </p:cNvPr>
            <p:cNvSpPr txBox="1"/>
            <p:nvPr/>
          </p:nvSpPr>
          <p:spPr>
            <a:xfrm>
              <a:off x="1870021" y="3078158"/>
              <a:ext cx="1249389" cy="528644"/>
            </a:xfrm>
            <a:prstGeom prst="rect">
              <a:avLst/>
            </a:prstGeom>
            <a:noFill/>
          </p:spPr>
          <p:txBody>
            <a:bodyPr wrap="none">
              <a:spAutoFit/>
            </a:bodyPr>
            <a:lstStyle/>
            <a:p>
              <a:pPr>
                <a:defRPr/>
              </a:pPr>
              <a:r>
                <a:rPr lang="zh-CN" altLang="en-US" sz="1600" b="1" dirty="0">
                  <a:latin typeface="+mj-lt"/>
                  <a:ea typeface="宋体" pitchFamily="2" charset="-122"/>
                </a:rPr>
                <a:t>数据帧</a:t>
              </a:r>
            </a:p>
          </p:txBody>
        </p:sp>
        <p:sp>
          <p:nvSpPr>
            <p:cNvPr id="24" name="TextBox 20">
              <a:extLst>
                <a:ext uri="{FF2B5EF4-FFF2-40B4-BE49-F238E27FC236}">
                  <a16:creationId xmlns:a16="http://schemas.microsoft.com/office/drawing/2014/main" id="{AB93904D-2BEB-4352-A99F-A90376974D74}"/>
                </a:ext>
              </a:extLst>
            </p:cNvPr>
            <p:cNvSpPr txBox="1"/>
            <p:nvPr/>
          </p:nvSpPr>
          <p:spPr>
            <a:xfrm>
              <a:off x="1185795" y="3413125"/>
              <a:ext cx="1003321" cy="344493"/>
            </a:xfrm>
            <a:prstGeom prst="rect">
              <a:avLst/>
            </a:prstGeom>
            <a:noFill/>
            <a:ln>
              <a:solidFill>
                <a:schemeClr val="tx2"/>
              </a:solidFill>
            </a:ln>
          </p:spPr>
          <p:txBody>
            <a:bodyPr>
              <a:spAutoFit/>
            </a:bodyPr>
            <a:lstStyle/>
            <a:p>
              <a:pPr>
                <a:defRPr/>
              </a:pPr>
              <a:r>
                <a:rPr lang="en-US" altLang="zh-CN" sz="1600" b="1" dirty="0">
                  <a:latin typeface="+mj-lt"/>
                  <a:ea typeface="宋体" pitchFamily="2" charset="-122"/>
                </a:rPr>
                <a:t>...11-11</a:t>
              </a:r>
              <a:endParaRPr lang="zh-CN" altLang="en-US" sz="1600" b="1" dirty="0">
                <a:latin typeface="+mj-lt"/>
                <a:ea typeface="宋体" pitchFamily="2" charset="-122"/>
              </a:endParaRPr>
            </a:p>
          </p:txBody>
        </p:sp>
        <p:sp>
          <p:nvSpPr>
            <p:cNvPr id="25" name="TextBox 21">
              <a:extLst>
                <a:ext uri="{FF2B5EF4-FFF2-40B4-BE49-F238E27FC236}">
                  <a16:creationId xmlns:a16="http://schemas.microsoft.com/office/drawing/2014/main" id="{487C7706-BBFD-495B-831A-62B0D2BDBCE9}"/>
                </a:ext>
              </a:extLst>
            </p:cNvPr>
            <p:cNvSpPr txBox="1"/>
            <p:nvPr/>
          </p:nvSpPr>
          <p:spPr>
            <a:xfrm>
              <a:off x="2192291" y="3413125"/>
              <a:ext cx="1028721" cy="344493"/>
            </a:xfrm>
            <a:prstGeom prst="rect">
              <a:avLst/>
            </a:prstGeom>
            <a:noFill/>
            <a:ln>
              <a:solidFill>
                <a:schemeClr val="tx2"/>
              </a:solidFill>
            </a:ln>
          </p:spPr>
          <p:txBody>
            <a:bodyPr>
              <a:spAutoFit/>
            </a:bodyPr>
            <a:lstStyle/>
            <a:p>
              <a:pPr>
                <a:defRPr/>
              </a:pPr>
              <a:r>
                <a:rPr lang="en-US" altLang="zh-CN" sz="1600" b="1" dirty="0">
                  <a:latin typeface="+mj-lt"/>
                  <a:ea typeface="宋体" pitchFamily="2" charset="-122"/>
                </a:rPr>
                <a:t>...22-22</a:t>
              </a:r>
              <a:endParaRPr lang="zh-CN" altLang="en-US" sz="1600" b="1" dirty="0">
                <a:latin typeface="+mj-lt"/>
                <a:ea typeface="宋体" pitchFamily="2" charset="-122"/>
              </a:endParaRPr>
            </a:p>
          </p:txBody>
        </p:sp>
        <p:cxnSp>
          <p:nvCxnSpPr>
            <p:cNvPr id="26" name="直接箭头连接符 31">
              <a:extLst>
                <a:ext uri="{FF2B5EF4-FFF2-40B4-BE49-F238E27FC236}">
                  <a16:creationId xmlns:a16="http://schemas.microsoft.com/office/drawing/2014/main" id="{282A106D-6E4D-44F0-BEDD-527C5C10D2D8}"/>
                </a:ext>
              </a:extLst>
            </p:cNvPr>
            <p:cNvCxnSpPr>
              <a:cxnSpLocks noChangeShapeType="1"/>
            </p:cNvCxnSpPr>
            <p:nvPr/>
          </p:nvCxnSpPr>
          <p:spPr bwMode="auto">
            <a:xfrm rot="5400000" flipH="1" flipV="1">
              <a:off x="1704518" y="4330663"/>
              <a:ext cx="780679" cy="2479"/>
            </a:xfrm>
            <a:prstGeom prst="straightConnector1">
              <a:avLst/>
            </a:prstGeom>
            <a:noFill/>
            <a:ln w="38100" algn="ctr">
              <a:solidFill>
                <a:srgbClr val="FF0000"/>
              </a:solidFill>
              <a:round/>
              <a:headEnd/>
              <a:tailEnd type="triangle" w="med" len="med"/>
            </a:ln>
          </p:spPr>
        </p:cxnSp>
        <p:sp>
          <p:nvSpPr>
            <p:cNvPr id="27" name="云形标注 34">
              <a:extLst>
                <a:ext uri="{FF2B5EF4-FFF2-40B4-BE49-F238E27FC236}">
                  <a16:creationId xmlns:a16="http://schemas.microsoft.com/office/drawing/2014/main" id="{3D882638-BA4E-4D9C-ADB6-08232A98944F}"/>
                </a:ext>
              </a:extLst>
            </p:cNvPr>
            <p:cNvSpPr>
              <a:spLocks noChangeArrowheads="1"/>
            </p:cNvSpPr>
            <p:nvPr/>
          </p:nvSpPr>
          <p:spPr bwMode="auto">
            <a:xfrm>
              <a:off x="3952864" y="2224071"/>
              <a:ext cx="2452738" cy="1068402"/>
            </a:xfrm>
            <a:prstGeom prst="cloudCallout">
              <a:avLst>
                <a:gd name="adj1" fmla="val -34917"/>
                <a:gd name="adj2" fmla="val 68718"/>
              </a:avLst>
            </a:prstGeom>
            <a:noFill/>
            <a:ln w="9525" algn="ctr">
              <a:solidFill>
                <a:schemeClr val="tx2"/>
              </a:solidFill>
              <a:round/>
              <a:headEnd/>
              <a:tailEnd/>
            </a:ln>
          </p:spPr>
          <p:txBody>
            <a:bodyPr wrap="none" anchor="ctr"/>
            <a:lstStyle/>
            <a:p>
              <a:pPr>
                <a:defRPr/>
              </a:pPr>
              <a:endParaRPr lang="zh-CN" altLang="en-US" sz="1600" b="1">
                <a:latin typeface="+mj-lt"/>
                <a:ea typeface="黑体" pitchFamily="2" charset="-122"/>
              </a:endParaRPr>
            </a:p>
          </p:txBody>
        </p:sp>
      </p:grpSp>
      <p:graphicFrame>
        <p:nvGraphicFramePr>
          <p:cNvPr id="28" name="表格 27">
            <a:extLst>
              <a:ext uri="{FF2B5EF4-FFF2-40B4-BE49-F238E27FC236}">
                <a16:creationId xmlns:a16="http://schemas.microsoft.com/office/drawing/2014/main" id="{E3BB74E9-1FA1-4E45-94D5-1618C2C24232}"/>
              </a:ext>
            </a:extLst>
          </p:cNvPr>
          <p:cNvGraphicFramePr>
            <a:graphicFrameLocks noGrp="1"/>
          </p:cNvGraphicFramePr>
          <p:nvPr>
            <p:extLst>
              <p:ext uri="{D42A27DB-BD31-4B8C-83A1-F6EECF244321}">
                <p14:modId xmlns:p14="http://schemas.microsoft.com/office/powerpoint/2010/main" val="566022721"/>
              </p:ext>
            </p:extLst>
          </p:nvPr>
        </p:nvGraphicFramePr>
        <p:xfrm>
          <a:off x="5908212" y="2637650"/>
          <a:ext cx="2051060" cy="506730"/>
        </p:xfrm>
        <a:graphic>
          <a:graphicData uri="http://schemas.openxmlformats.org/drawingml/2006/table">
            <a:tbl>
              <a:tblPr/>
              <a:tblGrid>
                <a:gridCol w="988641">
                  <a:extLst>
                    <a:ext uri="{9D8B030D-6E8A-4147-A177-3AD203B41FA5}">
                      <a16:colId xmlns:a16="http://schemas.microsoft.com/office/drawing/2014/main" val="20000"/>
                    </a:ext>
                  </a:extLst>
                </a:gridCol>
                <a:gridCol w="1062419">
                  <a:extLst>
                    <a:ext uri="{9D8B030D-6E8A-4147-A177-3AD203B41FA5}">
                      <a16:colId xmlns:a16="http://schemas.microsoft.com/office/drawing/2014/main" val="20001"/>
                    </a:ext>
                  </a:extLst>
                </a:gridCol>
              </a:tblGrid>
              <a:tr h="171450">
                <a:tc>
                  <a:txBody>
                    <a:bodyPr/>
                    <a:lstStyle/>
                    <a:p>
                      <a:pPr algn="ctr" fontAlgn="ctr"/>
                      <a:r>
                        <a:rPr lang="en-US" sz="1600" b="1" i="0" u="none" strike="noStrike" dirty="0">
                          <a:solidFill>
                            <a:srgbClr val="000000"/>
                          </a:solidFill>
                          <a:latin typeface="+mj-lt"/>
                          <a:ea typeface="宋体" pitchFamily="2" charset="-122"/>
                          <a:cs typeface="Times New Roman" pitchFamily="18" charset="0"/>
                        </a:rPr>
                        <a:t>MAC</a:t>
                      </a:r>
                      <a:r>
                        <a:rPr lang="zh-CN" altLang="en-US" sz="1600" b="1" i="0" u="none" strike="noStrike" dirty="0">
                          <a:solidFill>
                            <a:srgbClr val="000000"/>
                          </a:solidFill>
                          <a:latin typeface="+mj-lt"/>
                          <a:ea typeface="宋体" pitchFamily="2" charset="-122"/>
                          <a:cs typeface="Times New Roman" pitchFamily="18" charset="0"/>
                        </a:rPr>
                        <a:t>地址</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latin typeface="+mj-lt"/>
                          <a:ea typeface="宋体" pitchFamily="2" charset="-122"/>
                          <a:cs typeface="Times New Roman" pitchFamily="18" charset="0"/>
                        </a:rPr>
                        <a:t>接口标示</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ctr" fontAlgn="ctr"/>
                      <a:r>
                        <a:rPr lang="en-US" altLang="zh-CN" sz="1600" b="1" dirty="0">
                          <a:solidFill>
                            <a:schemeClr val="tx2"/>
                          </a:solidFill>
                          <a:latin typeface="+mj-lt"/>
                          <a:ea typeface="宋体" pitchFamily="2" charset="-122"/>
                        </a:rPr>
                        <a:t>...</a:t>
                      </a:r>
                      <a:r>
                        <a:rPr lang="en-US" altLang="zh-CN" sz="1600" b="1" i="0" u="none" strike="noStrike" dirty="0">
                          <a:solidFill>
                            <a:srgbClr val="000000"/>
                          </a:solidFill>
                          <a:latin typeface="+mj-lt"/>
                          <a:ea typeface="宋体" pitchFamily="2" charset="-122"/>
                          <a:cs typeface="Times New Roman" pitchFamily="18" charset="0"/>
                        </a:rPr>
                        <a:t>11-11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latin typeface="+mj-lt"/>
                          <a:ea typeface="宋体" pitchFamily="2" charset="-122"/>
                          <a:cs typeface="Times New Roman"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29" name="组合 52">
            <a:extLst>
              <a:ext uri="{FF2B5EF4-FFF2-40B4-BE49-F238E27FC236}">
                <a16:creationId xmlns:a16="http://schemas.microsoft.com/office/drawing/2014/main" id="{6065C73D-DD19-43A0-B06C-FD624E3C73A4}"/>
              </a:ext>
            </a:extLst>
          </p:cNvPr>
          <p:cNvGrpSpPr>
            <a:grpSpLocks/>
          </p:cNvGrpSpPr>
          <p:nvPr/>
        </p:nvGrpSpPr>
        <p:grpSpPr bwMode="auto">
          <a:xfrm>
            <a:off x="2410950" y="2382063"/>
            <a:ext cx="6572250" cy="3468687"/>
            <a:chOff x="965125" y="2151045"/>
            <a:chExt cx="6572385" cy="3468736"/>
          </a:xfrm>
        </p:grpSpPr>
        <p:pic>
          <p:nvPicPr>
            <p:cNvPr id="30" name="图片 11" descr="asdf.png">
              <a:extLst>
                <a:ext uri="{FF2B5EF4-FFF2-40B4-BE49-F238E27FC236}">
                  <a16:creationId xmlns:a16="http://schemas.microsoft.com/office/drawing/2014/main" id="{FB6C9960-85FA-40AA-830F-D84903ACD4CF}"/>
                </a:ext>
              </a:extLst>
            </p:cNvPr>
            <p:cNvPicPr>
              <a:picLocks noChangeAspect="1"/>
            </p:cNvPicPr>
            <p:nvPr/>
          </p:nvPicPr>
          <p:blipFill>
            <a:blip r:embed="rId2"/>
            <a:srcRect/>
            <a:stretch>
              <a:fillRect/>
            </a:stretch>
          </p:blipFill>
          <p:spPr bwMode="auto">
            <a:xfrm>
              <a:off x="1921610" y="4716130"/>
              <a:ext cx="703849" cy="669153"/>
            </a:xfrm>
            <a:prstGeom prst="rect">
              <a:avLst/>
            </a:prstGeom>
            <a:noFill/>
            <a:ln w="9525">
              <a:noFill/>
              <a:miter lim="800000"/>
              <a:headEnd/>
              <a:tailEnd/>
            </a:ln>
          </p:spPr>
        </p:pic>
        <p:pic>
          <p:nvPicPr>
            <p:cNvPr id="31" name="Picture 10">
              <a:extLst>
                <a:ext uri="{FF2B5EF4-FFF2-40B4-BE49-F238E27FC236}">
                  <a16:creationId xmlns:a16="http://schemas.microsoft.com/office/drawing/2014/main" id="{3EE0AD3C-04E4-436C-86E2-C9AA9BA03F37}"/>
                </a:ext>
              </a:extLst>
            </p:cNvPr>
            <p:cNvPicPr>
              <a:picLocks noChangeAspect="1" noChangeArrowheads="1"/>
            </p:cNvPicPr>
            <p:nvPr/>
          </p:nvPicPr>
          <p:blipFill>
            <a:blip r:embed="rId3"/>
            <a:srcRect/>
            <a:stretch>
              <a:fillRect/>
            </a:stretch>
          </p:blipFill>
          <p:spPr bwMode="auto">
            <a:xfrm>
              <a:off x="3641580" y="3489350"/>
              <a:ext cx="1226781" cy="525409"/>
            </a:xfrm>
            <a:prstGeom prst="rect">
              <a:avLst/>
            </a:prstGeom>
            <a:noFill/>
            <a:ln w="9525">
              <a:noFill/>
              <a:miter lim="800000"/>
              <a:headEnd/>
              <a:tailEnd/>
            </a:ln>
          </p:spPr>
        </p:pic>
        <p:pic>
          <p:nvPicPr>
            <p:cNvPr id="32" name="图片 11" descr="asdf.png">
              <a:extLst>
                <a:ext uri="{FF2B5EF4-FFF2-40B4-BE49-F238E27FC236}">
                  <a16:creationId xmlns:a16="http://schemas.microsoft.com/office/drawing/2014/main" id="{8A9B2819-6B85-4964-ABC1-440B5747DB42}"/>
                </a:ext>
              </a:extLst>
            </p:cNvPr>
            <p:cNvPicPr>
              <a:picLocks noChangeAspect="1"/>
            </p:cNvPicPr>
            <p:nvPr/>
          </p:nvPicPr>
          <p:blipFill>
            <a:blip r:embed="rId2"/>
            <a:srcRect/>
            <a:stretch>
              <a:fillRect/>
            </a:stretch>
          </p:blipFill>
          <p:spPr bwMode="auto">
            <a:xfrm>
              <a:off x="5971223" y="4716130"/>
              <a:ext cx="703849" cy="669153"/>
            </a:xfrm>
            <a:prstGeom prst="rect">
              <a:avLst/>
            </a:prstGeom>
            <a:noFill/>
            <a:ln w="9525">
              <a:noFill/>
              <a:miter lim="800000"/>
              <a:headEnd/>
              <a:tailEnd/>
            </a:ln>
          </p:spPr>
        </p:pic>
        <p:pic>
          <p:nvPicPr>
            <p:cNvPr id="33" name="图片 11" descr="asdf.png">
              <a:extLst>
                <a:ext uri="{FF2B5EF4-FFF2-40B4-BE49-F238E27FC236}">
                  <a16:creationId xmlns:a16="http://schemas.microsoft.com/office/drawing/2014/main" id="{F31A0A6E-5D08-41AE-8FDF-FCB949F2BAC9}"/>
                </a:ext>
              </a:extLst>
            </p:cNvPr>
            <p:cNvPicPr>
              <a:picLocks noChangeAspect="1"/>
            </p:cNvPicPr>
            <p:nvPr/>
          </p:nvPicPr>
          <p:blipFill>
            <a:blip r:embed="rId2"/>
            <a:srcRect/>
            <a:stretch>
              <a:fillRect/>
            </a:stretch>
          </p:blipFill>
          <p:spPr bwMode="auto">
            <a:xfrm>
              <a:off x="3911721" y="4716130"/>
              <a:ext cx="703849" cy="669153"/>
            </a:xfrm>
            <a:prstGeom prst="rect">
              <a:avLst/>
            </a:prstGeom>
            <a:noFill/>
            <a:ln w="9525">
              <a:noFill/>
              <a:miter lim="800000"/>
              <a:headEnd/>
              <a:tailEnd/>
            </a:ln>
          </p:spPr>
        </p:pic>
        <p:cxnSp>
          <p:nvCxnSpPr>
            <p:cNvPr id="34" name="直接连接符 10">
              <a:extLst>
                <a:ext uri="{FF2B5EF4-FFF2-40B4-BE49-F238E27FC236}">
                  <a16:creationId xmlns:a16="http://schemas.microsoft.com/office/drawing/2014/main" id="{BD14A946-09C2-4280-AF84-2503E108D6A8}"/>
                </a:ext>
              </a:extLst>
            </p:cNvPr>
            <p:cNvCxnSpPr>
              <a:cxnSpLocks noChangeShapeType="1"/>
            </p:cNvCxnSpPr>
            <p:nvPr/>
          </p:nvCxnSpPr>
          <p:spPr bwMode="auto">
            <a:xfrm rot="16200000" flipH="1">
              <a:off x="3908003" y="4360488"/>
              <a:ext cx="701370" cy="9913"/>
            </a:xfrm>
            <a:prstGeom prst="line">
              <a:avLst/>
            </a:prstGeom>
            <a:noFill/>
            <a:ln w="38100" algn="ctr">
              <a:solidFill>
                <a:srgbClr val="FF0000"/>
              </a:solidFill>
              <a:round/>
              <a:headEnd/>
              <a:tailEnd/>
            </a:ln>
          </p:spPr>
        </p:cxnSp>
        <p:cxnSp>
          <p:nvCxnSpPr>
            <p:cNvPr id="35" name="肘形连接符 12">
              <a:extLst>
                <a:ext uri="{FF2B5EF4-FFF2-40B4-BE49-F238E27FC236}">
                  <a16:creationId xmlns:a16="http://schemas.microsoft.com/office/drawing/2014/main" id="{21A2789D-D22F-4160-985F-45E2A54CBFB8}"/>
                </a:ext>
              </a:extLst>
            </p:cNvPr>
            <p:cNvCxnSpPr>
              <a:cxnSpLocks noChangeShapeType="1"/>
            </p:cNvCxnSpPr>
            <p:nvPr/>
          </p:nvCxnSpPr>
          <p:spPr bwMode="auto">
            <a:xfrm rot="10800000" flipV="1">
              <a:off x="2273535" y="3752055"/>
              <a:ext cx="1368045" cy="964075"/>
            </a:xfrm>
            <a:prstGeom prst="bentConnector2">
              <a:avLst/>
            </a:prstGeom>
            <a:noFill/>
            <a:ln w="38100" algn="ctr">
              <a:solidFill>
                <a:srgbClr val="FF0000"/>
              </a:solidFill>
              <a:round/>
              <a:headEnd/>
              <a:tailEnd/>
            </a:ln>
          </p:spPr>
        </p:cxnSp>
        <p:cxnSp>
          <p:nvCxnSpPr>
            <p:cNvPr id="36" name="肘形连接符 12">
              <a:extLst>
                <a:ext uri="{FF2B5EF4-FFF2-40B4-BE49-F238E27FC236}">
                  <a16:creationId xmlns:a16="http://schemas.microsoft.com/office/drawing/2014/main" id="{8AC3C835-63F0-4080-B702-D6B78683DF91}"/>
                </a:ext>
              </a:extLst>
            </p:cNvPr>
            <p:cNvCxnSpPr>
              <a:cxnSpLocks noChangeShapeType="1"/>
            </p:cNvCxnSpPr>
            <p:nvPr/>
          </p:nvCxnSpPr>
          <p:spPr bwMode="auto">
            <a:xfrm>
              <a:off x="4868361" y="3752055"/>
              <a:ext cx="1454787" cy="964075"/>
            </a:xfrm>
            <a:prstGeom prst="bentConnector2">
              <a:avLst/>
            </a:prstGeom>
            <a:noFill/>
            <a:ln w="38100" algn="ctr">
              <a:solidFill>
                <a:srgbClr val="FF0000"/>
              </a:solidFill>
              <a:round/>
              <a:headEnd/>
              <a:tailEnd/>
            </a:ln>
          </p:spPr>
        </p:cxnSp>
        <p:sp>
          <p:nvSpPr>
            <p:cNvPr id="37" name="Text Box 12">
              <a:extLst>
                <a:ext uri="{FF2B5EF4-FFF2-40B4-BE49-F238E27FC236}">
                  <a16:creationId xmlns:a16="http://schemas.microsoft.com/office/drawing/2014/main" id="{E3007BC0-03C8-46A5-BA09-F83D43825E93}"/>
                </a:ext>
              </a:extLst>
            </p:cNvPr>
            <p:cNvSpPr txBox="1">
              <a:spLocks noChangeArrowheads="1"/>
            </p:cNvSpPr>
            <p:nvPr/>
          </p:nvSpPr>
          <p:spPr bwMode="auto">
            <a:xfrm>
              <a:off x="3395637" y="3740154"/>
              <a:ext cx="446097" cy="528645"/>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1</a:t>
              </a:r>
              <a:endParaRPr lang="zh-CN" altLang="en-US" sz="1600" b="1" dirty="0">
                <a:latin typeface="+mj-lt"/>
                <a:ea typeface="宋体" pitchFamily="2" charset="-122"/>
              </a:endParaRPr>
            </a:p>
          </p:txBody>
        </p:sp>
        <p:sp>
          <p:nvSpPr>
            <p:cNvPr id="38" name="Text Box 12">
              <a:extLst>
                <a:ext uri="{FF2B5EF4-FFF2-40B4-BE49-F238E27FC236}">
                  <a16:creationId xmlns:a16="http://schemas.microsoft.com/office/drawing/2014/main" id="{E210A7B3-81AD-4A27-AF80-B0086C87BA41}"/>
                </a:ext>
              </a:extLst>
            </p:cNvPr>
            <p:cNvSpPr txBox="1">
              <a:spLocks noChangeArrowheads="1"/>
            </p:cNvSpPr>
            <p:nvPr/>
          </p:nvSpPr>
          <p:spPr bwMode="auto">
            <a:xfrm>
              <a:off x="4235442" y="3922720"/>
              <a:ext cx="446096"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2</a:t>
              </a:r>
              <a:endParaRPr lang="zh-CN" altLang="en-US" sz="1600" b="1" dirty="0">
                <a:latin typeface="+mj-lt"/>
                <a:ea typeface="宋体" pitchFamily="2" charset="-122"/>
              </a:endParaRPr>
            </a:p>
          </p:txBody>
        </p:sp>
        <p:sp>
          <p:nvSpPr>
            <p:cNvPr id="39" name="Text Box 12">
              <a:extLst>
                <a:ext uri="{FF2B5EF4-FFF2-40B4-BE49-F238E27FC236}">
                  <a16:creationId xmlns:a16="http://schemas.microsoft.com/office/drawing/2014/main" id="{C6BEFC56-9DD2-4E66-8CDB-E62BBB4B1B37}"/>
                </a:ext>
              </a:extLst>
            </p:cNvPr>
            <p:cNvSpPr txBox="1">
              <a:spLocks noChangeArrowheads="1"/>
            </p:cNvSpPr>
            <p:nvPr/>
          </p:nvSpPr>
          <p:spPr bwMode="auto">
            <a:xfrm>
              <a:off x="4746628" y="3740154"/>
              <a:ext cx="446096" cy="528645"/>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3</a:t>
              </a:r>
              <a:endParaRPr lang="zh-CN" altLang="en-US" sz="1600" b="1" dirty="0">
                <a:latin typeface="+mj-lt"/>
                <a:ea typeface="宋体" pitchFamily="2" charset="-122"/>
              </a:endParaRPr>
            </a:p>
          </p:txBody>
        </p:sp>
        <p:sp>
          <p:nvSpPr>
            <p:cNvPr id="40" name="Text Box 12">
              <a:extLst>
                <a:ext uri="{FF2B5EF4-FFF2-40B4-BE49-F238E27FC236}">
                  <a16:creationId xmlns:a16="http://schemas.microsoft.com/office/drawing/2014/main" id="{2A9F3950-7681-4A70-9E85-66E7BE608272}"/>
                </a:ext>
              </a:extLst>
            </p:cNvPr>
            <p:cNvSpPr txBox="1">
              <a:spLocks noChangeArrowheads="1"/>
            </p:cNvSpPr>
            <p:nvPr/>
          </p:nvSpPr>
          <p:spPr bwMode="auto">
            <a:xfrm>
              <a:off x="1646176" y="4827608"/>
              <a:ext cx="446097"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A</a:t>
              </a:r>
              <a:endParaRPr lang="zh-CN" altLang="en-US" sz="1600" b="1" dirty="0">
                <a:latin typeface="+mj-lt"/>
                <a:ea typeface="宋体" pitchFamily="2" charset="-122"/>
              </a:endParaRPr>
            </a:p>
          </p:txBody>
        </p:sp>
        <p:sp>
          <p:nvSpPr>
            <p:cNvPr id="41" name="Text Box 12">
              <a:extLst>
                <a:ext uri="{FF2B5EF4-FFF2-40B4-BE49-F238E27FC236}">
                  <a16:creationId xmlns:a16="http://schemas.microsoft.com/office/drawing/2014/main" id="{B546C29D-1310-4DB8-92FA-6074AF7ACF10}"/>
                </a:ext>
              </a:extLst>
            </p:cNvPr>
            <p:cNvSpPr txBox="1">
              <a:spLocks noChangeArrowheads="1"/>
            </p:cNvSpPr>
            <p:nvPr/>
          </p:nvSpPr>
          <p:spPr bwMode="auto">
            <a:xfrm>
              <a:off x="3627417" y="4827608"/>
              <a:ext cx="446097"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B</a:t>
              </a:r>
              <a:endParaRPr lang="zh-CN" altLang="en-US" sz="1600" b="1" dirty="0">
                <a:latin typeface="+mj-lt"/>
                <a:ea typeface="宋体" pitchFamily="2" charset="-122"/>
              </a:endParaRPr>
            </a:p>
          </p:txBody>
        </p:sp>
        <p:sp>
          <p:nvSpPr>
            <p:cNvPr id="42" name="Text Box 12">
              <a:extLst>
                <a:ext uri="{FF2B5EF4-FFF2-40B4-BE49-F238E27FC236}">
                  <a16:creationId xmlns:a16="http://schemas.microsoft.com/office/drawing/2014/main" id="{3B5C929D-7678-4826-8A5C-099E5A4E4493}"/>
                </a:ext>
              </a:extLst>
            </p:cNvPr>
            <p:cNvSpPr txBox="1">
              <a:spLocks noChangeArrowheads="1"/>
            </p:cNvSpPr>
            <p:nvPr/>
          </p:nvSpPr>
          <p:spPr bwMode="auto">
            <a:xfrm>
              <a:off x="5686447" y="4827608"/>
              <a:ext cx="446096" cy="52864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C</a:t>
              </a:r>
              <a:endParaRPr lang="zh-CN" altLang="en-US" sz="1600" b="1" dirty="0">
                <a:latin typeface="+mj-lt"/>
                <a:ea typeface="宋体" pitchFamily="2" charset="-122"/>
              </a:endParaRPr>
            </a:p>
          </p:txBody>
        </p:sp>
        <p:sp>
          <p:nvSpPr>
            <p:cNvPr id="43" name="TextBox 24">
              <a:extLst>
                <a:ext uri="{FF2B5EF4-FFF2-40B4-BE49-F238E27FC236}">
                  <a16:creationId xmlns:a16="http://schemas.microsoft.com/office/drawing/2014/main" id="{47B10F8A-8E56-4734-BAC2-F6719456A569}"/>
                </a:ext>
              </a:extLst>
            </p:cNvPr>
            <p:cNvSpPr txBox="1">
              <a:spLocks noChangeArrowheads="1"/>
            </p:cNvSpPr>
            <p:nvPr/>
          </p:nvSpPr>
          <p:spPr bwMode="auto">
            <a:xfrm>
              <a:off x="965125" y="5273701"/>
              <a:ext cx="2146344" cy="338143"/>
            </a:xfrm>
            <a:prstGeom prst="rect">
              <a:avLst/>
            </a:prstGeom>
            <a:noFill/>
            <a:ln w="9525">
              <a:noFill/>
              <a:miter lim="800000"/>
              <a:headEnd/>
              <a:tailEnd/>
            </a:ln>
          </p:spPr>
          <p:txBody>
            <a:bodyPr>
              <a:spAutoFit/>
            </a:bodyPr>
            <a:lstStyle/>
            <a:p>
              <a:pPr>
                <a:defRPr/>
              </a:pPr>
              <a:r>
                <a:rPr lang="en-US" altLang="zh-CN" sz="1600" b="1" dirty="0">
                  <a:latin typeface="+mj-lt"/>
                  <a:ea typeface="宋体" pitchFamily="2" charset="-122"/>
                </a:rPr>
                <a:t>00-00-00-11-11-11</a:t>
              </a:r>
              <a:endParaRPr lang="zh-CN" altLang="en-US" sz="1600" b="1" dirty="0">
                <a:latin typeface="+mj-lt"/>
                <a:ea typeface="宋体" pitchFamily="2" charset="-122"/>
              </a:endParaRPr>
            </a:p>
          </p:txBody>
        </p:sp>
        <p:sp>
          <p:nvSpPr>
            <p:cNvPr id="44" name="TextBox 25">
              <a:extLst>
                <a:ext uri="{FF2B5EF4-FFF2-40B4-BE49-F238E27FC236}">
                  <a16:creationId xmlns:a16="http://schemas.microsoft.com/office/drawing/2014/main" id="{040E3930-D3EC-4822-A262-E25FE9F3410E}"/>
                </a:ext>
              </a:extLst>
            </p:cNvPr>
            <p:cNvSpPr txBox="1">
              <a:spLocks noChangeArrowheads="1"/>
            </p:cNvSpPr>
            <p:nvPr/>
          </p:nvSpPr>
          <p:spPr bwMode="auto">
            <a:xfrm>
              <a:off x="3265459" y="5273701"/>
              <a:ext cx="2200320" cy="338143"/>
            </a:xfrm>
            <a:prstGeom prst="rect">
              <a:avLst/>
            </a:prstGeom>
            <a:noFill/>
            <a:ln w="9525">
              <a:noFill/>
              <a:miter lim="800000"/>
              <a:headEnd/>
              <a:tailEnd/>
            </a:ln>
          </p:spPr>
          <p:txBody>
            <a:bodyPr>
              <a:spAutoFit/>
            </a:bodyPr>
            <a:lstStyle/>
            <a:p>
              <a:pPr>
                <a:defRPr/>
              </a:pPr>
              <a:r>
                <a:rPr lang="en-US" altLang="zh-CN" sz="1600" b="1" dirty="0">
                  <a:latin typeface="+mj-lt"/>
                  <a:ea typeface="宋体" pitchFamily="2" charset="-122"/>
                </a:rPr>
                <a:t>00-00-00-22-22-22</a:t>
              </a:r>
              <a:endParaRPr lang="zh-CN" altLang="en-US" sz="1600" b="1" dirty="0">
                <a:latin typeface="+mj-lt"/>
                <a:ea typeface="宋体" pitchFamily="2" charset="-122"/>
              </a:endParaRPr>
            </a:p>
          </p:txBody>
        </p:sp>
        <p:sp>
          <p:nvSpPr>
            <p:cNvPr id="45" name="TextBox 26">
              <a:extLst>
                <a:ext uri="{FF2B5EF4-FFF2-40B4-BE49-F238E27FC236}">
                  <a16:creationId xmlns:a16="http://schemas.microsoft.com/office/drawing/2014/main" id="{192A0920-C929-4B68-A3AA-A067966BE768}"/>
                </a:ext>
              </a:extLst>
            </p:cNvPr>
            <p:cNvSpPr txBox="1">
              <a:spLocks noChangeArrowheads="1"/>
            </p:cNvSpPr>
            <p:nvPr/>
          </p:nvSpPr>
          <p:spPr bwMode="auto">
            <a:xfrm>
              <a:off x="5395928" y="5273701"/>
              <a:ext cx="2141582" cy="346080"/>
            </a:xfrm>
            <a:prstGeom prst="rect">
              <a:avLst/>
            </a:prstGeom>
            <a:noFill/>
            <a:ln w="9525">
              <a:noFill/>
              <a:miter lim="800000"/>
              <a:headEnd/>
              <a:tailEnd/>
            </a:ln>
          </p:spPr>
          <p:txBody>
            <a:bodyPr>
              <a:spAutoFit/>
            </a:bodyPr>
            <a:lstStyle/>
            <a:p>
              <a:pPr>
                <a:defRPr/>
              </a:pPr>
              <a:r>
                <a:rPr lang="en-US" altLang="zh-CN" sz="1600" b="1" dirty="0">
                  <a:latin typeface="+mj-lt"/>
                  <a:ea typeface="宋体" pitchFamily="2" charset="-122"/>
                </a:rPr>
                <a:t>00-00-00-33-33-33</a:t>
              </a:r>
              <a:endParaRPr lang="zh-CN" altLang="en-US" sz="1600" b="1" dirty="0">
                <a:latin typeface="+mj-lt"/>
                <a:ea typeface="宋体" pitchFamily="2" charset="-122"/>
              </a:endParaRPr>
            </a:p>
          </p:txBody>
        </p:sp>
        <p:sp>
          <p:nvSpPr>
            <p:cNvPr id="46" name="云形标注 34">
              <a:extLst>
                <a:ext uri="{FF2B5EF4-FFF2-40B4-BE49-F238E27FC236}">
                  <a16:creationId xmlns:a16="http://schemas.microsoft.com/office/drawing/2014/main" id="{49866F18-63D4-4431-BA28-DD439080F868}"/>
                </a:ext>
              </a:extLst>
            </p:cNvPr>
            <p:cNvSpPr>
              <a:spLocks noChangeArrowheads="1"/>
            </p:cNvSpPr>
            <p:nvPr/>
          </p:nvSpPr>
          <p:spPr bwMode="auto">
            <a:xfrm>
              <a:off x="4281480" y="2151045"/>
              <a:ext cx="2452738" cy="1068402"/>
            </a:xfrm>
            <a:prstGeom prst="cloudCallout">
              <a:avLst>
                <a:gd name="adj1" fmla="val -34917"/>
                <a:gd name="adj2" fmla="val 68718"/>
              </a:avLst>
            </a:prstGeom>
            <a:noFill/>
            <a:ln w="9525" algn="ctr">
              <a:solidFill>
                <a:schemeClr val="tx2"/>
              </a:solidFill>
              <a:round/>
              <a:headEnd/>
              <a:tailEnd/>
            </a:ln>
          </p:spPr>
          <p:txBody>
            <a:bodyPr wrap="none" anchor="ctr"/>
            <a:lstStyle/>
            <a:p>
              <a:pPr>
                <a:defRPr/>
              </a:pPr>
              <a:endParaRPr lang="zh-CN" altLang="en-US" sz="1600" b="1">
                <a:latin typeface="+mj-lt"/>
                <a:ea typeface="黑体" pitchFamily="2" charset="-122"/>
              </a:endParaRPr>
            </a:p>
          </p:txBody>
        </p:sp>
        <p:sp>
          <p:nvSpPr>
            <p:cNvPr id="47" name="矩形 50">
              <a:extLst>
                <a:ext uri="{FF2B5EF4-FFF2-40B4-BE49-F238E27FC236}">
                  <a16:creationId xmlns:a16="http://schemas.microsoft.com/office/drawing/2014/main" id="{974B0B36-DF29-4C07-87CB-DE8788897DF9}"/>
                </a:ext>
              </a:extLst>
            </p:cNvPr>
            <p:cNvSpPr>
              <a:spLocks noChangeArrowheads="1"/>
            </p:cNvSpPr>
            <p:nvPr/>
          </p:nvSpPr>
          <p:spPr bwMode="auto">
            <a:xfrm>
              <a:off x="4681539" y="2406636"/>
              <a:ext cx="1570059" cy="584775"/>
            </a:xfrm>
            <a:prstGeom prst="rect">
              <a:avLst/>
            </a:prstGeom>
            <a:noFill/>
            <a:ln w="9525">
              <a:noFill/>
              <a:miter lim="800000"/>
              <a:headEnd/>
              <a:tailEnd/>
            </a:ln>
          </p:spPr>
          <p:txBody>
            <a:bodyPr>
              <a:spAutoFit/>
            </a:bodyPr>
            <a:lstStyle/>
            <a:p>
              <a:pPr algn="ctr"/>
              <a:r>
                <a:rPr lang="zh-CN" altLang="en-US" sz="1600" b="1">
                  <a:latin typeface="黑体" pitchFamily="49" charset="-122"/>
                </a:rPr>
                <a:t>对外面的世界</a:t>
              </a:r>
              <a:endParaRPr lang="en-US" altLang="zh-CN" sz="1600" b="1">
                <a:latin typeface="黑体" pitchFamily="49" charset="-122"/>
              </a:endParaRPr>
            </a:p>
            <a:p>
              <a:pPr algn="ctr"/>
              <a:r>
                <a:rPr lang="zh-CN" altLang="en-US" sz="1600" b="1">
                  <a:latin typeface="黑体" pitchFamily="49" charset="-122"/>
                </a:rPr>
                <a:t>我一无所知</a:t>
              </a:r>
              <a:endParaRPr lang="zh-CN" altLang="en-US" sz="1600">
                <a:latin typeface="黑体" pitchFamily="49" charset="-122"/>
              </a:endParaRPr>
            </a:p>
          </p:txBody>
        </p:sp>
      </p:grpSp>
      <p:grpSp>
        <p:nvGrpSpPr>
          <p:cNvPr id="48" name="组合 88">
            <a:extLst>
              <a:ext uri="{FF2B5EF4-FFF2-40B4-BE49-F238E27FC236}">
                <a16:creationId xmlns:a16="http://schemas.microsoft.com/office/drawing/2014/main" id="{03E5BEE8-4063-42AC-A378-799CE55592C6}"/>
              </a:ext>
            </a:extLst>
          </p:cNvPr>
          <p:cNvGrpSpPr>
            <a:grpSpLocks/>
          </p:cNvGrpSpPr>
          <p:nvPr/>
        </p:nvGrpSpPr>
        <p:grpSpPr bwMode="auto">
          <a:xfrm>
            <a:off x="2691937" y="2458263"/>
            <a:ext cx="6088063" cy="3386137"/>
            <a:chOff x="2363799" y="3234024"/>
            <a:chExt cx="3948196" cy="2195730"/>
          </a:xfrm>
        </p:grpSpPr>
        <p:pic>
          <p:nvPicPr>
            <p:cNvPr id="49" name="图片 11" descr="asdf.png">
              <a:extLst>
                <a:ext uri="{FF2B5EF4-FFF2-40B4-BE49-F238E27FC236}">
                  <a16:creationId xmlns:a16="http://schemas.microsoft.com/office/drawing/2014/main" id="{D5876BB5-1968-491B-BB99-7B19574E03BD}"/>
                </a:ext>
              </a:extLst>
            </p:cNvPr>
            <p:cNvPicPr>
              <a:picLocks noChangeAspect="1"/>
            </p:cNvPicPr>
            <p:nvPr/>
          </p:nvPicPr>
          <p:blipFill>
            <a:blip r:embed="rId2"/>
            <a:srcRect/>
            <a:stretch>
              <a:fillRect/>
            </a:stretch>
          </p:blipFill>
          <p:spPr bwMode="auto">
            <a:xfrm>
              <a:off x="2817824" y="4853007"/>
              <a:ext cx="450850" cy="428625"/>
            </a:xfrm>
            <a:prstGeom prst="rect">
              <a:avLst/>
            </a:prstGeom>
            <a:noFill/>
            <a:ln w="9525">
              <a:noFill/>
              <a:miter lim="800000"/>
              <a:headEnd/>
              <a:tailEnd/>
            </a:ln>
          </p:spPr>
        </p:pic>
        <p:pic>
          <p:nvPicPr>
            <p:cNvPr id="50" name="Picture 10">
              <a:extLst>
                <a:ext uri="{FF2B5EF4-FFF2-40B4-BE49-F238E27FC236}">
                  <a16:creationId xmlns:a16="http://schemas.microsoft.com/office/drawing/2014/main" id="{AC878596-1D89-499E-93B9-ABD21DA19A92}"/>
                </a:ext>
              </a:extLst>
            </p:cNvPr>
            <p:cNvPicPr>
              <a:picLocks noChangeAspect="1" noChangeArrowheads="1"/>
            </p:cNvPicPr>
            <p:nvPr/>
          </p:nvPicPr>
          <p:blipFill>
            <a:blip r:embed="rId3"/>
            <a:srcRect/>
            <a:stretch>
              <a:fillRect/>
            </a:stretch>
          </p:blipFill>
          <p:spPr bwMode="auto">
            <a:xfrm>
              <a:off x="3919549" y="4067195"/>
              <a:ext cx="785813" cy="336550"/>
            </a:xfrm>
            <a:prstGeom prst="rect">
              <a:avLst/>
            </a:prstGeom>
            <a:noFill/>
            <a:ln w="9525">
              <a:noFill/>
              <a:miter lim="800000"/>
              <a:headEnd/>
              <a:tailEnd/>
            </a:ln>
          </p:spPr>
        </p:pic>
        <p:pic>
          <p:nvPicPr>
            <p:cNvPr id="51" name="图片 11" descr="asdf.png">
              <a:extLst>
                <a:ext uri="{FF2B5EF4-FFF2-40B4-BE49-F238E27FC236}">
                  <a16:creationId xmlns:a16="http://schemas.microsoft.com/office/drawing/2014/main" id="{FA03F439-3761-4B23-B80B-ABFAAC0F5573}"/>
                </a:ext>
              </a:extLst>
            </p:cNvPr>
            <p:cNvPicPr>
              <a:picLocks noChangeAspect="1"/>
            </p:cNvPicPr>
            <p:nvPr/>
          </p:nvPicPr>
          <p:blipFill>
            <a:blip r:embed="rId2"/>
            <a:srcRect/>
            <a:stretch>
              <a:fillRect/>
            </a:stretch>
          </p:blipFill>
          <p:spPr bwMode="auto">
            <a:xfrm>
              <a:off x="5411799" y="4853007"/>
              <a:ext cx="450850" cy="428625"/>
            </a:xfrm>
            <a:prstGeom prst="rect">
              <a:avLst/>
            </a:prstGeom>
            <a:noFill/>
            <a:ln w="9525">
              <a:noFill/>
              <a:miter lim="800000"/>
              <a:headEnd/>
              <a:tailEnd/>
            </a:ln>
          </p:spPr>
        </p:pic>
        <p:pic>
          <p:nvPicPr>
            <p:cNvPr id="52" name="图片 11" descr="asdf.png">
              <a:extLst>
                <a:ext uri="{FF2B5EF4-FFF2-40B4-BE49-F238E27FC236}">
                  <a16:creationId xmlns:a16="http://schemas.microsoft.com/office/drawing/2014/main" id="{E1325BAA-DE29-4CAA-AFB0-F87F4F30CBEF}"/>
                </a:ext>
              </a:extLst>
            </p:cNvPr>
            <p:cNvPicPr>
              <a:picLocks noChangeAspect="1"/>
            </p:cNvPicPr>
            <p:nvPr/>
          </p:nvPicPr>
          <p:blipFill>
            <a:blip r:embed="rId2"/>
            <a:srcRect/>
            <a:stretch>
              <a:fillRect/>
            </a:stretch>
          </p:blipFill>
          <p:spPr bwMode="auto">
            <a:xfrm>
              <a:off x="4092587" y="4853007"/>
              <a:ext cx="450850" cy="428625"/>
            </a:xfrm>
            <a:prstGeom prst="rect">
              <a:avLst/>
            </a:prstGeom>
            <a:noFill/>
            <a:ln w="9525">
              <a:noFill/>
              <a:miter lim="800000"/>
              <a:headEnd/>
              <a:tailEnd/>
            </a:ln>
          </p:spPr>
        </p:pic>
        <p:cxnSp>
          <p:nvCxnSpPr>
            <p:cNvPr id="53" name="直接连接符 7">
              <a:extLst>
                <a:ext uri="{FF2B5EF4-FFF2-40B4-BE49-F238E27FC236}">
                  <a16:creationId xmlns:a16="http://schemas.microsoft.com/office/drawing/2014/main" id="{98216BE2-6DD2-4018-A97D-249C67860F75}"/>
                </a:ext>
              </a:extLst>
            </p:cNvPr>
            <p:cNvCxnSpPr>
              <a:cxnSpLocks noChangeShapeType="1"/>
            </p:cNvCxnSpPr>
            <p:nvPr/>
          </p:nvCxnSpPr>
          <p:spPr bwMode="auto">
            <a:xfrm rot="16200000" flipH="1">
              <a:off x="4090206" y="4625201"/>
              <a:ext cx="449262" cy="6350"/>
            </a:xfrm>
            <a:prstGeom prst="line">
              <a:avLst/>
            </a:prstGeom>
            <a:noFill/>
            <a:ln w="38100" algn="ctr">
              <a:solidFill>
                <a:srgbClr val="FF0000"/>
              </a:solidFill>
              <a:round/>
              <a:headEnd/>
              <a:tailEnd/>
            </a:ln>
          </p:spPr>
        </p:cxnSp>
        <p:cxnSp>
          <p:nvCxnSpPr>
            <p:cNvPr id="54" name="肘形连接符 12">
              <a:extLst>
                <a:ext uri="{FF2B5EF4-FFF2-40B4-BE49-F238E27FC236}">
                  <a16:creationId xmlns:a16="http://schemas.microsoft.com/office/drawing/2014/main" id="{E1C3FBD7-16BE-4D70-B701-87D823859154}"/>
                </a:ext>
              </a:extLst>
            </p:cNvPr>
            <p:cNvCxnSpPr>
              <a:cxnSpLocks noChangeShapeType="1"/>
            </p:cNvCxnSpPr>
            <p:nvPr/>
          </p:nvCxnSpPr>
          <p:spPr bwMode="auto">
            <a:xfrm rot="10800000" flipV="1">
              <a:off x="3043249" y="4235470"/>
              <a:ext cx="876300" cy="617537"/>
            </a:xfrm>
            <a:prstGeom prst="bentConnector2">
              <a:avLst/>
            </a:prstGeom>
            <a:noFill/>
            <a:ln w="38100" algn="ctr">
              <a:solidFill>
                <a:srgbClr val="FF0000"/>
              </a:solidFill>
              <a:round/>
              <a:headEnd/>
              <a:tailEnd/>
            </a:ln>
          </p:spPr>
        </p:cxnSp>
        <p:cxnSp>
          <p:nvCxnSpPr>
            <p:cNvPr id="55" name="肘形连接符 12">
              <a:extLst>
                <a:ext uri="{FF2B5EF4-FFF2-40B4-BE49-F238E27FC236}">
                  <a16:creationId xmlns:a16="http://schemas.microsoft.com/office/drawing/2014/main" id="{CB961458-6708-41C3-947A-CE0134666191}"/>
                </a:ext>
              </a:extLst>
            </p:cNvPr>
            <p:cNvCxnSpPr>
              <a:cxnSpLocks noChangeShapeType="1"/>
            </p:cNvCxnSpPr>
            <p:nvPr/>
          </p:nvCxnSpPr>
          <p:spPr bwMode="auto">
            <a:xfrm>
              <a:off x="4705362" y="4235470"/>
              <a:ext cx="931862" cy="617537"/>
            </a:xfrm>
            <a:prstGeom prst="bentConnector2">
              <a:avLst/>
            </a:prstGeom>
            <a:noFill/>
            <a:ln w="38100" algn="ctr">
              <a:solidFill>
                <a:srgbClr val="FF0000"/>
              </a:solidFill>
              <a:round/>
              <a:headEnd/>
              <a:tailEnd/>
            </a:ln>
          </p:spPr>
        </p:cxnSp>
        <p:sp>
          <p:nvSpPr>
            <p:cNvPr id="56" name="Text Box 12">
              <a:extLst>
                <a:ext uri="{FF2B5EF4-FFF2-40B4-BE49-F238E27FC236}">
                  <a16:creationId xmlns:a16="http://schemas.microsoft.com/office/drawing/2014/main" id="{76267151-66B5-4202-A8ED-1F7BB76381AD}"/>
                </a:ext>
              </a:extLst>
            </p:cNvPr>
            <p:cNvSpPr txBox="1">
              <a:spLocks noChangeArrowheads="1"/>
            </p:cNvSpPr>
            <p:nvPr/>
          </p:nvSpPr>
          <p:spPr bwMode="auto">
            <a:xfrm>
              <a:off x="3758794" y="4222257"/>
              <a:ext cx="286206" cy="21926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黑体" pitchFamily="2" charset="-122"/>
                </a:rPr>
                <a:t>1</a:t>
              </a:r>
              <a:endParaRPr lang="zh-CN" altLang="en-US" sz="1600" b="1" dirty="0">
                <a:latin typeface="+mj-lt"/>
                <a:ea typeface="黑体" pitchFamily="2" charset="-122"/>
              </a:endParaRPr>
            </a:p>
          </p:txBody>
        </p:sp>
        <p:sp>
          <p:nvSpPr>
            <p:cNvPr id="57" name="Text Box 12">
              <a:extLst>
                <a:ext uri="{FF2B5EF4-FFF2-40B4-BE49-F238E27FC236}">
                  <a16:creationId xmlns:a16="http://schemas.microsoft.com/office/drawing/2014/main" id="{C27FA60E-8702-4FE1-8BA9-DD9794632E69}"/>
                </a:ext>
              </a:extLst>
            </p:cNvPr>
            <p:cNvSpPr txBox="1">
              <a:spLocks noChangeArrowheads="1"/>
            </p:cNvSpPr>
            <p:nvPr/>
          </p:nvSpPr>
          <p:spPr bwMode="auto">
            <a:xfrm>
              <a:off x="4303408" y="4364316"/>
              <a:ext cx="286206" cy="21926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黑体" pitchFamily="2" charset="-122"/>
                </a:rPr>
                <a:t>2</a:t>
              </a:r>
              <a:endParaRPr lang="zh-CN" altLang="en-US" sz="1600" b="1" dirty="0">
                <a:latin typeface="+mj-lt"/>
                <a:ea typeface="黑体" pitchFamily="2" charset="-122"/>
              </a:endParaRPr>
            </a:p>
          </p:txBody>
        </p:sp>
        <p:sp>
          <p:nvSpPr>
            <p:cNvPr id="58" name="Text Box 12">
              <a:extLst>
                <a:ext uri="{FF2B5EF4-FFF2-40B4-BE49-F238E27FC236}">
                  <a16:creationId xmlns:a16="http://schemas.microsoft.com/office/drawing/2014/main" id="{B5751E18-007E-48FF-9C8F-1BA14333C429}"/>
                </a:ext>
              </a:extLst>
            </p:cNvPr>
            <p:cNvSpPr txBox="1">
              <a:spLocks noChangeArrowheads="1"/>
            </p:cNvSpPr>
            <p:nvPr/>
          </p:nvSpPr>
          <p:spPr bwMode="auto">
            <a:xfrm>
              <a:off x="4611234" y="4222257"/>
              <a:ext cx="286206" cy="21926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黑体" pitchFamily="2" charset="-122"/>
                </a:rPr>
                <a:t>3</a:t>
              </a:r>
              <a:endParaRPr lang="zh-CN" altLang="en-US" sz="1600" b="1" dirty="0">
                <a:latin typeface="+mj-lt"/>
                <a:ea typeface="黑体" pitchFamily="2" charset="-122"/>
              </a:endParaRPr>
            </a:p>
          </p:txBody>
        </p:sp>
        <p:sp>
          <p:nvSpPr>
            <p:cNvPr id="59" name="Text Box 12">
              <a:extLst>
                <a:ext uri="{FF2B5EF4-FFF2-40B4-BE49-F238E27FC236}">
                  <a16:creationId xmlns:a16="http://schemas.microsoft.com/office/drawing/2014/main" id="{380FDB5B-59A4-4B24-8D34-BD7492BD62C6}"/>
                </a:ext>
              </a:extLst>
            </p:cNvPr>
            <p:cNvSpPr txBox="1">
              <a:spLocks noChangeArrowheads="1"/>
            </p:cNvSpPr>
            <p:nvPr/>
          </p:nvSpPr>
          <p:spPr bwMode="auto">
            <a:xfrm>
              <a:off x="2641768" y="4924314"/>
              <a:ext cx="285176" cy="21926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黑体" pitchFamily="2" charset="-122"/>
                </a:rPr>
                <a:t>A</a:t>
              </a:r>
              <a:endParaRPr lang="zh-CN" altLang="en-US" sz="1600" b="1" dirty="0">
                <a:latin typeface="+mj-lt"/>
                <a:ea typeface="黑体" pitchFamily="2" charset="-122"/>
              </a:endParaRPr>
            </a:p>
          </p:txBody>
        </p:sp>
        <p:sp>
          <p:nvSpPr>
            <p:cNvPr id="60" name="Text Box 12">
              <a:extLst>
                <a:ext uri="{FF2B5EF4-FFF2-40B4-BE49-F238E27FC236}">
                  <a16:creationId xmlns:a16="http://schemas.microsoft.com/office/drawing/2014/main" id="{3AF12AE2-2D6E-4AE4-9755-601749979E75}"/>
                </a:ext>
              </a:extLst>
            </p:cNvPr>
            <p:cNvSpPr txBox="1">
              <a:spLocks noChangeArrowheads="1"/>
            </p:cNvSpPr>
            <p:nvPr/>
          </p:nvSpPr>
          <p:spPr bwMode="auto">
            <a:xfrm>
              <a:off x="3910133" y="4924314"/>
              <a:ext cx="285176" cy="21926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黑体" pitchFamily="2" charset="-122"/>
                </a:rPr>
                <a:t>B</a:t>
              </a:r>
              <a:endParaRPr lang="zh-CN" altLang="en-US" sz="1600" b="1" dirty="0">
                <a:latin typeface="+mj-lt"/>
                <a:ea typeface="黑体" pitchFamily="2" charset="-122"/>
              </a:endParaRPr>
            </a:p>
          </p:txBody>
        </p:sp>
        <p:sp>
          <p:nvSpPr>
            <p:cNvPr id="61" name="Text Box 12">
              <a:extLst>
                <a:ext uri="{FF2B5EF4-FFF2-40B4-BE49-F238E27FC236}">
                  <a16:creationId xmlns:a16="http://schemas.microsoft.com/office/drawing/2014/main" id="{1D6746A7-87AA-4C17-B76B-F9912599BF77}"/>
                </a:ext>
              </a:extLst>
            </p:cNvPr>
            <p:cNvSpPr txBox="1">
              <a:spLocks noChangeArrowheads="1"/>
            </p:cNvSpPr>
            <p:nvPr/>
          </p:nvSpPr>
          <p:spPr bwMode="auto">
            <a:xfrm>
              <a:off x="5228944" y="4924314"/>
              <a:ext cx="286206" cy="219264"/>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黑体" pitchFamily="2" charset="-122"/>
                </a:rPr>
                <a:t>C</a:t>
              </a:r>
              <a:endParaRPr lang="zh-CN" altLang="en-US" sz="1600" b="1" dirty="0">
                <a:latin typeface="+mj-lt"/>
                <a:ea typeface="黑体" pitchFamily="2" charset="-122"/>
              </a:endParaRPr>
            </a:p>
          </p:txBody>
        </p:sp>
        <p:sp>
          <p:nvSpPr>
            <p:cNvPr id="62" name="TextBox 16">
              <a:extLst>
                <a:ext uri="{FF2B5EF4-FFF2-40B4-BE49-F238E27FC236}">
                  <a16:creationId xmlns:a16="http://schemas.microsoft.com/office/drawing/2014/main" id="{C2822A2B-22FE-4354-85C0-86E9BB152559}"/>
                </a:ext>
              </a:extLst>
            </p:cNvPr>
            <p:cNvSpPr txBox="1">
              <a:spLocks noChangeArrowheads="1"/>
            </p:cNvSpPr>
            <p:nvPr/>
          </p:nvSpPr>
          <p:spPr bwMode="auto">
            <a:xfrm>
              <a:off x="2363799" y="5210490"/>
              <a:ext cx="1206593" cy="219264"/>
            </a:xfrm>
            <a:prstGeom prst="rect">
              <a:avLst/>
            </a:prstGeom>
            <a:noFill/>
            <a:ln w="9525">
              <a:noFill/>
              <a:miter lim="800000"/>
              <a:headEnd/>
              <a:tailEnd/>
            </a:ln>
          </p:spPr>
          <p:txBody>
            <a:bodyPr wrap="none">
              <a:spAutoFit/>
            </a:bodyPr>
            <a:lstStyle/>
            <a:p>
              <a:pPr>
                <a:defRPr/>
              </a:pPr>
              <a:r>
                <a:rPr lang="en-US" altLang="zh-CN" sz="1600" b="1">
                  <a:latin typeface="+mj-lt"/>
                  <a:ea typeface="黑体" pitchFamily="2" charset="-122"/>
                </a:rPr>
                <a:t>00-00-00-11-11-11</a:t>
              </a:r>
              <a:endParaRPr lang="zh-CN" altLang="en-US" sz="1600" b="1">
                <a:latin typeface="+mj-lt"/>
                <a:ea typeface="黑体" pitchFamily="2" charset="-122"/>
              </a:endParaRPr>
            </a:p>
          </p:txBody>
        </p:sp>
        <p:sp>
          <p:nvSpPr>
            <p:cNvPr id="63" name="TextBox 17">
              <a:extLst>
                <a:ext uri="{FF2B5EF4-FFF2-40B4-BE49-F238E27FC236}">
                  <a16:creationId xmlns:a16="http://schemas.microsoft.com/office/drawing/2014/main" id="{53D72267-C744-43A8-8AAA-B1A4480CC40A}"/>
                </a:ext>
              </a:extLst>
            </p:cNvPr>
            <p:cNvSpPr txBox="1">
              <a:spLocks noChangeArrowheads="1"/>
            </p:cNvSpPr>
            <p:nvPr/>
          </p:nvSpPr>
          <p:spPr bwMode="auto">
            <a:xfrm>
              <a:off x="3678492" y="5210490"/>
              <a:ext cx="1268364" cy="219264"/>
            </a:xfrm>
            <a:prstGeom prst="rect">
              <a:avLst/>
            </a:prstGeom>
            <a:noFill/>
            <a:ln w="9525">
              <a:noFill/>
              <a:miter lim="800000"/>
              <a:headEnd/>
              <a:tailEnd/>
            </a:ln>
          </p:spPr>
          <p:txBody>
            <a:bodyPr wrap="none">
              <a:spAutoFit/>
            </a:bodyPr>
            <a:lstStyle/>
            <a:p>
              <a:pPr>
                <a:defRPr/>
              </a:pPr>
              <a:r>
                <a:rPr lang="en-US" altLang="zh-CN" sz="1600" b="1" dirty="0">
                  <a:latin typeface="+mj-lt"/>
                  <a:ea typeface="黑体" pitchFamily="2" charset="-122"/>
                </a:rPr>
                <a:t>00-00-00-22-22-22</a:t>
              </a:r>
              <a:endParaRPr lang="zh-CN" altLang="en-US" sz="1600" b="1" dirty="0">
                <a:latin typeface="+mj-lt"/>
                <a:ea typeface="黑体" pitchFamily="2" charset="-122"/>
              </a:endParaRPr>
            </a:p>
          </p:txBody>
        </p:sp>
        <p:sp>
          <p:nvSpPr>
            <p:cNvPr id="64" name="TextBox 18">
              <a:extLst>
                <a:ext uri="{FF2B5EF4-FFF2-40B4-BE49-F238E27FC236}">
                  <a16:creationId xmlns:a16="http://schemas.microsoft.com/office/drawing/2014/main" id="{8D35EE7C-141E-4F6D-A97D-A574098705F5}"/>
                </a:ext>
              </a:extLst>
            </p:cNvPr>
            <p:cNvSpPr txBox="1">
              <a:spLocks noChangeArrowheads="1"/>
            </p:cNvSpPr>
            <p:nvPr/>
          </p:nvSpPr>
          <p:spPr bwMode="auto">
            <a:xfrm>
              <a:off x="5043631" y="5210490"/>
              <a:ext cx="1268364" cy="219264"/>
            </a:xfrm>
            <a:prstGeom prst="rect">
              <a:avLst/>
            </a:prstGeom>
            <a:noFill/>
            <a:ln w="9525">
              <a:noFill/>
              <a:miter lim="800000"/>
              <a:headEnd/>
              <a:tailEnd/>
            </a:ln>
          </p:spPr>
          <p:txBody>
            <a:bodyPr wrap="none">
              <a:spAutoFit/>
            </a:bodyPr>
            <a:lstStyle/>
            <a:p>
              <a:pPr>
                <a:defRPr/>
              </a:pPr>
              <a:r>
                <a:rPr lang="en-US" altLang="zh-CN" sz="1600" b="1" dirty="0">
                  <a:latin typeface="+mj-lt"/>
                  <a:ea typeface="黑体" pitchFamily="2" charset="-122"/>
                </a:rPr>
                <a:t>00-00-00-33-33-33</a:t>
              </a:r>
              <a:endParaRPr lang="zh-CN" altLang="en-US" sz="1600" b="1" dirty="0">
                <a:latin typeface="+mj-lt"/>
                <a:ea typeface="黑体" pitchFamily="2" charset="-122"/>
              </a:endParaRPr>
            </a:p>
          </p:txBody>
        </p:sp>
        <p:cxnSp>
          <p:nvCxnSpPr>
            <p:cNvPr id="65" name="直接箭头连接符 22">
              <a:extLst>
                <a:ext uri="{FF2B5EF4-FFF2-40B4-BE49-F238E27FC236}">
                  <a16:creationId xmlns:a16="http://schemas.microsoft.com/office/drawing/2014/main" id="{763C67F5-1C3F-421E-AA45-CEE32124FEC1}"/>
                </a:ext>
              </a:extLst>
            </p:cNvPr>
            <p:cNvCxnSpPr>
              <a:cxnSpLocks noChangeShapeType="1"/>
            </p:cNvCxnSpPr>
            <p:nvPr/>
          </p:nvCxnSpPr>
          <p:spPr bwMode="auto">
            <a:xfrm rot="16200000" flipH="1">
              <a:off x="3937011" y="4673620"/>
              <a:ext cx="500063" cy="1588"/>
            </a:xfrm>
            <a:prstGeom prst="straightConnector1">
              <a:avLst/>
            </a:prstGeom>
            <a:noFill/>
            <a:ln w="38100" algn="ctr">
              <a:solidFill>
                <a:srgbClr val="FF0000"/>
              </a:solidFill>
              <a:round/>
              <a:headEnd/>
              <a:tailEnd type="triangle" w="med" len="med"/>
            </a:ln>
          </p:spPr>
        </p:cxnSp>
        <p:sp>
          <p:nvSpPr>
            <p:cNvPr id="66" name="云形标注 23">
              <a:extLst>
                <a:ext uri="{FF2B5EF4-FFF2-40B4-BE49-F238E27FC236}">
                  <a16:creationId xmlns:a16="http://schemas.microsoft.com/office/drawing/2014/main" id="{29CBF827-819F-4D31-9DC5-90B1C3BEF9B9}"/>
                </a:ext>
              </a:extLst>
            </p:cNvPr>
            <p:cNvSpPr>
              <a:spLocks noChangeArrowheads="1"/>
            </p:cNvSpPr>
            <p:nvPr/>
          </p:nvSpPr>
          <p:spPr bwMode="auto">
            <a:xfrm>
              <a:off x="4305467" y="3234024"/>
              <a:ext cx="1572072" cy="643381"/>
            </a:xfrm>
            <a:prstGeom prst="cloudCallout">
              <a:avLst>
                <a:gd name="adj1" fmla="val -41496"/>
                <a:gd name="adj2" fmla="val 79468"/>
              </a:avLst>
            </a:prstGeom>
            <a:noFill/>
            <a:ln w="9525" algn="ctr">
              <a:solidFill>
                <a:schemeClr val="tx2"/>
              </a:solidFill>
              <a:round/>
              <a:headEnd/>
              <a:tailEnd/>
            </a:ln>
          </p:spPr>
          <p:txBody>
            <a:bodyPr wrap="none" anchor="ctr"/>
            <a:lstStyle/>
            <a:p>
              <a:pPr>
                <a:defRPr/>
              </a:pPr>
              <a:endParaRPr lang="zh-CN" altLang="en-US" sz="1600" b="1">
                <a:latin typeface="+mj-lt"/>
                <a:ea typeface="黑体" pitchFamily="2" charset="-122"/>
              </a:endParaRPr>
            </a:p>
          </p:txBody>
        </p:sp>
        <p:sp>
          <p:nvSpPr>
            <p:cNvPr id="67" name="TextBox 26">
              <a:extLst>
                <a:ext uri="{FF2B5EF4-FFF2-40B4-BE49-F238E27FC236}">
                  <a16:creationId xmlns:a16="http://schemas.microsoft.com/office/drawing/2014/main" id="{2A9E4F31-004B-43EA-8219-05784093A5EE}"/>
                </a:ext>
              </a:extLst>
            </p:cNvPr>
            <p:cNvSpPr txBox="1">
              <a:spLocks noChangeArrowheads="1"/>
            </p:cNvSpPr>
            <p:nvPr/>
          </p:nvSpPr>
          <p:spPr bwMode="auto">
            <a:xfrm>
              <a:off x="4447540" y="3376083"/>
              <a:ext cx="1268364" cy="378823"/>
            </a:xfrm>
            <a:prstGeom prst="rect">
              <a:avLst/>
            </a:prstGeom>
            <a:noFill/>
            <a:ln w="9525">
              <a:noFill/>
              <a:miter lim="800000"/>
              <a:headEnd/>
              <a:tailEnd/>
            </a:ln>
          </p:spPr>
          <p:txBody>
            <a:bodyPr wrap="none">
              <a:spAutoFit/>
            </a:bodyPr>
            <a:lstStyle/>
            <a:p>
              <a:pPr algn="ctr">
                <a:defRPr/>
              </a:pPr>
              <a:r>
                <a:rPr lang="zh-CN" altLang="en-US" sz="1600" b="1" dirty="0">
                  <a:latin typeface="+mj-lt"/>
                  <a:ea typeface="黑体" pitchFamily="2" charset="-122"/>
                </a:rPr>
                <a:t>我不知道</a:t>
              </a:r>
              <a:endParaRPr lang="en-US" altLang="zh-CN" sz="1600" b="1" dirty="0">
                <a:latin typeface="+mj-lt"/>
                <a:ea typeface="黑体" pitchFamily="2" charset="-122"/>
              </a:endParaRPr>
            </a:p>
            <a:p>
              <a:pPr algn="ctr">
                <a:defRPr/>
              </a:pPr>
              <a:r>
                <a:rPr lang="en-US" altLang="zh-CN" sz="1600" b="1" dirty="0">
                  <a:latin typeface="+mj-lt"/>
                  <a:ea typeface="黑体" pitchFamily="2" charset="-122"/>
                </a:rPr>
                <a:t>00-00-00-22-22-22</a:t>
              </a:r>
              <a:endParaRPr lang="zh-CN" altLang="en-US" sz="1600" b="1" dirty="0">
                <a:latin typeface="+mj-lt"/>
                <a:ea typeface="黑体" pitchFamily="2" charset="-122"/>
              </a:endParaRPr>
            </a:p>
          </p:txBody>
        </p:sp>
        <p:grpSp>
          <p:nvGrpSpPr>
            <p:cNvPr id="68" name="组合 37">
              <a:extLst>
                <a:ext uri="{FF2B5EF4-FFF2-40B4-BE49-F238E27FC236}">
                  <a16:creationId xmlns:a16="http://schemas.microsoft.com/office/drawing/2014/main" id="{F224560D-1E15-4A3A-BB5D-7BADA88EF47D}"/>
                </a:ext>
              </a:extLst>
            </p:cNvPr>
            <p:cNvGrpSpPr>
              <a:grpSpLocks/>
            </p:cNvGrpSpPr>
            <p:nvPr/>
          </p:nvGrpSpPr>
          <p:grpSpPr bwMode="auto">
            <a:xfrm flipH="1">
              <a:off x="4614874" y="3781445"/>
              <a:ext cx="814388" cy="517525"/>
              <a:chOff x="3867150" y="4268788"/>
              <a:chExt cx="814388" cy="627063"/>
            </a:xfrm>
          </p:grpSpPr>
          <p:sp>
            <p:nvSpPr>
              <p:cNvPr id="78" name="Arc 6">
                <a:extLst>
                  <a:ext uri="{FF2B5EF4-FFF2-40B4-BE49-F238E27FC236}">
                    <a16:creationId xmlns:a16="http://schemas.microsoft.com/office/drawing/2014/main" id="{3C101139-2CCF-48A9-BD4C-167121CB02DE}"/>
                  </a:ext>
                </a:extLst>
              </p:cNvPr>
              <p:cNvSpPr>
                <a:spLocks/>
              </p:cNvSpPr>
              <p:nvPr/>
            </p:nvSpPr>
            <p:spPr bwMode="auto">
              <a:xfrm>
                <a:off x="3866713" y="4269061"/>
                <a:ext cx="296501" cy="627387"/>
              </a:xfrm>
              <a:custGeom>
                <a:avLst/>
                <a:gdLst>
                  <a:gd name="T0" fmla="*/ 2063225 w 21600"/>
                  <a:gd name="T1" fmla="*/ 10285595 h 38229"/>
                  <a:gd name="T2" fmla="*/ 2306131 w 21600"/>
                  <a:gd name="T3" fmla="*/ 0 h 38229"/>
                  <a:gd name="T4" fmla="*/ 4079984 w 21600"/>
                  <a:gd name="T5" fmla="*/ 5233595 h 38229"/>
                  <a:gd name="T6" fmla="*/ 0 60000 65536"/>
                  <a:gd name="T7" fmla="*/ 0 60000 65536"/>
                  <a:gd name="T8" fmla="*/ 0 60000 65536"/>
                  <a:gd name="T9" fmla="*/ 0 w 21600"/>
                  <a:gd name="T10" fmla="*/ 0 h 38229"/>
                  <a:gd name="T11" fmla="*/ 21600 w 21600"/>
                  <a:gd name="T12" fmla="*/ 38229 h 38229"/>
                </a:gdLst>
                <a:ahLst/>
                <a:cxnLst>
                  <a:cxn ang="T6">
                    <a:pos x="T0" y="T1"/>
                  </a:cxn>
                  <a:cxn ang="T7">
                    <a:pos x="T2" y="T3"/>
                  </a:cxn>
                  <a:cxn ang="T8">
                    <a:pos x="T4" y="T5"/>
                  </a:cxn>
                </a:cxnLst>
                <a:rect l="T9" t="T10" r="T11" b="T12"/>
                <a:pathLst>
                  <a:path w="21600" h="38229" fill="none" extrusionOk="0">
                    <a:moveTo>
                      <a:pt x="10923" y="38228"/>
                    </a:moveTo>
                    <a:cubicBezTo>
                      <a:pt x="4170" y="34389"/>
                      <a:pt x="0" y="27219"/>
                      <a:pt x="0" y="19452"/>
                    </a:cubicBezTo>
                    <a:cubicBezTo>
                      <a:pt x="-1" y="11162"/>
                      <a:pt x="4744" y="3604"/>
                      <a:pt x="12209" y="0"/>
                    </a:cubicBezTo>
                  </a:path>
                  <a:path w="21600" h="38229" stroke="0" extrusionOk="0">
                    <a:moveTo>
                      <a:pt x="10923" y="38228"/>
                    </a:moveTo>
                    <a:cubicBezTo>
                      <a:pt x="4170" y="34389"/>
                      <a:pt x="0" y="27219"/>
                      <a:pt x="0" y="19452"/>
                    </a:cubicBezTo>
                    <a:cubicBezTo>
                      <a:pt x="-1" y="11162"/>
                      <a:pt x="4744" y="3604"/>
                      <a:pt x="12209" y="0"/>
                    </a:cubicBezTo>
                    <a:lnTo>
                      <a:pt x="21600" y="1945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79" name="Arc 7">
                <a:extLst>
                  <a:ext uri="{FF2B5EF4-FFF2-40B4-BE49-F238E27FC236}">
                    <a16:creationId xmlns:a16="http://schemas.microsoft.com/office/drawing/2014/main" id="{66AE8FC7-D768-4FF2-A955-81CED4F18140}"/>
                  </a:ext>
                </a:extLst>
              </p:cNvPr>
              <p:cNvSpPr>
                <a:spLocks/>
              </p:cNvSpPr>
              <p:nvPr/>
            </p:nvSpPr>
            <p:spPr bwMode="auto">
              <a:xfrm>
                <a:off x="3962458" y="4305232"/>
                <a:ext cx="287235" cy="520121"/>
              </a:xfrm>
              <a:custGeom>
                <a:avLst/>
                <a:gdLst>
                  <a:gd name="T0" fmla="*/ 1957371 w 21600"/>
                  <a:gd name="T1" fmla="*/ 7018976 h 38394"/>
                  <a:gd name="T2" fmla="*/ 2193081 w 21600"/>
                  <a:gd name="T3" fmla="*/ 0 h 38394"/>
                  <a:gd name="T4" fmla="*/ 3822367 w 21600"/>
                  <a:gd name="T5" fmla="*/ 3572016 h 38394"/>
                  <a:gd name="T6" fmla="*/ 0 60000 65536"/>
                  <a:gd name="T7" fmla="*/ 0 60000 65536"/>
                  <a:gd name="T8" fmla="*/ 0 60000 65536"/>
                  <a:gd name="T9" fmla="*/ 0 w 21600"/>
                  <a:gd name="T10" fmla="*/ 0 h 38394"/>
                  <a:gd name="T11" fmla="*/ 21600 w 21600"/>
                  <a:gd name="T12" fmla="*/ 38394 h 38394"/>
                </a:gdLst>
                <a:ahLst/>
                <a:cxnLst>
                  <a:cxn ang="T6">
                    <a:pos x="T0" y="T1"/>
                  </a:cxn>
                  <a:cxn ang="T7">
                    <a:pos x="T2" y="T3"/>
                  </a:cxn>
                  <a:cxn ang="T8">
                    <a:pos x="T4" y="T5"/>
                  </a:cxn>
                </a:cxnLst>
                <a:rect l="T9" t="T10" r="T11" b="T12"/>
                <a:pathLst>
                  <a:path w="21600" h="38394" fill="none" extrusionOk="0">
                    <a:moveTo>
                      <a:pt x="11061" y="38393"/>
                    </a:moveTo>
                    <a:cubicBezTo>
                      <a:pt x="4231" y="34576"/>
                      <a:pt x="0" y="27363"/>
                      <a:pt x="0" y="19539"/>
                    </a:cubicBezTo>
                    <a:cubicBezTo>
                      <a:pt x="-1" y="11175"/>
                      <a:pt x="4827" y="3564"/>
                      <a:pt x="12392" y="-1"/>
                    </a:cubicBezTo>
                  </a:path>
                  <a:path w="21600" h="38394" stroke="0" extrusionOk="0">
                    <a:moveTo>
                      <a:pt x="11061" y="38393"/>
                    </a:moveTo>
                    <a:cubicBezTo>
                      <a:pt x="4231" y="34576"/>
                      <a:pt x="0" y="27363"/>
                      <a:pt x="0" y="19539"/>
                    </a:cubicBezTo>
                    <a:cubicBezTo>
                      <a:pt x="-1" y="11175"/>
                      <a:pt x="4827" y="3564"/>
                      <a:pt x="12392" y="-1"/>
                    </a:cubicBezTo>
                    <a:lnTo>
                      <a:pt x="21600" y="19539"/>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80" name="Arc 8">
                <a:extLst>
                  <a:ext uri="{FF2B5EF4-FFF2-40B4-BE49-F238E27FC236}">
                    <a16:creationId xmlns:a16="http://schemas.microsoft.com/office/drawing/2014/main" id="{812FC33E-19FD-4C7C-85EC-EA506F2EAA98}"/>
                  </a:ext>
                </a:extLst>
              </p:cNvPr>
              <p:cNvSpPr>
                <a:spLocks/>
              </p:cNvSpPr>
              <p:nvPr/>
            </p:nvSpPr>
            <p:spPr bwMode="auto">
              <a:xfrm>
                <a:off x="4071586" y="4340156"/>
                <a:ext cx="296501" cy="446531"/>
              </a:xfrm>
              <a:custGeom>
                <a:avLst/>
                <a:gdLst>
                  <a:gd name="T0" fmla="*/ 2056986 w 21600"/>
                  <a:gd name="T1" fmla="*/ 5208080 h 38210"/>
                  <a:gd name="T2" fmla="*/ 2306131 w 21600"/>
                  <a:gd name="T3" fmla="*/ 0 h 38210"/>
                  <a:gd name="T4" fmla="*/ 4079984 w 21600"/>
                  <a:gd name="T5" fmla="*/ 2651340 h 38210"/>
                  <a:gd name="T6" fmla="*/ 0 60000 65536"/>
                  <a:gd name="T7" fmla="*/ 0 60000 65536"/>
                  <a:gd name="T8" fmla="*/ 0 60000 65536"/>
                  <a:gd name="T9" fmla="*/ 0 w 21600"/>
                  <a:gd name="T10" fmla="*/ 0 h 38210"/>
                  <a:gd name="T11" fmla="*/ 21600 w 21600"/>
                  <a:gd name="T12" fmla="*/ 38210 h 38210"/>
                </a:gdLst>
                <a:ahLst/>
                <a:cxnLst>
                  <a:cxn ang="T6">
                    <a:pos x="T0" y="T1"/>
                  </a:cxn>
                  <a:cxn ang="T7">
                    <a:pos x="T2" y="T3"/>
                  </a:cxn>
                  <a:cxn ang="T8">
                    <a:pos x="T4" y="T5"/>
                  </a:cxn>
                </a:cxnLst>
                <a:rect l="T9" t="T10" r="T11" b="T12"/>
                <a:pathLst>
                  <a:path w="21600" h="38210" fill="none" extrusionOk="0">
                    <a:moveTo>
                      <a:pt x="10890" y="38209"/>
                    </a:moveTo>
                    <a:cubicBezTo>
                      <a:pt x="4156" y="34365"/>
                      <a:pt x="0" y="27206"/>
                      <a:pt x="0" y="19452"/>
                    </a:cubicBezTo>
                    <a:cubicBezTo>
                      <a:pt x="-1" y="11162"/>
                      <a:pt x="4744" y="3604"/>
                      <a:pt x="12209" y="0"/>
                    </a:cubicBezTo>
                  </a:path>
                  <a:path w="21600" h="38210" stroke="0" extrusionOk="0">
                    <a:moveTo>
                      <a:pt x="10890" y="38209"/>
                    </a:moveTo>
                    <a:cubicBezTo>
                      <a:pt x="4156" y="34365"/>
                      <a:pt x="0" y="27206"/>
                      <a:pt x="0" y="19452"/>
                    </a:cubicBezTo>
                    <a:cubicBezTo>
                      <a:pt x="-1" y="11162"/>
                      <a:pt x="4744" y="3604"/>
                      <a:pt x="12209" y="0"/>
                    </a:cubicBezTo>
                    <a:lnTo>
                      <a:pt x="21600" y="1945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81" name="Arc 9">
                <a:extLst>
                  <a:ext uri="{FF2B5EF4-FFF2-40B4-BE49-F238E27FC236}">
                    <a16:creationId xmlns:a16="http://schemas.microsoft.com/office/drawing/2014/main" id="{D0B7810A-7252-43CC-9B4C-9A3188CB92FC}"/>
                  </a:ext>
                </a:extLst>
              </p:cNvPr>
              <p:cNvSpPr>
                <a:spLocks/>
              </p:cNvSpPr>
              <p:nvPr/>
            </p:nvSpPr>
            <p:spPr bwMode="auto">
              <a:xfrm>
                <a:off x="4176597" y="4386306"/>
                <a:ext cx="287235" cy="376682"/>
              </a:xfrm>
              <a:custGeom>
                <a:avLst/>
                <a:gdLst>
                  <a:gd name="T0" fmla="*/ 1957371 w 21600"/>
                  <a:gd name="T1" fmla="*/ 3687042 h 38394"/>
                  <a:gd name="T2" fmla="*/ 2193081 w 21600"/>
                  <a:gd name="T3" fmla="*/ 0 h 38394"/>
                  <a:gd name="T4" fmla="*/ 3822367 w 21600"/>
                  <a:gd name="T5" fmla="*/ 1876364 h 38394"/>
                  <a:gd name="T6" fmla="*/ 0 60000 65536"/>
                  <a:gd name="T7" fmla="*/ 0 60000 65536"/>
                  <a:gd name="T8" fmla="*/ 0 60000 65536"/>
                  <a:gd name="T9" fmla="*/ 0 w 21600"/>
                  <a:gd name="T10" fmla="*/ 0 h 38394"/>
                  <a:gd name="T11" fmla="*/ 21600 w 21600"/>
                  <a:gd name="T12" fmla="*/ 38394 h 38394"/>
                </a:gdLst>
                <a:ahLst/>
                <a:cxnLst>
                  <a:cxn ang="T6">
                    <a:pos x="T0" y="T1"/>
                  </a:cxn>
                  <a:cxn ang="T7">
                    <a:pos x="T2" y="T3"/>
                  </a:cxn>
                  <a:cxn ang="T8">
                    <a:pos x="T4" y="T5"/>
                  </a:cxn>
                </a:cxnLst>
                <a:rect l="T9" t="T10" r="T11" b="T12"/>
                <a:pathLst>
                  <a:path w="21600" h="38394" fill="none" extrusionOk="0">
                    <a:moveTo>
                      <a:pt x="11061" y="38393"/>
                    </a:moveTo>
                    <a:cubicBezTo>
                      <a:pt x="4231" y="34576"/>
                      <a:pt x="0" y="27363"/>
                      <a:pt x="0" y="19539"/>
                    </a:cubicBezTo>
                    <a:cubicBezTo>
                      <a:pt x="-1" y="11175"/>
                      <a:pt x="4827" y="3564"/>
                      <a:pt x="12392" y="-1"/>
                    </a:cubicBezTo>
                  </a:path>
                  <a:path w="21600" h="38394" stroke="0" extrusionOk="0">
                    <a:moveTo>
                      <a:pt x="11061" y="38393"/>
                    </a:moveTo>
                    <a:cubicBezTo>
                      <a:pt x="4231" y="34576"/>
                      <a:pt x="0" y="27363"/>
                      <a:pt x="0" y="19539"/>
                    </a:cubicBezTo>
                    <a:cubicBezTo>
                      <a:pt x="-1" y="11175"/>
                      <a:pt x="4827" y="3564"/>
                      <a:pt x="12392" y="-1"/>
                    </a:cubicBezTo>
                    <a:lnTo>
                      <a:pt x="21600" y="19539"/>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82" name="Arc 10">
                <a:extLst>
                  <a:ext uri="{FF2B5EF4-FFF2-40B4-BE49-F238E27FC236}">
                    <a16:creationId xmlns:a16="http://schemas.microsoft.com/office/drawing/2014/main" id="{EF5555D7-2280-41A8-A882-DF486B6D20E0}"/>
                  </a:ext>
                </a:extLst>
              </p:cNvPr>
              <p:cNvSpPr>
                <a:spLocks/>
              </p:cNvSpPr>
              <p:nvPr/>
            </p:nvSpPr>
            <p:spPr bwMode="auto">
              <a:xfrm>
                <a:off x="4285726" y="4421230"/>
                <a:ext cx="287235" cy="303092"/>
              </a:xfrm>
              <a:custGeom>
                <a:avLst/>
                <a:gdLst>
                  <a:gd name="T0" fmla="*/ 1947460 w 21600"/>
                  <a:gd name="T1" fmla="*/ 2398392 h 38335"/>
                  <a:gd name="T2" fmla="*/ 2182824 w 21600"/>
                  <a:gd name="T3" fmla="*/ 0 h 38335"/>
                  <a:gd name="T4" fmla="*/ 3822367 w 21600"/>
                  <a:gd name="T5" fmla="*/ 1220750 h 38335"/>
                  <a:gd name="T6" fmla="*/ 0 60000 65536"/>
                  <a:gd name="T7" fmla="*/ 0 60000 65536"/>
                  <a:gd name="T8" fmla="*/ 0 60000 65536"/>
                  <a:gd name="T9" fmla="*/ 0 w 21600"/>
                  <a:gd name="T10" fmla="*/ 0 h 38335"/>
                  <a:gd name="T11" fmla="*/ 21600 w 21600"/>
                  <a:gd name="T12" fmla="*/ 38335 h 38335"/>
                </a:gdLst>
                <a:ahLst/>
                <a:cxnLst>
                  <a:cxn ang="T6">
                    <a:pos x="T0" y="T1"/>
                  </a:cxn>
                  <a:cxn ang="T7">
                    <a:pos x="T2" y="T3"/>
                  </a:cxn>
                  <a:cxn ang="T8">
                    <a:pos x="T4" y="T5"/>
                  </a:cxn>
                </a:cxnLst>
                <a:rect l="T9" t="T10" r="T11" b="T12"/>
                <a:pathLst>
                  <a:path w="21600" h="38335" fill="none" extrusionOk="0">
                    <a:moveTo>
                      <a:pt x="11004" y="38335"/>
                    </a:moveTo>
                    <a:cubicBezTo>
                      <a:pt x="4206" y="34508"/>
                      <a:pt x="0" y="27313"/>
                      <a:pt x="0" y="19512"/>
                    </a:cubicBezTo>
                    <a:cubicBezTo>
                      <a:pt x="-1" y="11172"/>
                      <a:pt x="4801" y="3577"/>
                      <a:pt x="12334" y="-1"/>
                    </a:cubicBezTo>
                  </a:path>
                  <a:path w="21600" h="38335" stroke="0" extrusionOk="0">
                    <a:moveTo>
                      <a:pt x="11004" y="38335"/>
                    </a:moveTo>
                    <a:cubicBezTo>
                      <a:pt x="4206" y="34508"/>
                      <a:pt x="0" y="27313"/>
                      <a:pt x="0" y="19512"/>
                    </a:cubicBezTo>
                    <a:cubicBezTo>
                      <a:pt x="-1" y="11172"/>
                      <a:pt x="4801" y="3577"/>
                      <a:pt x="12334" y="-1"/>
                    </a:cubicBezTo>
                    <a:lnTo>
                      <a:pt x="21600" y="1951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83" name="Arc 11">
                <a:extLst>
                  <a:ext uri="{FF2B5EF4-FFF2-40B4-BE49-F238E27FC236}">
                    <a16:creationId xmlns:a16="http://schemas.microsoft.com/office/drawing/2014/main" id="{0F01FB9B-AD1F-4326-84F3-1059DFD9DBDD}"/>
                  </a:ext>
                </a:extLst>
              </p:cNvPr>
              <p:cNvSpPr>
                <a:spLocks/>
              </p:cNvSpPr>
              <p:nvPr/>
            </p:nvSpPr>
            <p:spPr bwMode="auto">
              <a:xfrm>
                <a:off x="4384559" y="4454907"/>
                <a:ext cx="296501" cy="231996"/>
              </a:xfrm>
              <a:custGeom>
                <a:avLst/>
                <a:gdLst>
                  <a:gd name="T0" fmla="*/ 2063225 w 21600"/>
                  <a:gd name="T1" fmla="*/ 1405291 h 38229"/>
                  <a:gd name="T2" fmla="*/ 2306131 w 21600"/>
                  <a:gd name="T3" fmla="*/ 0 h 38229"/>
                  <a:gd name="T4" fmla="*/ 4079984 w 21600"/>
                  <a:gd name="T5" fmla="*/ 715051 h 38229"/>
                  <a:gd name="T6" fmla="*/ 0 60000 65536"/>
                  <a:gd name="T7" fmla="*/ 0 60000 65536"/>
                  <a:gd name="T8" fmla="*/ 0 60000 65536"/>
                  <a:gd name="T9" fmla="*/ 0 w 21600"/>
                  <a:gd name="T10" fmla="*/ 0 h 38229"/>
                  <a:gd name="T11" fmla="*/ 21600 w 21600"/>
                  <a:gd name="T12" fmla="*/ 38229 h 38229"/>
                </a:gdLst>
                <a:ahLst/>
                <a:cxnLst>
                  <a:cxn ang="T6">
                    <a:pos x="T0" y="T1"/>
                  </a:cxn>
                  <a:cxn ang="T7">
                    <a:pos x="T2" y="T3"/>
                  </a:cxn>
                  <a:cxn ang="T8">
                    <a:pos x="T4" y="T5"/>
                  </a:cxn>
                </a:cxnLst>
                <a:rect l="T9" t="T10" r="T11" b="T12"/>
                <a:pathLst>
                  <a:path w="21600" h="38229" fill="none" extrusionOk="0">
                    <a:moveTo>
                      <a:pt x="10923" y="38228"/>
                    </a:moveTo>
                    <a:cubicBezTo>
                      <a:pt x="4170" y="34389"/>
                      <a:pt x="0" y="27219"/>
                      <a:pt x="0" y="19452"/>
                    </a:cubicBezTo>
                    <a:cubicBezTo>
                      <a:pt x="-1" y="11162"/>
                      <a:pt x="4744" y="3604"/>
                      <a:pt x="12209" y="0"/>
                    </a:cubicBezTo>
                  </a:path>
                  <a:path w="21600" h="38229" stroke="0" extrusionOk="0">
                    <a:moveTo>
                      <a:pt x="10923" y="38228"/>
                    </a:moveTo>
                    <a:cubicBezTo>
                      <a:pt x="4170" y="34389"/>
                      <a:pt x="0" y="27219"/>
                      <a:pt x="0" y="19452"/>
                    </a:cubicBezTo>
                    <a:cubicBezTo>
                      <a:pt x="-1" y="11162"/>
                      <a:pt x="4744" y="3604"/>
                      <a:pt x="12209" y="0"/>
                    </a:cubicBezTo>
                    <a:lnTo>
                      <a:pt x="21600" y="1945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grpSp>
        <p:grpSp>
          <p:nvGrpSpPr>
            <p:cNvPr id="69" name="组合 38">
              <a:extLst>
                <a:ext uri="{FF2B5EF4-FFF2-40B4-BE49-F238E27FC236}">
                  <a16:creationId xmlns:a16="http://schemas.microsoft.com/office/drawing/2014/main" id="{BEEC0C3E-88D8-49ED-8A7D-DEDDF00F2393}"/>
                </a:ext>
              </a:extLst>
            </p:cNvPr>
            <p:cNvGrpSpPr>
              <a:grpSpLocks/>
            </p:cNvGrpSpPr>
            <p:nvPr/>
          </p:nvGrpSpPr>
          <p:grpSpPr bwMode="auto">
            <a:xfrm rot="4877326" flipH="1">
              <a:off x="4167993" y="4429938"/>
              <a:ext cx="814388" cy="517525"/>
              <a:chOff x="3867150" y="4268788"/>
              <a:chExt cx="814388" cy="627063"/>
            </a:xfrm>
          </p:grpSpPr>
          <p:sp>
            <p:nvSpPr>
              <p:cNvPr id="72" name="Arc 6">
                <a:extLst>
                  <a:ext uri="{FF2B5EF4-FFF2-40B4-BE49-F238E27FC236}">
                    <a16:creationId xmlns:a16="http://schemas.microsoft.com/office/drawing/2014/main" id="{0F551EB8-2913-48AB-A3A8-C3684D73F142}"/>
                  </a:ext>
                </a:extLst>
              </p:cNvPr>
              <p:cNvSpPr>
                <a:spLocks/>
              </p:cNvSpPr>
              <p:nvPr/>
            </p:nvSpPr>
            <p:spPr bwMode="auto">
              <a:xfrm>
                <a:off x="3866936" y="4269365"/>
                <a:ext cx="296470" cy="626206"/>
              </a:xfrm>
              <a:custGeom>
                <a:avLst/>
                <a:gdLst>
                  <a:gd name="T0" fmla="*/ 2063225 w 21600"/>
                  <a:gd name="T1" fmla="*/ 10285595 h 38229"/>
                  <a:gd name="T2" fmla="*/ 2306131 w 21600"/>
                  <a:gd name="T3" fmla="*/ 0 h 38229"/>
                  <a:gd name="T4" fmla="*/ 4079984 w 21600"/>
                  <a:gd name="T5" fmla="*/ 5233595 h 38229"/>
                  <a:gd name="T6" fmla="*/ 0 60000 65536"/>
                  <a:gd name="T7" fmla="*/ 0 60000 65536"/>
                  <a:gd name="T8" fmla="*/ 0 60000 65536"/>
                  <a:gd name="T9" fmla="*/ 0 w 21600"/>
                  <a:gd name="T10" fmla="*/ 0 h 38229"/>
                  <a:gd name="T11" fmla="*/ 21600 w 21600"/>
                  <a:gd name="T12" fmla="*/ 38229 h 38229"/>
                </a:gdLst>
                <a:ahLst/>
                <a:cxnLst>
                  <a:cxn ang="T6">
                    <a:pos x="T0" y="T1"/>
                  </a:cxn>
                  <a:cxn ang="T7">
                    <a:pos x="T2" y="T3"/>
                  </a:cxn>
                  <a:cxn ang="T8">
                    <a:pos x="T4" y="T5"/>
                  </a:cxn>
                </a:cxnLst>
                <a:rect l="T9" t="T10" r="T11" b="T12"/>
                <a:pathLst>
                  <a:path w="21600" h="38229" fill="none" extrusionOk="0">
                    <a:moveTo>
                      <a:pt x="10923" y="38228"/>
                    </a:moveTo>
                    <a:cubicBezTo>
                      <a:pt x="4170" y="34389"/>
                      <a:pt x="0" y="27219"/>
                      <a:pt x="0" y="19452"/>
                    </a:cubicBezTo>
                    <a:cubicBezTo>
                      <a:pt x="-1" y="11162"/>
                      <a:pt x="4744" y="3604"/>
                      <a:pt x="12209" y="0"/>
                    </a:cubicBezTo>
                  </a:path>
                  <a:path w="21600" h="38229" stroke="0" extrusionOk="0">
                    <a:moveTo>
                      <a:pt x="10923" y="38228"/>
                    </a:moveTo>
                    <a:cubicBezTo>
                      <a:pt x="4170" y="34389"/>
                      <a:pt x="0" y="27219"/>
                      <a:pt x="0" y="19452"/>
                    </a:cubicBezTo>
                    <a:cubicBezTo>
                      <a:pt x="-1" y="11162"/>
                      <a:pt x="4744" y="3604"/>
                      <a:pt x="12209" y="0"/>
                    </a:cubicBezTo>
                    <a:lnTo>
                      <a:pt x="21600" y="1945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73" name="Arc 7">
                <a:extLst>
                  <a:ext uri="{FF2B5EF4-FFF2-40B4-BE49-F238E27FC236}">
                    <a16:creationId xmlns:a16="http://schemas.microsoft.com/office/drawing/2014/main" id="{E2842552-1C72-44C2-BE68-B30F3003B2F5}"/>
                  </a:ext>
                </a:extLst>
              </p:cNvPr>
              <p:cNvSpPr>
                <a:spLocks/>
              </p:cNvSpPr>
              <p:nvPr/>
            </p:nvSpPr>
            <p:spPr bwMode="auto">
              <a:xfrm>
                <a:off x="3970382" y="4332445"/>
                <a:ext cx="286176" cy="506453"/>
              </a:xfrm>
              <a:custGeom>
                <a:avLst/>
                <a:gdLst>
                  <a:gd name="T0" fmla="*/ 1957371 w 21600"/>
                  <a:gd name="T1" fmla="*/ 7018976 h 38394"/>
                  <a:gd name="T2" fmla="*/ 2193081 w 21600"/>
                  <a:gd name="T3" fmla="*/ 0 h 38394"/>
                  <a:gd name="T4" fmla="*/ 3822367 w 21600"/>
                  <a:gd name="T5" fmla="*/ 3572016 h 38394"/>
                  <a:gd name="T6" fmla="*/ 0 60000 65536"/>
                  <a:gd name="T7" fmla="*/ 0 60000 65536"/>
                  <a:gd name="T8" fmla="*/ 0 60000 65536"/>
                  <a:gd name="T9" fmla="*/ 0 w 21600"/>
                  <a:gd name="T10" fmla="*/ 0 h 38394"/>
                  <a:gd name="T11" fmla="*/ 21600 w 21600"/>
                  <a:gd name="T12" fmla="*/ 38394 h 38394"/>
                </a:gdLst>
                <a:ahLst/>
                <a:cxnLst>
                  <a:cxn ang="T6">
                    <a:pos x="T0" y="T1"/>
                  </a:cxn>
                  <a:cxn ang="T7">
                    <a:pos x="T2" y="T3"/>
                  </a:cxn>
                  <a:cxn ang="T8">
                    <a:pos x="T4" y="T5"/>
                  </a:cxn>
                </a:cxnLst>
                <a:rect l="T9" t="T10" r="T11" b="T12"/>
                <a:pathLst>
                  <a:path w="21600" h="38394" fill="none" extrusionOk="0">
                    <a:moveTo>
                      <a:pt x="11061" y="38393"/>
                    </a:moveTo>
                    <a:cubicBezTo>
                      <a:pt x="4231" y="34576"/>
                      <a:pt x="0" y="27363"/>
                      <a:pt x="0" y="19539"/>
                    </a:cubicBezTo>
                    <a:cubicBezTo>
                      <a:pt x="-1" y="11175"/>
                      <a:pt x="4827" y="3564"/>
                      <a:pt x="12392" y="-1"/>
                    </a:cubicBezTo>
                  </a:path>
                  <a:path w="21600" h="38394" stroke="0" extrusionOk="0">
                    <a:moveTo>
                      <a:pt x="11061" y="38393"/>
                    </a:moveTo>
                    <a:cubicBezTo>
                      <a:pt x="4231" y="34576"/>
                      <a:pt x="0" y="27363"/>
                      <a:pt x="0" y="19539"/>
                    </a:cubicBezTo>
                    <a:cubicBezTo>
                      <a:pt x="-1" y="11175"/>
                      <a:pt x="4827" y="3564"/>
                      <a:pt x="12392" y="-1"/>
                    </a:cubicBezTo>
                    <a:lnTo>
                      <a:pt x="21600" y="19539"/>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74" name="Arc 8">
                <a:extLst>
                  <a:ext uri="{FF2B5EF4-FFF2-40B4-BE49-F238E27FC236}">
                    <a16:creationId xmlns:a16="http://schemas.microsoft.com/office/drawing/2014/main" id="{1AB09B27-2A7C-42FA-AE1B-E5BBCC9545B7}"/>
                  </a:ext>
                </a:extLst>
              </p:cNvPr>
              <p:cNvSpPr>
                <a:spLocks/>
              </p:cNvSpPr>
              <p:nvPr/>
            </p:nvSpPr>
            <p:spPr bwMode="auto">
              <a:xfrm>
                <a:off x="4076212" y="4376996"/>
                <a:ext cx="296470" cy="426618"/>
              </a:xfrm>
              <a:custGeom>
                <a:avLst/>
                <a:gdLst>
                  <a:gd name="T0" fmla="*/ 2056986 w 21600"/>
                  <a:gd name="T1" fmla="*/ 5208080 h 38210"/>
                  <a:gd name="T2" fmla="*/ 2306131 w 21600"/>
                  <a:gd name="T3" fmla="*/ 0 h 38210"/>
                  <a:gd name="T4" fmla="*/ 4079984 w 21600"/>
                  <a:gd name="T5" fmla="*/ 2651340 h 38210"/>
                  <a:gd name="T6" fmla="*/ 0 60000 65536"/>
                  <a:gd name="T7" fmla="*/ 0 60000 65536"/>
                  <a:gd name="T8" fmla="*/ 0 60000 65536"/>
                  <a:gd name="T9" fmla="*/ 0 w 21600"/>
                  <a:gd name="T10" fmla="*/ 0 h 38210"/>
                  <a:gd name="T11" fmla="*/ 21600 w 21600"/>
                  <a:gd name="T12" fmla="*/ 38210 h 38210"/>
                </a:gdLst>
                <a:ahLst/>
                <a:cxnLst>
                  <a:cxn ang="T6">
                    <a:pos x="T0" y="T1"/>
                  </a:cxn>
                  <a:cxn ang="T7">
                    <a:pos x="T2" y="T3"/>
                  </a:cxn>
                  <a:cxn ang="T8">
                    <a:pos x="T4" y="T5"/>
                  </a:cxn>
                </a:cxnLst>
                <a:rect l="T9" t="T10" r="T11" b="T12"/>
                <a:pathLst>
                  <a:path w="21600" h="38210" fill="none" extrusionOk="0">
                    <a:moveTo>
                      <a:pt x="10890" y="38209"/>
                    </a:moveTo>
                    <a:cubicBezTo>
                      <a:pt x="4156" y="34365"/>
                      <a:pt x="0" y="27206"/>
                      <a:pt x="0" y="19452"/>
                    </a:cubicBezTo>
                    <a:cubicBezTo>
                      <a:pt x="-1" y="11162"/>
                      <a:pt x="4744" y="3604"/>
                      <a:pt x="12209" y="0"/>
                    </a:cubicBezTo>
                  </a:path>
                  <a:path w="21600" h="38210" stroke="0" extrusionOk="0">
                    <a:moveTo>
                      <a:pt x="10890" y="38209"/>
                    </a:moveTo>
                    <a:cubicBezTo>
                      <a:pt x="4156" y="34365"/>
                      <a:pt x="0" y="27206"/>
                      <a:pt x="0" y="19452"/>
                    </a:cubicBezTo>
                    <a:cubicBezTo>
                      <a:pt x="-1" y="11162"/>
                      <a:pt x="4744" y="3604"/>
                      <a:pt x="12209" y="0"/>
                    </a:cubicBezTo>
                    <a:lnTo>
                      <a:pt x="21600" y="1945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75" name="Arc 9">
                <a:extLst>
                  <a:ext uri="{FF2B5EF4-FFF2-40B4-BE49-F238E27FC236}">
                    <a16:creationId xmlns:a16="http://schemas.microsoft.com/office/drawing/2014/main" id="{C6B3DD04-DCEA-45D9-BEF0-2ACED1ED4248}"/>
                  </a:ext>
                </a:extLst>
              </p:cNvPr>
              <p:cNvSpPr>
                <a:spLocks/>
              </p:cNvSpPr>
              <p:nvPr/>
            </p:nvSpPr>
            <p:spPr bwMode="auto">
              <a:xfrm>
                <a:off x="4182546" y="4422249"/>
                <a:ext cx="286176" cy="371732"/>
              </a:xfrm>
              <a:custGeom>
                <a:avLst/>
                <a:gdLst>
                  <a:gd name="T0" fmla="*/ 1957371 w 21600"/>
                  <a:gd name="T1" fmla="*/ 3687042 h 38394"/>
                  <a:gd name="T2" fmla="*/ 2193081 w 21600"/>
                  <a:gd name="T3" fmla="*/ 0 h 38394"/>
                  <a:gd name="T4" fmla="*/ 3822367 w 21600"/>
                  <a:gd name="T5" fmla="*/ 1876364 h 38394"/>
                  <a:gd name="T6" fmla="*/ 0 60000 65536"/>
                  <a:gd name="T7" fmla="*/ 0 60000 65536"/>
                  <a:gd name="T8" fmla="*/ 0 60000 65536"/>
                  <a:gd name="T9" fmla="*/ 0 w 21600"/>
                  <a:gd name="T10" fmla="*/ 0 h 38394"/>
                  <a:gd name="T11" fmla="*/ 21600 w 21600"/>
                  <a:gd name="T12" fmla="*/ 38394 h 38394"/>
                </a:gdLst>
                <a:ahLst/>
                <a:cxnLst>
                  <a:cxn ang="T6">
                    <a:pos x="T0" y="T1"/>
                  </a:cxn>
                  <a:cxn ang="T7">
                    <a:pos x="T2" y="T3"/>
                  </a:cxn>
                  <a:cxn ang="T8">
                    <a:pos x="T4" y="T5"/>
                  </a:cxn>
                </a:cxnLst>
                <a:rect l="T9" t="T10" r="T11" b="T12"/>
                <a:pathLst>
                  <a:path w="21600" h="38394" fill="none" extrusionOk="0">
                    <a:moveTo>
                      <a:pt x="11061" y="38393"/>
                    </a:moveTo>
                    <a:cubicBezTo>
                      <a:pt x="4231" y="34576"/>
                      <a:pt x="0" y="27363"/>
                      <a:pt x="0" y="19539"/>
                    </a:cubicBezTo>
                    <a:cubicBezTo>
                      <a:pt x="-1" y="11175"/>
                      <a:pt x="4827" y="3564"/>
                      <a:pt x="12392" y="-1"/>
                    </a:cubicBezTo>
                  </a:path>
                  <a:path w="21600" h="38394" stroke="0" extrusionOk="0">
                    <a:moveTo>
                      <a:pt x="11061" y="38393"/>
                    </a:moveTo>
                    <a:cubicBezTo>
                      <a:pt x="4231" y="34576"/>
                      <a:pt x="0" y="27363"/>
                      <a:pt x="0" y="19539"/>
                    </a:cubicBezTo>
                    <a:cubicBezTo>
                      <a:pt x="-1" y="11175"/>
                      <a:pt x="4827" y="3564"/>
                      <a:pt x="12392" y="-1"/>
                    </a:cubicBezTo>
                    <a:lnTo>
                      <a:pt x="21600" y="19539"/>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76" name="Arc 10">
                <a:extLst>
                  <a:ext uri="{FF2B5EF4-FFF2-40B4-BE49-F238E27FC236}">
                    <a16:creationId xmlns:a16="http://schemas.microsoft.com/office/drawing/2014/main" id="{7ADC697E-DB47-45E5-AD23-846179CCA41B}"/>
                  </a:ext>
                </a:extLst>
              </p:cNvPr>
              <p:cNvSpPr>
                <a:spLocks/>
              </p:cNvSpPr>
              <p:nvPr/>
            </p:nvSpPr>
            <p:spPr bwMode="auto">
              <a:xfrm>
                <a:off x="4292899" y="4460622"/>
                <a:ext cx="286176" cy="294392"/>
              </a:xfrm>
              <a:custGeom>
                <a:avLst/>
                <a:gdLst>
                  <a:gd name="T0" fmla="*/ 1947460 w 21600"/>
                  <a:gd name="T1" fmla="*/ 2398392 h 38335"/>
                  <a:gd name="T2" fmla="*/ 2182824 w 21600"/>
                  <a:gd name="T3" fmla="*/ 0 h 38335"/>
                  <a:gd name="T4" fmla="*/ 3822367 w 21600"/>
                  <a:gd name="T5" fmla="*/ 1220750 h 38335"/>
                  <a:gd name="T6" fmla="*/ 0 60000 65536"/>
                  <a:gd name="T7" fmla="*/ 0 60000 65536"/>
                  <a:gd name="T8" fmla="*/ 0 60000 65536"/>
                  <a:gd name="T9" fmla="*/ 0 w 21600"/>
                  <a:gd name="T10" fmla="*/ 0 h 38335"/>
                  <a:gd name="T11" fmla="*/ 21600 w 21600"/>
                  <a:gd name="T12" fmla="*/ 38335 h 38335"/>
                </a:gdLst>
                <a:ahLst/>
                <a:cxnLst>
                  <a:cxn ang="T6">
                    <a:pos x="T0" y="T1"/>
                  </a:cxn>
                  <a:cxn ang="T7">
                    <a:pos x="T2" y="T3"/>
                  </a:cxn>
                  <a:cxn ang="T8">
                    <a:pos x="T4" y="T5"/>
                  </a:cxn>
                </a:cxnLst>
                <a:rect l="T9" t="T10" r="T11" b="T12"/>
                <a:pathLst>
                  <a:path w="21600" h="38335" fill="none" extrusionOk="0">
                    <a:moveTo>
                      <a:pt x="11004" y="38335"/>
                    </a:moveTo>
                    <a:cubicBezTo>
                      <a:pt x="4206" y="34508"/>
                      <a:pt x="0" y="27313"/>
                      <a:pt x="0" y="19512"/>
                    </a:cubicBezTo>
                    <a:cubicBezTo>
                      <a:pt x="-1" y="11172"/>
                      <a:pt x="4801" y="3577"/>
                      <a:pt x="12334" y="-1"/>
                    </a:cubicBezTo>
                  </a:path>
                  <a:path w="21600" h="38335" stroke="0" extrusionOk="0">
                    <a:moveTo>
                      <a:pt x="11004" y="38335"/>
                    </a:moveTo>
                    <a:cubicBezTo>
                      <a:pt x="4206" y="34508"/>
                      <a:pt x="0" y="27313"/>
                      <a:pt x="0" y="19512"/>
                    </a:cubicBezTo>
                    <a:cubicBezTo>
                      <a:pt x="-1" y="11172"/>
                      <a:pt x="4801" y="3577"/>
                      <a:pt x="12334" y="-1"/>
                    </a:cubicBezTo>
                    <a:lnTo>
                      <a:pt x="21600" y="1951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sp>
            <p:nvSpPr>
              <p:cNvPr id="77" name="Arc 11">
                <a:extLst>
                  <a:ext uri="{FF2B5EF4-FFF2-40B4-BE49-F238E27FC236}">
                    <a16:creationId xmlns:a16="http://schemas.microsoft.com/office/drawing/2014/main" id="{1DB34EDC-72FF-4FE2-A19E-4EBEC9D9DA51}"/>
                  </a:ext>
                </a:extLst>
              </p:cNvPr>
              <p:cNvSpPr>
                <a:spLocks/>
              </p:cNvSpPr>
              <p:nvPr/>
            </p:nvSpPr>
            <p:spPr bwMode="auto">
              <a:xfrm>
                <a:off x="4390131" y="4494253"/>
                <a:ext cx="295441" cy="215804"/>
              </a:xfrm>
              <a:custGeom>
                <a:avLst/>
                <a:gdLst>
                  <a:gd name="T0" fmla="*/ 2063225 w 21600"/>
                  <a:gd name="T1" fmla="*/ 1405291 h 38229"/>
                  <a:gd name="T2" fmla="*/ 2306131 w 21600"/>
                  <a:gd name="T3" fmla="*/ 0 h 38229"/>
                  <a:gd name="T4" fmla="*/ 4079984 w 21600"/>
                  <a:gd name="T5" fmla="*/ 715051 h 38229"/>
                  <a:gd name="T6" fmla="*/ 0 60000 65536"/>
                  <a:gd name="T7" fmla="*/ 0 60000 65536"/>
                  <a:gd name="T8" fmla="*/ 0 60000 65536"/>
                  <a:gd name="T9" fmla="*/ 0 w 21600"/>
                  <a:gd name="T10" fmla="*/ 0 h 38229"/>
                  <a:gd name="T11" fmla="*/ 21600 w 21600"/>
                  <a:gd name="T12" fmla="*/ 38229 h 38229"/>
                </a:gdLst>
                <a:ahLst/>
                <a:cxnLst>
                  <a:cxn ang="T6">
                    <a:pos x="T0" y="T1"/>
                  </a:cxn>
                  <a:cxn ang="T7">
                    <a:pos x="T2" y="T3"/>
                  </a:cxn>
                  <a:cxn ang="T8">
                    <a:pos x="T4" y="T5"/>
                  </a:cxn>
                </a:cxnLst>
                <a:rect l="T9" t="T10" r="T11" b="T12"/>
                <a:pathLst>
                  <a:path w="21600" h="38229" fill="none" extrusionOk="0">
                    <a:moveTo>
                      <a:pt x="10923" y="38228"/>
                    </a:moveTo>
                    <a:cubicBezTo>
                      <a:pt x="4170" y="34389"/>
                      <a:pt x="0" y="27219"/>
                      <a:pt x="0" y="19452"/>
                    </a:cubicBezTo>
                    <a:cubicBezTo>
                      <a:pt x="-1" y="11162"/>
                      <a:pt x="4744" y="3604"/>
                      <a:pt x="12209" y="0"/>
                    </a:cubicBezTo>
                  </a:path>
                  <a:path w="21600" h="38229" stroke="0" extrusionOk="0">
                    <a:moveTo>
                      <a:pt x="10923" y="38228"/>
                    </a:moveTo>
                    <a:cubicBezTo>
                      <a:pt x="4170" y="34389"/>
                      <a:pt x="0" y="27219"/>
                      <a:pt x="0" y="19452"/>
                    </a:cubicBezTo>
                    <a:cubicBezTo>
                      <a:pt x="-1" y="11162"/>
                      <a:pt x="4744" y="3604"/>
                      <a:pt x="12209" y="0"/>
                    </a:cubicBezTo>
                    <a:lnTo>
                      <a:pt x="21600" y="19452"/>
                    </a:lnTo>
                    <a:close/>
                  </a:path>
                </a:pathLst>
              </a:custGeom>
              <a:noFill/>
              <a:ln w="28575">
                <a:solidFill>
                  <a:srgbClr val="00B4FF"/>
                </a:solidFill>
                <a:round/>
                <a:headEnd/>
                <a:tailEnd/>
              </a:ln>
            </p:spPr>
            <p:txBody>
              <a:bodyPr/>
              <a:lstStyle/>
              <a:p>
                <a:pPr>
                  <a:defRPr/>
                </a:pPr>
                <a:endParaRPr lang="zh-CN" altLang="en-US" sz="1600" b="1">
                  <a:latin typeface="+mj-lt"/>
                  <a:ea typeface="黑体" pitchFamily="2" charset="-122"/>
                </a:endParaRPr>
              </a:p>
            </p:txBody>
          </p:sp>
        </p:grpSp>
        <p:cxnSp>
          <p:nvCxnSpPr>
            <p:cNvPr id="70" name="直接箭头连接符 45">
              <a:extLst>
                <a:ext uri="{FF2B5EF4-FFF2-40B4-BE49-F238E27FC236}">
                  <a16:creationId xmlns:a16="http://schemas.microsoft.com/office/drawing/2014/main" id="{DACD4AE6-56D4-4AFF-BDAC-52E58E14A589}"/>
                </a:ext>
              </a:extLst>
            </p:cNvPr>
            <p:cNvCxnSpPr>
              <a:cxnSpLocks noChangeShapeType="1"/>
            </p:cNvCxnSpPr>
            <p:nvPr/>
          </p:nvCxnSpPr>
          <p:spPr bwMode="auto">
            <a:xfrm rot="10800000" flipH="1" flipV="1">
              <a:off x="4900624" y="4352945"/>
              <a:ext cx="500063" cy="1587"/>
            </a:xfrm>
            <a:prstGeom prst="straightConnector1">
              <a:avLst/>
            </a:prstGeom>
            <a:noFill/>
            <a:ln w="38100" algn="ctr">
              <a:solidFill>
                <a:srgbClr val="FF0000"/>
              </a:solidFill>
              <a:round/>
              <a:headEnd/>
              <a:tailEnd type="triangle" w="med" len="med"/>
            </a:ln>
          </p:spPr>
        </p:cxnSp>
        <p:sp>
          <p:nvSpPr>
            <p:cNvPr id="71" name="TextBox 46">
              <a:extLst>
                <a:ext uri="{FF2B5EF4-FFF2-40B4-BE49-F238E27FC236}">
                  <a16:creationId xmlns:a16="http://schemas.microsoft.com/office/drawing/2014/main" id="{816D207B-5657-4635-A8E8-1F3DC1DAB77E}"/>
                </a:ext>
              </a:extLst>
            </p:cNvPr>
            <p:cNvSpPr txBox="1">
              <a:spLocks noChangeArrowheads="1"/>
            </p:cNvSpPr>
            <p:nvPr/>
          </p:nvSpPr>
          <p:spPr bwMode="auto">
            <a:xfrm>
              <a:off x="4900528" y="4346815"/>
              <a:ext cx="386069" cy="219265"/>
            </a:xfrm>
            <a:prstGeom prst="rect">
              <a:avLst/>
            </a:prstGeom>
            <a:noFill/>
            <a:ln w="9525">
              <a:noFill/>
              <a:miter lim="800000"/>
              <a:headEnd/>
              <a:tailEnd/>
            </a:ln>
          </p:spPr>
          <p:txBody>
            <a:bodyPr wrap="none">
              <a:spAutoFit/>
            </a:bodyPr>
            <a:lstStyle/>
            <a:p>
              <a:pPr>
                <a:defRPr/>
              </a:pPr>
              <a:r>
                <a:rPr lang="zh-CN" altLang="en-US" sz="1600" b="1" dirty="0">
                  <a:latin typeface="+mj-lt"/>
                  <a:ea typeface="黑体" pitchFamily="2" charset="-122"/>
                </a:rPr>
                <a:t>广播</a:t>
              </a:r>
            </a:p>
          </p:txBody>
        </p:sp>
      </p:grpSp>
      <p:graphicFrame>
        <p:nvGraphicFramePr>
          <p:cNvPr id="84" name="表格 83">
            <a:extLst>
              <a:ext uri="{FF2B5EF4-FFF2-40B4-BE49-F238E27FC236}">
                <a16:creationId xmlns:a16="http://schemas.microsoft.com/office/drawing/2014/main" id="{553DD88F-902E-4D08-8E17-C1F8FED5BF78}"/>
              </a:ext>
            </a:extLst>
          </p:cNvPr>
          <p:cNvGraphicFramePr>
            <a:graphicFrameLocks noGrp="1"/>
          </p:cNvGraphicFramePr>
          <p:nvPr>
            <p:extLst>
              <p:ext uri="{D42A27DB-BD31-4B8C-83A1-F6EECF244321}">
                <p14:modId xmlns:p14="http://schemas.microsoft.com/office/powerpoint/2010/main" val="3400385621"/>
              </p:ext>
            </p:extLst>
          </p:nvPr>
        </p:nvGraphicFramePr>
        <p:xfrm>
          <a:off x="5944725" y="2851963"/>
          <a:ext cx="1935162" cy="760095"/>
        </p:xfrm>
        <a:graphic>
          <a:graphicData uri="http://schemas.openxmlformats.org/drawingml/2006/table">
            <a:tbl>
              <a:tblPr/>
              <a:tblGrid>
                <a:gridCol w="933450">
                  <a:extLst>
                    <a:ext uri="{9D8B030D-6E8A-4147-A177-3AD203B41FA5}">
                      <a16:colId xmlns:a16="http://schemas.microsoft.com/office/drawing/2014/main" val="20000"/>
                    </a:ext>
                  </a:extLst>
                </a:gridCol>
                <a:gridCol w="1001712">
                  <a:extLst>
                    <a:ext uri="{9D8B030D-6E8A-4147-A177-3AD203B41FA5}">
                      <a16:colId xmlns:a16="http://schemas.microsoft.com/office/drawing/2014/main" val="20001"/>
                    </a:ext>
                  </a:extLst>
                </a:gridCol>
              </a:tblGrid>
              <a:tr h="2317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Arial" charset="0"/>
                          <a:ea typeface="黑体" pitchFamily="2" charset="-122"/>
                        </a:rPr>
                        <a:t>MAC</a:t>
                      </a:r>
                      <a:r>
                        <a:rPr kumimoji="0" lang="zh-CN" altLang="en-US" sz="1600" b="1" i="0" u="none" strike="noStrike" cap="none" normalizeH="0" baseline="0">
                          <a:ln>
                            <a:noFill/>
                          </a:ln>
                          <a:solidFill>
                            <a:srgbClr val="000000"/>
                          </a:solidFill>
                          <a:effectLst/>
                          <a:latin typeface="Arial" charset="0"/>
                          <a:ea typeface="黑体" pitchFamily="2" charset="-122"/>
                        </a:rPr>
                        <a:t>地址</a:t>
                      </a: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rgbClr val="000000"/>
                          </a:solidFill>
                          <a:effectLst/>
                          <a:latin typeface="Arial" charset="0"/>
                          <a:ea typeface="黑体" pitchFamily="2" charset="-122"/>
                        </a:rPr>
                        <a:t>接口标示</a:t>
                      </a: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17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Arial" charset="0"/>
                          <a:ea typeface="黑体" pitchFamily="2" charset="-122"/>
                        </a:rPr>
                        <a:t>...11-11</a:t>
                      </a: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Arial" charset="0"/>
                          <a:ea typeface="黑体" pitchFamily="2" charset="-122"/>
                        </a:rPr>
                        <a:t>1</a:t>
                      </a: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7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Arial" charset="0"/>
                          <a:ea typeface="黑体" pitchFamily="2" charset="-122"/>
                        </a:rPr>
                        <a:t>...22-22</a:t>
                      </a: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Arial" charset="0"/>
                          <a:ea typeface="黑体" pitchFamily="2" charset="-122"/>
                        </a:rPr>
                        <a:t>2</a:t>
                      </a: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85" name="组合 113">
            <a:extLst>
              <a:ext uri="{FF2B5EF4-FFF2-40B4-BE49-F238E27FC236}">
                <a16:creationId xmlns:a16="http://schemas.microsoft.com/office/drawing/2014/main" id="{FBA62E7E-B41C-44BA-B84B-63CB007FE146}"/>
              </a:ext>
            </a:extLst>
          </p:cNvPr>
          <p:cNvGrpSpPr>
            <a:grpSpLocks/>
          </p:cNvGrpSpPr>
          <p:nvPr/>
        </p:nvGrpSpPr>
        <p:grpSpPr bwMode="auto">
          <a:xfrm>
            <a:off x="2664950" y="2588438"/>
            <a:ext cx="6132512" cy="3679825"/>
            <a:chOff x="1892300" y="1500188"/>
            <a:chExt cx="3934481" cy="2360310"/>
          </a:xfrm>
        </p:grpSpPr>
        <p:pic>
          <p:nvPicPr>
            <p:cNvPr id="86" name="图片 11" descr="asdf.png">
              <a:extLst>
                <a:ext uri="{FF2B5EF4-FFF2-40B4-BE49-F238E27FC236}">
                  <a16:creationId xmlns:a16="http://schemas.microsoft.com/office/drawing/2014/main" id="{25792CF8-B506-4512-9764-9ADB1D6AC556}"/>
                </a:ext>
              </a:extLst>
            </p:cNvPr>
            <p:cNvPicPr>
              <a:picLocks noChangeAspect="1"/>
            </p:cNvPicPr>
            <p:nvPr/>
          </p:nvPicPr>
          <p:blipFill>
            <a:blip r:embed="rId2"/>
            <a:srcRect/>
            <a:stretch>
              <a:fillRect/>
            </a:stretch>
          </p:blipFill>
          <p:spPr bwMode="auto">
            <a:xfrm>
              <a:off x="2346325" y="3286125"/>
              <a:ext cx="450850" cy="428625"/>
            </a:xfrm>
            <a:prstGeom prst="rect">
              <a:avLst/>
            </a:prstGeom>
            <a:noFill/>
            <a:ln w="9525">
              <a:noFill/>
              <a:miter lim="800000"/>
              <a:headEnd/>
              <a:tailEnd/>
            </a:ln>
          </p:spPr>
        </p:pic>
        <p:pic>
          <p:nvPicPr>
            <p:cNvPr id="87" name="Picture 10">
              <a:extLst>
                <a:ext uri="{FF2B5EF4-FFF2-40B4-BE49-F238E27FC236}">
                  <a16:creationId xmlns:a16="http://schemas.microsoft.com/office/drawing/2014/main" id="{E56F302B-9C45-4DCF-B311-C2C2A93584C1}"/>
                </a:ext>
              </a:extLst>
            </p:cNvPr>
            <p:cNvPicPr>
              <a:picLocks noChangeAspect="1" noChangeArrowheads="1"/>
            </p:cNvPicPr>
            <p:nvPr/>
          </p:nvPicPr>
          <p:blipFill>
            <a:blip r:embed="rId3"/>
            <a:srcRect/>
            <a:stretch>
              <a:fillRect/>
            </a:stretch>
          </p:blipFill>
          <p:spPr bwMode="auto">
            <a:xfrm>
              <a:off x="3448050" y="2500313"/>
              <a:ext cx="785813" cy="336550"/>
            </a:xfrm>
            <a:prstGeom prst="rect">
              <a:avLst/>
            </a:prstGeom>
            <a:noFill/>
            <a:ln w="9525">
              <a:noFill/>
              <a:miter lim="800000"/>
              <a:headEnd/>
              <a:tailEnd/>
            </a:ln>
          </p:spPr>
        </p:pic>
        <p:pic>
          <p:nvPicPr>
            <p:cNvPr id="88" name="图片 11" descr="asdf.png">
              <a:extLst>
                <a:ext uri="{FF2B5EF4-FFF2-40B4-BE49-F238E27FC236}">
                  <a16:creationId xmlns:a16="http://schemas.microsoft.com/office/drawing/2014/main" id="{F62FE882-1926-4A09-8F3D-797D33ECA472}"/>
                </a:ext>
              </a:extLst>
            </p:cNvPr>
            <p:cNvPicPr>
              <a:picLocks noChangeAspect="1"/>
            </p:cNvPicPr>
            <p:nvPr/>
          </p:nvPicPr>
          <p:blipFill>
            <a:blip r:embed="rId2"/>
            <a:srcRect/>
            <a:stretch>
              <a:fillRect/>
            </a:stretch>
          </p:blipFill>
          <p:spPr bwMode="auto">
            <a:xfrm>
              <a:off x="4940300" y="3286125"/>
              <a:ext cx="450850" cy="428625"/>
            </a:xfrm>
            <a:prstGeom prst="rect">
              <a:avLst/>
            </a:prstGeom>
            <a:noFill/>
            <a:ln w="9525">
              <a:noFill/>
              <a:miter lim="800000"/>
              <a:headEnd/>
              <a:tailEnd/>
            </a:ln>
          </p:spPr>
        </p:pic>
        <p:pic>
          <p:nvPicPr>
            <p:cNvPr id="89" name="图片 11" descr="asdf.png">
              <a:extLst>
                <a:ext uri="{FF2B5EF4-FFF2-40B4-BE49-F238E27FC236}">
                  <a16:creationId xmlns:a16="http://schemas.microsoft.com/office/drawing/2014/main" id="{11430CDA-BC4C-43C5-B1C9-F254B83C5512}"/>
                </a:ext>
              </a:extLst>
            </p:cNvPr>
            <p:cNvPicPr>
              <a:picLocks noChangeAspect="1"/>
            </p:cNvPicPr>
            <p:nvPr/>
          </p:nvPicPr>
          <p:blipFill>
            <a:blip r:embed="rId2"/>
            <a:srcRect/>
            <a:stretch>
              <a:fillRect/>
            </a:stretch>
          </p:blipFill>
          <p:spPr bwMode="auto">
            <a:xfrm>
              <a:off x="3621088" y="3286125"/>
              <a:ext cx="450850" cy="428625"/>
            </a:xfrm>
            <a:prstGeom prst="rect">
              <a:avLst/>
            </a:prstGeom>
            <a:noFill/>
            <a:ln w="9525">
              <a:noFill/>
              <a:miter lim="800000"/>
              <a:headEnd/>
              <a:tailEnd/>
            </a:ln>
          </p:spPr>
        </p:pic>
        <p:cxnSp>
          <p:nvCxnSpPr>
            <p:cNvPr id="90" name="直接连接符 7">
              <a:extLst>
                <a:ext uri="{FF2B5EF4-FFF2-40B4-BE49-F238E27FC236}">
                  <a16:creationId xmlns:a16="http://schemas.microsoft.com/office/drawing/2014/main" id="{355B0410-1469-4161-87FF-D9A906997E3E}"/>
                </a:ext>
              </a:extLst>
            </p:cNvPr>
            <p:cNvCxnSpPr>
              <a:cxnSpLocks noChangeShapeType="1"/>
            </p:cNvCxnSpPr>
            <p:nvPr/>
          </p:nvCxnSpPr>
          <p:spPr bwMode="auto">
            <a:xfrm rot="16200000" flipH="1">
              <a:off x="3618707" y="3058319"/>
              <a:ext cx="449262" cy="6350"/>
            </a:xfrm>
            <a:prstGeom prst="line">
              <a:avLst/>
            </a:prstGeom>
            <a:noFill/>
            <a:ln w="38100" algn="ctr">
              <a:solidFill>
                <a:srgbClr val="FF0000"/>
              </a:solidFill>
              <a:round/>
              <a:headEnd/>
              <a:tailEnd/>
            </a:ln>
          </p:spPr>
        </p:cxnSp>
        <p:cxnSp>
          <p:nvCxnSpPr>
            <p:cNvPr id="91" name="肘形连接符 12">
              <a:extLst>
                <a:ext uri="{FF2B5EF4-FFF2-40B4-BE49-F238E27FC236}">
                  <a16:creationId xmlns:a16="http://schemas.microsoft.com/office/drawing/2014/main" id="{E2E318F0-A245-4451-970C-EE81DAC4CBE0}"/>
                </a:ext>
              </a:extLst>
            </p:cNvPr>
            <p:cNvCxnSpPr>
              <a:cxnSpLocks noChangeShapeType="1"/>
            </p:cNvCxnSpPr>
            <p:nvPr/>
          </p:nvCxnSpPr>
          <p:spPr bwMode="auto">
            <a:xfrm rot="10800000" flipV="1">
              <a:off x="2571750" y="2668588"/>
              <a:ext cx="876300" cy="617537"/>
            </a:xfrm>
            <a:prstGeom prst="bentConnector2">
              <a:avLst/>
            </a:prstGeom>
            <a:noFill/>
            <a:ln w="38100" algn="ctr">
              <a:solidFill>
                <a:srgbClr val="FF0000"/>
              </a:solidFill>
              <a:round/>
              <a:headEnd/>
              <a:tailEnd/>
            </a:ln>
          </p:spPr>
        </p:cxnSp>
        <p:cxnSp>
          <p:nvCxnSpPr>
            <p:cNvPr id="92" name="肘形连接符 12">
              <a:extLst>
                <a:ext uri="{FF2B5EF4-FFF2-40B4-BE49-F238E27FC236}">
                  <a16:creationId xmlns:a16="http://schemas.microsoft.com/office/drawing/2014/main" id="{2061EC80-F4AA-4976-B443-575105E74B99}"/>
                </a:ext>
              </a:extLst>
            </p:cNvPr>
            <p:cNvCxnSpPr>
              <a:cxnSpLocks noChangeShapeType="1"/>
            </p:cNvCxnSpPr>
            <p:nvPr/>
          </p:nvCxnSpPr>
          <p:spPr bwMode="auto">
            <a:xfrm>
              <a:off x="4233863" y="2668588"/>
              <a:ext cx="931862" cy="617537"/>
            </a:xfrm>
            <a:prstGeom prst="bentConnector2">
              <a:avLst/>
            </a:prstGeom>
            <a:noFill/>
            <a:ln w="38100" algn="ctr">
              <a:solidFill>
                <a:srgbClr val="FF0000"/>
              </a:solidFill>
              <a:round/>
              <a:headEnd/>
              <a:tailEnd/>
            </a:ln>
          </p:spPr>
        </p:cxnSp>
        <p:sp>
          <p:nvSpPr>
            <p:cNvPr id="93" name="Text Box 12">
              <a:extLst>
                <a:ext uri="{FF2B5EF4-FFF2-40B4-BE49-F238E27FC236}">
                  <a16:creationId xmlns:a16="http://schemas.microsoft.com/office/drawing/2014/main" id="{1DC91AC8-7641-405B-B895-A75E74FC258E}"/>
                </a:ext>
              </a:extLst>
            </p:cNvPr>
            <p:cNvSpPr txBox="1">
              <a:spLocks noChangeArrowheads="1"/>
            </p:cNvSpPr>
            <p:nvPr/>
          </p:nvSpPr>
          <p:spPr bwMode="auto">
            <a:xfrm>
              <a:off x="3288669" y="2647759"/>
              <a:ext cx="286200" cy="216888"/>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1</a:t>
              </a:r>
              <a:endParaRPr lang="zh-CN" altLang="en-US" sz="1600" b="1" dirty="0">
                <a:latin typeface="+mj-lt"/>
                <a:ea typeface="宋体" pitchFamily="2" charset="-122"/>
              </a:endParaRPr>
            </a:p>
          </p:txBody>
        </p:sp>
        <p:sp>
          <p:nvSpPr>
            <p:cNvPr id="94" name="Text Box 12">
              <a:extLst>
                <a:ext uri="{FF2B5EF4-FFF2-40B4-BE49-F238E27FC236}">
                  <a16:creationId xmlns:a16="http://schemas.microsoft.com/office/drawing/2014/main" id="{6E3F0F7B-FD2C-4B49-82C9-590045F5AE21}"/>
                </a:ext>
              </a:extLst>
            </p:cNvPr>
            <p:cNvSpPr txBox="1">
              <a:spLocks noChangeArrowheads="1"/>
            </p:cNvSpPr>
            <p:nvPr/>
          </p:nvSpPr>
          <p:spPr bwMode="auto">
            <a:xfrm>
              <a:off x="3827458" y="2782168"/>
              <a:ext cx="286199" cy="216888"/>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2</a:t>
              </a:r>
              <a:endParaRPr lang="zh-CN" altLang="en-US" sz="1600" b="1" dirty="0">
                <a:latin typeface="+mj-lt"/>
                <a:ea typeface="宋体" pitchFamily="2" charset="-122"/>
              </a:endParaRPr>
            </a:p>
          </p:txBody>
        </p:sp>
        <p:sp>
          <p:nvSpPr>
            <p:cNvPr id="95" name="Text Box 12">
              <a:extLst>
                <a:ext uri="{FF2B5EF4-FFF2-40B4-BE49-F238E27FC236}">
                  <a16:creationId xmlns:a16="http://schemas.microsoft.com/office/drawing/2014/main" id="{F4C27DAB-3434-4920-806D-F64CEDE0F0C7}"/>
                </a:ext>
              </a:extLst>
            </p:cNvPr>
            <p:cNvSpPr txBox="1">
              <a:spLocks noChangeArrowheads="1"/>
            </p:cNvSpPr>
            <p:nvPr/>
          </p:nvSpPr>
          <p:spPr bwMode="auto">
            <a:xfrm>
              <a:off x="4131990" y="2641649"/>
              <a:ext cx="286200" cy="216888"/>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3</a:t>
              </a:r>
              <a:endParaRPr lang="zh-CN" altLang="en-US" sz="1600" b="1" dirty="0">
                <a:latin typeface="+mj-lt"/>
                <a:ea typeface="宋体" pitchFamily="2" charset="-122"/>
              </a:endParaRPr>
            </a:p>
          </p:txBody>
        </p:sp>
        <p:sp>
          <p:nvSpPr>
            <p:cNvPr id="96" name="Text Box 12">
              <a:extLst>
                <a:ext uri="{FF2B5EF4-FFF2-40B4-BE49-F238E27FC236}">
                  <a16:creationId xmlns:a16="http://schemas.microsoft.com/office/drawing/2014/main" id="{7BDB325C-6127-4CD1-B6B1-4E3AD35B3E75}"/>
                </a:ext>
              </a:extLst>
            </p:cNvPr>
            <p:cNvSpPr txBox="1">
              <a:spLocks noChangeArrowheads="1"/>
            </p:cNvSpPr>
            <p:nvPr/>
          </p:nvSpPr>
          <p:spPr bwMode="auto">
            <a:xfrm>
              <a:off x="2170351" y="3357481"/>
              <a:ext cx="285181" cy="216888"/>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A</a:t>
              </a:r>
              <a:endParaRPr lang="zh-CN" altLang="en-US" sz="1600" b="1" dirty="0">
                <a:latin typeface="+mj-lt"/>
                <a:ea typeface="宋体" pitchFamily="2" charset="-122"/>
              </a:endParaRPr>
            </a:p>
          </p:txBody>
        </p:sp>
        <p:sp>
          <p:nvSpPr>
            <p:cNvPr id="97" name="Text Box 12">
              <a:extLst>
                <a:ext uri="{FF2B5EF4-FFF2-40B4-BE49-F238E27FC236}">
                  <a16:creationId xmlns:a16="http://schemas.microsoft.com/office/drawing/2014/main" id="{37A287B2-CC23-4C20-B083-C543A5D3FCB2}"/>
                </a:ext>
              </a:extLst>
            </p:cNvPr>
            <p:cNvSpPr txBox="1">
              <a:spLocks noChangeArrowheads="1"/>
            </p:cNvSpPr>
            <p:nvPr/>
          </p:nvSpPr>
          <p:spPr bwMode="auto">
            <a:xfrm>
              <a:off x="3438389" y="3357481"/>
              <a:ext cx="286199" cy="216888"/>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B</a:t>
              </a:r>
              <a:endParaRPr lang="zh-CN" altLang="en-US" sz="1600" b="1" dirty="0">
                <a:latin typeface="+mj-lt"/>
                <a:ea typeface="宋体" pitchFamily="2" charset="-122"/>
              </a:endParaRPr>
            </a:p>
          </p:txBody>
        </p:sp>
        <p:sp>
          <p:nvSpPr>
            <p:cNvPr id="98" name="Text Box 12">
              <a:extLst>
                <a:ext uri="{FF2B5EF4-FFF2-40B4-BE49-F238E27FC236}">
                  <a16:creationId xmlns:a16="http://schemas.microsoft.com/office/drawing/2014/main" id="{CB4EFE6D-EDBE-48EA-BA5D-F7AC40707A9C}"/>
                </a:ext>
              </a:extLst>
            </p:cNvPr>
            <p:cNvSpPr txBox="1">
              <a:spLocks noChangeArrowheads="1"/>
            </p:cNvSpPr>
            <p:nvPr/>
          </p:nvSpPr>
          <p:spPr bwMode="auto">
            <a:xfrm>
              <a:off x="4757352" y="3357481"/>
              <a:ext cx="286200" cy="216888"/>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C</a:t>
              </a:r>
              <a:endParaRPr lang="zh-CN" altLang="en-US" sz="1600" b="1" dirty="0">
                <a:latin typeface="+mj-lt"/>
                <a:ea typeface="宋体" pitchFamily="2" charset="-122"/>
              </a:endParaRPr>
            </a:p>
          </p:txBody>
        </p:sp>
        <p:sp>
          <p:nvSpPr>
            <p:cNvPr id="99" name="TextBox 16">
              <a:extLst>
                <a:ext uri="{FF2B5EF4-FFF2-40B4-BE49-F238E27FC236}">
                  <a16:creationId xmlns:a16="http://schemas.microsoft.com/office/drawing/2014/main" id="{3221597F-CC3F-4404-A7F7-46FE8E5A2C54}"/>
                </a:ext>
              </a:extLst>
            </p:cNvPr>
            <p:cNvSpPr txBox="1">
              <a:spLocks noChangeArrowheads="1"/>
            </p:cNvSpPr>
            <p:nvPr/>
          </p:nvSpPr>
          <p:spPr bwMode="auto">
            <a:xfrm>
              <a:off x="1892300" y="3643610"/>
              <a:ext cx="1193687" cy="216888"/>
            </a:xfrm>
            <a:prstGeom prst="rect">
              <a:avLst/>
            </a:prstGeom>
            <a:noFill/>
            <a:ln w="9525">
              <a:noFill/>
              <a:miter lim="800000"/>
              <a:headEnd/>
              <a:tailEnd/>
            </a:ln>
          </p:spPr>
          <p:txBody>
            <a:bodyPr wrap="none">
              <a:spAutoFit/>
            </a:bodyPr>
            <a:lstStyle/>
            <a:p>
              <a:pPr>
                <a:defRPr/>
              </a:pPr>
              <a:r>
                <a:rPr lang="en-US" altLang="zh-CN" sz="1600" b="1" dirty="0">
                  <a:latin typeface="+mj-lt"/>
                  <a:ea typeface="宋体" pitchFamily="2" charset="-122"/>
                </a:rPr>
                <a:t>00-00-00-11-11-11</a:t>
              </a:r>
              <a:endParaRPr lang="zh-CN" altLang="en-US" sz="1600" b="1" dirty="0">
                <a:latin typeface="+mj-lt"/>
                <a:ea typeface="宋体" pitchFamily="2" charset="-122"/>
              </a:endParaRPr>
            </a:p>
          </p:txBody>
        </p:sp>
        <p:sp>
          <p:nvSpPr>
            <p:cNvPr id="100" name="TextBox 17">
              <a:extLst>
                <a:ext uri="{FF2B5EF4-FFF2-40B4-BE49-F238E27FC236}">
                  <a16:creationId xmlns:a16="http://schemas.microsoft.com/office/drawing/2014/main" id="{47E0D7C3-9A6F-4E45-AD55-94EE8B15F927}"/>
                </a:ext>
              </a:extLst>
            </p:cNvPr>
            <p:cNvSpPr txBox="1">
              <a:spLocks noChangeArrowheads="1"/>
            </p:cNvSpPr>
            <p:nvPr/>
          </p:nvSpPr>
          <p:spPr bwMode="auto">
            <a:xfrm>
              <a:off x="3207188" y="3643610"/>
              <a:ext cx="1254797" cy="216888"/>
            </a:xfrm>
            <a:prstGeom prst="rect">
              <a:avLst/>
            </a:prstGeom>
            <a:noFill/>
            <a:ln w="9525">
              <a:noFill/>
              <a:miter lim="800000"/>
              <a:headEnd/>
              <a:tailEnd/>
            </a:ln>
          </p:spPr>
          <p:txBody>
            <a:bodyPr wrap="none">
              <a:spAutoFit/>
            </a:bodyPr>
            <a:lstStyle/>
            <a:p>
              <a:pPr>
                <a:defRPr/>
              </a:pPr>
              <a:r>
                <a:rPr lang="en-US" altLang="zh-CN" sz="1600" b="1">
                  <a:latin typeface="+mj-lt"/>
                  <a:ea typeface="宋体" pitchFamily="2" charset="-122"/>
                </a:rPr>
                <a:t>00-00-00-22-22-22</a:t>
              </a:r>
              <a:endParaRPr lang="zh-CN" altLang="en-US" sz="1600" b="1">
                <a:latin typeface="+mj-lt"/>
                <a:ea typeface="宋体" pitchFamily="2" charset="-122"/>
              </a:endParaRPr>
            </a:p>
          </p:txBody>
        </p:sp>
        <p:sp>
          <p:nvSpPr>
            <p:cNvPr id="101" name="TextBox 18">
              <a:extLst>
                <a:ext uri="{FF2B5EF4-FFF2-40B4-BE49-F238E27FC236}">
                  <a16:creationId xmlns:a16="http://schemas.microsoft.com/office/drawing/2014/main" id="{EFFD5525-5C0E-4453-AB6C-4D007ED6AA52}"/>
                </a:ext>
              </a:extLst>
            </p:cNvPr>
            <p:cNvSpPr txBox="1">
              <a:spLocks noChangeArrowheads="1"/>
            </p:cNvSpPr>
            <p:nvPr/>
          </p:nvSpPr>
          <p:spPr bwMode="auto">
            <a:xfrm>
              <a:off x="4571984" y="3643610"/>
              <a:ext cx="1254797" cy="216888"/>
            </a:xfrm>
            <a:prstGeom prst="rect">
              <a:avLst/>
            </a:prstGeom>
            <a:noFill/>
            <a:ln w="9525">
              <a:noFill/>
              <a:miter lim="800000"/>
              <a:headEnd/>
              <a:tailEnd/>
            </a:ln>
          </p:spPr>
          <p:txBody>
            <a:bodyPr wrap="none">
              <a:spAutoFit/>
            </a:bodyPr>
            <a:lstStyle/>
            <a:p>
              <a:pPr>
                <a:defRPr/>
              </a:pPr>
              <a:r>
                <a:rPr lang="en-US" altLang="zh-CN" sz="1600" b="1">
                  <a:latin typeface="+mj-lt"/>
                  <a:ea typeface="宋体" pitchFamily="2" charset="-122"/>
                </a:rPr>
                <a:t>00-00-00-33-33-33</a:t>
              </a:r>
              <a:endParaRPr lang="zh-CN" altLang="en-US" sz="1600" b="1">
                <a:latin typeface="+mj-lt"/>
                <a:ea typeface="宋体" pitchFamily="2" charset="-122"/>
              </a:endParaRPr>
            </a:p>
          </p:txBody>
        </p:sp>
        <p:sp>
          <p:nvSpPr>
            <p:cNvPr id="102" name="TextBox 105">
              <a:extLst>
                <a:ext uri="{FF2B5EF4-FFF2-40B4-BE49-F238E27FC236}">
                  <a16:creationId xmlns:a16="http://schemas.microsoft.com/office/drawing/2014/main" id="{7565D733-9593-49BB-AA5B-420D1DD897B9}"/>
                </a:ext>
              </a:extLst>
            </p:cNvPr>
            <p:cNvSpPr txBox="1"/>
            <p:nvPr/>
          </p:nvSpPr>
          <p:spPr>
            <a:xfrm>
              <a:off x="2456551" y="2142705"/>
              <a:ext cx="513326" cy="217906"/>
            </a:xfrm>
            <a:prstGeom prst="rect">
              <a:avLst/>
            </a:prstGeom>
            <a:noFill/>
          </p:spPr>
          <p:txBody>
            <a:bodyPr wrap="none">
              <a:spAutoFit/>
            </a:bodyPr>
            <a:lstStyle/>
            <a:p>
              <a:pPr>
                <a:defRPr/>
              </a:pPr>
              <a:r>
                <a:rPr lang="zh-CN" altLang="en-US" sz="1600" b="1" dirty="0">
                  <a:latin typeface="+mj-lt"/>
                  <a:ea typeface="宋体" pitchFamily="2" charset="-122"/>
                </a:rPr>
                <a:t>数据帧</a:t>
              </a:r>
            </a:p>
          </p:txBody>
        </p:sp>
        <p:sp>
          <p:nvSpPr>
            <p:cNvPr id="103" name="TextBox 106">
              <a:extLst>
                <a:ext uri="{FF2B5EF4-FFF2-40B4-BE49-F238E27FC236}">
                  <a16:creationId xmlns:a16="http://schemas.microsoft.com/office/drawing/2014/main" id="{292B8B2D-5B4F-43B8-A6BC-607BB1A61C04}"/>
                </a:ext>
              </a:extLst>
            </p:cNvPr>
            <p:cNvSpPr txBox="1"/>
            <p:nvPr/>
          </p:nvSpPr>
          <p:spPr>
            <a:xfrm>
              <a:off x="2141833" y="2357557"/>
              <a:ext cx="566288" cy="216888"/>
            </a:xfrm>
            <a:prstGeom prst="rect">
              <a:avLst/>
            </a:prstGeom>
            <a:noFill/>
            <a:ln>
              <a:solidFill>
                <a:schemeClr val="tx2"/>
              </a:solidFill>
            </a:ln>
          </p:spPr>
          <p:txBody>
            <a:bodyPr wrap="none">
              <a:spAutoFit/>
            </a:bodyPr>
            <a:lstStyle/>
            <a:p>
              <a:pPr>
                <a:defRPr/>
              </a:pPr>
              <a:r>
                <a:rPr lang="en-US" altLang="zh-CN" sz="1600" b="1" dirty="0">
                  <a:latin typeface="+mj-lt"/>
                  <a:ea typeface="宋体" pitchFamily="2" charset="-122"/>
                </a:rPr>
                <a:t>...22-22</a:t>
              </a:r>
              <a:endParaRPr lang="zh-CN" altLang="en-US" sz="1600" b="1" dirty="0">
                <a:latin typeface="+mj-lt"/>
                <a:ea typeface="宋体" pitchFamily="2" charset="-122"/>
              </a:endParaRPr>
            </a:p>
          </p:txBody>
        </p:sp>
        <p:sp>
          <p:nvSpPr>
            <p:cNvPr id="104" name="TextBox 107">
              <a:extLst>
                <a:ext uri="{FF2B5EF4-FFF2-40B4-BE49-F238E27FC236}">
                  <a16:creationId xmlns:a16="http://schemas.microsoft.com/office/drawing/2014/main" id="{FB00A0B0-F860-438A-80AD-CCC5A466353E}"/>
                </a:ext>
              </a:extLst>
            </p:cNvPr>
            <p:cNvSpPr txBox="1"/>
            <p:nvPr/>
          </p:nvSpPr>
          <p:spPr>
            <a:xfrm>
              <a:off x="2708121" y="2357557"/>
              <a:ext cx="551011" cy="216888"/>
            </a:xfrm>
            <a:prstGeom prst="rect">
              <a:avLst/>
            </a:prstGeom>
            <a:noFill/>
            <a:ln>
              <a:solidFill>
                <a:schemeClr val="tx2"/>
              </a:solidFill>
            </a:ln>
          </p:spPr>
          <p:txBody>
            <a:bodyPr wrap="none">
              <a:spAutoFit/>
            </a:bodyPr>
            <a:lstStyle/>
            <a:p>
              <a:pPr>
                <a:defRPr/>
              </a:pPr>
              <a:r>
                <a:rPr lang="en-US" altLang="zh-CN" sz="1600" b="1" dirty="0">
                  <a:latin typeface="+mj-lt"/>
                  <a:ea typeface="宋体" pitchFamily="2" charset="-122"/>
                </a:rPr>
                <a:t>...11-11</a:t>
              </a:r>
              <a:endParaRPr lang="zh-CN" altLang="en-US" sz="1600" b="1" dirty="0">
                <a:latin typeface="+mj-lt"/>
                <a:ea typeface="宋体" pitchFamily="2" charset="-122"/>
              </a:endParaRPr>
            </a:p>
          </p:txBody>
        </p:sp>
        <p:cxnSp>
          <p:nvCxnSpPr>
            <p:cNvPr id="105" name="直接箭头连接符 22">
              <a:extLst>
                <a:ext uri="{FF2B5EF4-FFF2-40B4-BE49-F238E27FC236}">
                  <a16:creationId xmlns:a16="http://schemas.microsoft.com/office/drawing/2014/main" id="{85312D85-3366-4465-88A8-7352A689A164}"/>
                </a:ext>
              </a:extLst>
            </p:cNvPr>
            <p:cNvCxnSpPr>
              <a:cxnSpLocks noChangeShapeType="1"/>
            </p:cNvCxnSpPr>
            <p:nvPr/>
          </p:nvCxnSpPr>
          <p:spPr bwMode="auto">
            <a:xfrm flipH="1" flipV="1">
              <a:off x="2867025" y="2838450"/>
              <a:ext cx="500063" cy="1588"/>
            </a:xfrm>
            <a:prstGeom prst="straightConnector1">
              <a:avLst/>
            </a:prstGeom>
            <a:noFill/>
            <a:ln w="38100" algn="ctr">
              <a:solidFill>
                <a:srgbClr val="FF0000"/>
              </a:solidFill>
              <a:round/>
              <a:headEnd/>
              <a:tailEnd type="triangle" w="med" len="med"/>
            </a:ln>
          </p:spPr>
        </p:cxnSp>
        <p:sp>
          <p:nvSpPr>
            <p:cNvPr id="106" name="云形标注 23">
              <a:extLst>
                <a:ext uri="{FF2B5EF4-FFF2-40B4-BE49-F238E27FC236}">
                  <a16:creationId xmlns:a16="http://schemas.microsoft.com/office/drawing/2014/main" id="{68EDEAAB-AEDB-4863-B633-005DA617B257}"/>
                </a:ext>
              </a:extLst>
            </p:cNvPr>
            <p:cNvSpPr>
              <a:spLocks noChangeArrowheads="1"/>
            </p:cNvSpPr>
            <p:nvPr/>
          </p:nvSpPr>
          <p:spPr bwMode="auto">
            <a:xfrm>
              <a:off x="3858013" y="1500188"/>
              <a:ext cx="1571551" cy="826821"/>
            </a:xfrm>
            <a:prstGeom prst="cloudCallout">
              <a:avLst>
                <a:gd name="adj1" fmla="val -34917"/>
                <a:gd name="adj2" fmla="val 68718"/>
              </a:avLst>
            </a:prstGeom>
            <a:noFill/>
            <a:ln w="9525" algn="ctr">
              <a:solidFill>
                <a:schemeClr val="tx2"/>
              </a:solidFill>
              <a:round/>
              <a:headEnd/>
              <a:tailEnd/>
            </a:ln>
          </p:spPr>
          <p:txBody>
            <a:bodyPr wrap="none" anchor="ctr"/>
            <a:lstStyle/>
            <a:p>
              <a:pPr>
                <a:defRPr/>
              </a:pPr>
              <a:endParaRPr lang="zh-CN" altLang="en-US" sz="1600" b="1">
                <a:latin typeface="+mj-lt"/>
                <a:ea typeface="黑体" pitchFamily="2" charset="-122"/>
              </a:endParaRPr>
            </a:p>
          </p:txBody>
        </p:sp>
        <p:sp>
          <p:nvSpPr>
            <p:cNvPr id="107" name="弧形 106">
              <a:extLst>
                <a:ext uri="{FF2B5EF4-FFF2-40B4-BE49-F238E27FC236}">
                  <a16:creationId xmlns:a16="http://schemas.microsoft.com/office/drawing/2014/main" id="{484D3140-7720-4FB1-8C40-0CA430FAA2A0}"/>
                </a:ext>
              </a:extLst>
            </p:cNvPr>
            <p:cNvSpPr/>
            <p:nvPr/>
          </p:nvSpPr>
          <p:spPr bwMode="auto">
            <a:xfrm>
              <a:off x="3119597" y="2838172"/>
              <a:ext cx="500086" cy="499962"/>
            </a:xfrm>
            <a:prstGeom prst="arc">
              <a:avLst/>
            </a:prstGeom>
            <a:noFill/>
            <a:ln w="38100" cap="flat" cmpd="sng" algn="ctr">
              <a:solidFill>
                <a:srgbClr val="FF0000"/>
              </a:solidFill>
              <a:prstDash val="solid"/>
              <a:round/>
              <a:headEnd type="none" w="med" len="med"/>
              <a:tailEnd type="none" w="med" len="med"/>
            </a:ln>
            <a:effectLst/>
          </p:spPr>
          <p:txBody>
            <a:bodyPr wrap="none" anchor="ctr"/>
            <a:lstStyle/>
            <a:p>
              <a:pPr>
                <a:defRPr/>
              </a:pPr>
              <a:endParaRPr lang="zh-CN" altLang="en-US" sz="1600" b="1">
                <a:latin typeface="+mj-lt"/>
                <a:ea typeface="黑体" pitchFamily="2" charset="-122"/>
              </a:endParaRPr>
            </a:p>
          </p:txBody>
        </p:sp>
        <p:cxnSp>
          <p:nvCxnSpPr>
            <p:cNvPr id="108" name="直接连接符 34">
              <a:extLst>
                <a:ext uri="{FF2B5EF4-FFF2-40B4-BE49-F238E27FC236}">
                  <a16:creationId xmlns:a16="http://schemas.microsoft.com/office/drawing/2014/main" id="{502A1232-DB3A-428E-B49D-CC521E40C4D7}"/>
                </a:ext>
              </a:extLst>
            </p:cNvPr>
            <p:cNvCxnSpPr>
              <a:cxnSpLocks noChangeShapeType="1"/>
            </p:cNvCxnSpPr>
            <p:nvPr/>
          </p:nvCxnSpPr>
          <p:spPr bwMode="auto">
            <a:xfrm rot="5400000">
              <a:off x="3513138" y="3197225"/>
              <a:ext cx="214312" cy="1588"/>
            </a:xfrm>
            <a:prstGeom prst="line">
              <a:avLst/>
            </a:prstGeom>
            <a:noFill/>
            <a:ln w="38100" algn="ctr">
              <a:solidFill>
                <a:srgbClr val="FF0000"/>
              </a:solidFill>
              <a:round/>
              <a:headEnd/>
              <a:tailEnd/>
            </a:ln>
          </p:spPr>
        </p:cxnSp>
      </p:grpSp>
      <p:graphicFrame>
        <p:nvGraphicFramePr>
          <p:cNvPr id="109" name="表格 108">
            <a:extLst>
              <a:ext uri="{FF2B5EF4-FFF2-40B4-BE49-F238E27FC236}">
                <a16:creationId xmlns:a16="http://schemas.microsoft.com/office/drawing/2014/main" id="{04E5F924-85EC-43DA-BD4A-CDB13395B646}"/>
              </a:ext>
            </a:extLst>
          </p:cNvPr>
          <p:cNvGraphicFramePr>
            <a:graphicFrameLocks noGrp="1"/>
          </p:cNvGraphicFramePr>
          <p:nvPr>
            <p:extLst>
              <p:ext uri="{D42A27DB-BD31-4B8C-83A1-F6EECF244321}">
                <p14:modId xmlns:p14="http://schemas.microsoft.com/office/powerpoint/2010/main" val="3640141560"/>
              </p:ext>
            </p:extLst>
          </p:nvPr>
        </p:nvGraphicFramePr>
        <p:xfrm>
          <a:off x="6032037" y="3328213"/>
          <a:ext cx="2022502" cy="760095"/>
        </p:xfrm>
        <a:graphic>
          <a:graphicData uri="http://schemas.openxmlformats.org/drawingml/2006/table">
            <a:tbl>
              <a:tblPr/>
              <a:tblGrid>
                <a:gridCol w="974876">
                  <a:extLst>
                    <a:ext uri="{9D8B030D-6E8A-4147-A177-3AD203B41FA5}">
                      <a16:colId xmlns:a16="http://schemas.microsoft.com/office/drawing/2014/main" val="20000"/>
                    </a:ext>
                  </a:extLst>
                </a:gridCol>
                <a:gridCol w="1047626">
                  <a:extLst>
                    <a:ext uri="{9D8B030D-6E8A-4147-A177-3AD203B41FA5}">
                      <a16:colId xmlns:a16="http://schemas.microsoft.com/office/drawing/2014/main" val="20001"/>
                    </a:ext>
                  </a:extLst>
                </a:gridCol>
              </a:tblGrid>
              <a:tr h="171450">
                <a:tc>
                  <a:txBody>
                    <a:bodyPr/>
                    <a:lstStyle/>
                    <a:p>
                      <a:pPr algn="ctr" fontAlgn="ctr"/>
                      <a:r>
                        <a:rPr lang="en-US" sz="1600" b="1" i="0" u="none" strike="noStrike" dirty="0">
                          <a:solidFill>
                            <a:srgbClr val="000000"/>
                          </a:solidFill>
                          <a:latin typeface="+mj-lt"/>
                        </a:rPr>
                        <a:t>MAC</a:t>
                      </a:r>
                      <a:r>
                        <a:rPr lang="zh-CN" altLang="en-US" sz="1600" b="1" i="0" u="none" strike="noStrike" dirty="0">
                          <a:solidFill>
                            <a:srgbClr val="000000"/>
                          </a:solidFill>
                          <a:latin typeface="+mj-lt"/>
                        </a:rPr>
                        <a:t>地址</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latin typeface="+mj-lt"/>
                        </a:rPr>
                        <a:t>接口标示</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ctr" fontAlgn="ctr"/>
                      <a:r>
                        <a:rPr lang="en-US" altLang="zh-CN" sz="1600" b="1" i="0" u="none" strike="noStrike" dirty="0">
                          <a:solidFill>
                            <a:srgbClr val="000000"/>
                          </a:solidFill>
                          <a:latin typeface="+mj-lt"/>
                        </a:rPr>
                        <a:t>...11-11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algn="ctr" fontAlgn="ctr"/>
                      <a:r>
                        <a:rPr lang="en-US" altLang="zh-CN" sz="1600" b="1" i="0" u="none" strike="noStrike" dirty="0">
                          <a:solidFill>
                            <a:srgbClr val="000000"/>
                          </a:solidFill>
                          <a:latin typeface="+mj-lt"/>
                        </a:rPr>
                        <a:t>...22-22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latin typeface="+mj-lt"/>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110" name="组合 141">
            <a:extLst>
              <a:ext uri="{FF2B5EF4-FFF2-40B4-BE49-F238E27FC236}">
                <a16:creationId xmlns:a16="http://schemas.microsoft.com/office/drawing/2014/main" id="{E84BB4F5-A008-433D-949F-D80A3990C6DD}"/>
              </a:ext>
            </a:extLst>
          </p:cNvPr>
          <p:cNvGrpSpPr>
            <a:grpSpLocks/>
          </p:cNvGrpSpPr>
          <p:nvPr/>
        </p:nvGrpSpPr>
        <p:grpSpPr bwMode="auto">
          <a:xfrm>
            <a:off x="2695112" y="3020238"/>
            <a:ext cx="6173788" cy="3711575"/>
            <a:chOff x="2217747" y="3359174"/>
            <a:chExt cx="3922299" cy="2358202"/>
          </a:xfrm>
        </p:grpSpPr>
        <p:pic>
          <p:nvPicPr>
            <p:cNvPr id="111" name="图片 11" descr="asdf.png">
              <a:extLst>
                <a:ext uri="{FF2B5EF4-FFF2-40B4-BE49-F238E27FC236}">
                  <a16:creationId xmlns:a16="http://schemas.microsoft.com/office/drawing/2014/main" id="{D17C444C-50C6-43D0-88F7-EE286C6558F5}"/>
                </a:ext>
              </a:extLst>
            </p:cNvPr>
            <p:cNvPicPr>
              <a:picLocks noChangeAspect="1"/>
            </p:cNvPicPr>
            <p:nvPr/>
          </p:nvPicPr>
          <p:blipFill>
            <a:blip r:embed="rId2"/>
            <a:srcRect/>
            <a:stretch>
              <a:fillRect/>
            </a:stretch>
          </p:blipFill>
          <p:spPr bwMode="auto">
            <a:xfrm>
              <a:off x="2671772" y="5145111"/>
              <a:ext cx="450850" cy="428625"/>
            </a:xfrm>
            <a:prstGeom prst="rect">
              <a:avLst/>
            </a:prstGeom>
            <a:noFill/>
            <a:ln w="9525">
              <a:noFill/>
              <a:miter lim="800000"/>
              <a:headEnd/>
              <a:tailEnd/>
            </a:ln>
          </p:spPr>
        </p:pic>
        <p:pic>
          <p:nvPicPr>
            <p:cNvPr id="112" name="Picture 10">
              <a:extLst>
                <a:ext uri="{FF2B5EF4-FFF2-40B4-BE49-F238E27FC236}">
                  <a16:creationId xmlns:a16="http://schemas.microsoft.com/office/drawing/2014/main" id="{E82EA845-FBD6-4749-BB92-3ABF527B5E53}"/>
                </a:ext>
              </a:extLst>
            </p:cNvPr>
            <p:cNvPicPr>
              <a:picLocks noChangeAspect="1" noChangeArrowheads="1"/>
            </p:cNvPicPr>
            <p:nvPr/>
          </p:nvPicPr>
          <p:blipFill>
            <a:blip r:embed="rId3"/>
            <a:srcRect/>
            <a:stretch>
              <a:fillRect/>
            </a:stretch>
          </p:blipFill>
          <p:spPr bwMode="auto">
            <a:xfrm>
              <a:off x="3773497" y="4359299"/>
              <a:ext cx="785813" cy="336550"/>
            </a:xfrm>
            <a:prstGeom prst="rect">
              <a:avLst/>
            </a:prstGeom>
            <a:noFill/>
            <a:ln w="9525">
              <a:noFill/>
              <a:miter lim="800000"/>
              <a:headEnd/>
              <a:tailEnd/>
            </a:ln>
          </p:spPr>
        </p:pic>
        <p:pic>
          <p:nvPicPr>
            <p:cNvPr id="113" name="图片 11" descr="asdf.png">
              <a:extLst>
                <a:ext uri="{FF2B5EF4-FFF2-40B4-BE49-F238E27FC236}">
                  <a16:creationId xmlns:a16="http://schemas.microsoft.com/office/drawing/2014/main" id="{3F27B1A4-F4F7-4267-948F-44FD72D1F44C}"/>
                </a:ext>
              </a:extLst>
            </p:cNvPr>
            <p:cNvPicPr>
              <a:picLocks noChangeAspect="1"/>
            </p:cNvPicPr>
            <p:nvPr/>
          </p:nvPicPr>
          <p:blipFill>
            <a:blip r:embed="rId2"/>
            <a:srcRect/>
            <a:stretch>
              <a:fillRect/>
            </a:stretch>
          </p:blipFill>
          <p:spPr bwMode="auto">
            <a:xfrm>
              <a:off x="5265747" y="5145111"/>
              <a:ext cx="450850" cy="428625"/>
            </a:xfrm>
            <a:prstGeom prst="rect">
              <a:avLst/>
            </a:prstGeom>
            <a:noFill/>
            <a:ln w="9525">
              <a:noFill/>
              <a:miter lim="800000"/>
              <a:headEnd/>
              <a:tailEnd/>
            </a:ln>
          </p:spPr>
        </p:pic>
        <p:pic>
          <p:nvPicPr>
            <p:cNvPr id="114" name="图片 11" descr="asdf.png">
              <a:extLst>
                <a:ext uri="{FF2B5EF4-FFF2-40B4-BE49-F238E27FC236}">
                  <a16:creationId xmlns:a16="http://schemas.microsoft.com/office/drawing/2014/main" id="{A1C148B6-FA83-4AE2-8F59-83D97E078565}"/>
                </a:ext>
              </a:extLst>
            </p:cNvPr>
            <p:cNvPicPr>
              <a:picLocks noChangeAspect="1"/>
            </p:cNvPicPr>
            <p:nvPr/>
          </p:nvPicPr>
          <p:blipFill>
            <a:blip r:embed="rId2"/>
            <a:srcRect/>
            <a:stretch>
              <a:fillRect/>
            </a:stretch>
          </p:blipFill>
          <p:spPr bwMode="auto">
            <a:xfrm>
              <a:off x="3946535" y="5145111"/>
              <a:ext cx="450850" cy="428625"/>
            </a:xfrm>
            <a:prstGeom prst="rect">
              <a:avLst/>
            </a:prstGeom>
            <a:noFill/>
            <a:ln w="9525">
              <a:noFill/>
              <a:miter lim="800000"/>
              <a:headEnd/>
              <a:tailEnd/>
            </a:ln>
          </p:spPr>
        </p:pic>
        <p:cxnSp>
          <p:nvCxnSpPr>
            <p:cNvPr id="115" name="直接连接符 29">
              <a:extLst>
                <a:ext uri="{FF2B5EF4-FFF2-40B4-BE49-F238E27FC236}">
                  <a16:creationId xmlns:a16="http://schemas.microsoft.com/office/drawing/2014/main" id="{B9653010-F872-4EF4-9D41-CEC03381241F}"/>
                </a:ext>
              </a:extLst>
            </p:cNvPr>
            <p:cNvCxnSpPr>
              <a:cxnSpLocks noChangeShapeType="1"/>
            </p:cNvCxnSpPr>
            <p:nvPr/>
          </p:nvCxnSpPr>
          <p:spPr bwMode="auto">
            <a:xfrm rot="16200000" flipH="1">
              <a:off x="3944154" y="4917305"/>
              <a:ext cx="449262" cy="6350"/>
            </a:xfrm>
            <a:prstGeom prst="line">
              <a:avLst/>
            </a:prstGeom>
            <a:noFill/>
            <a:ln w="38100" algn="ctr">
              <a:solidFill>
                <a:srgbClr val="FF0000"/>
              </a:solidFill>
              <a:round/>
              <a:headEnd/>
              <a:tailEnd/>
            </a:ln>
          </p:spPr>
        </p:cxnSp>
        <p:cxnSp>
          <p:nvCxnSpPr>
            <p:cNvPr id="116" name="肘形连接符 12">
              <a:extLst>
                <a:ext uri="{FF2B5EF4-FFF2-40B4-BE49-F238E27FC236}">
                  <a16:creationId xmlns:a16="http://schemas.microsoft.com/office/drawing/2014/main" id="{D1C61E88-2387-4F19-9F3C-A0D5DF8CAB4E}"/>
                </a:ext>
              </a:extLst>
            </p:cNvPr>
            <p:cNvCxnSpPr>
              <a:cxnSpLocks noChangeShapeType="1"/>
            </p:cNvCxnSpPr>
            <p:nvPr/>
          </p:nvCxnSpPr>
          <p:spPr bwMode="auto">
            <a:xfrm rot="10800000" flipV="1">
              <a:off x="2897197" y="4527574"/>
              <a:ext cx="876300" cy="617537"/>
            </a:xfrm>
            <a:prstGeom prst="bentConnector2">
              <a:avLst/>
            </a:prstGeom>
            <a:noFill/>
            <a:ln w="38100" algn="ctr">
              <a:solidFill>
                <a:srgbClr val="FF0000"/>
              </a:solidFill>
              <a:round/>
              <a:headEnd/>
              <a:tailEnd/>
            </a:ln>
          </p:spPr>
        </p:cxnSp>
        <p:cxnSp>
          <p:nvCxnSpPr>
            <p:cNvPr id="117" name="肘形连接符 12">
              <a:extLst>
                <a:ext uri="{FF2B5EF4-FFF2-40B4-BE49-F238E27FC236}">
                  <a16:creationId xmlns:a16="http://schemas.microsoft.com/office/drawing/2014/main" id="{39AA1BAD-1890-446F-B3EB-253FE50E3D18}"/>
                </a:ext>
              </a:extLst>
            </p:cNvPr>
            <p:cNvCxnSpPr>
              <a:cxnSpLocks noChangeShapeType="1"/>
            </p:cNvCxnSpPr>
            <p:nvPr/>
          </p:nvCxnSpPr>
          <p:spPr bwMode="auto">
            <a:xfrm>
              <a:off x="4559310" y="4527574"/>
              <a:ext cx="931862" cy="617537"/>
            </a:xfrm>
            <a:prstGeom prst="bentConnector2">
              <a:avLst/>
            </a:prstGeom>
            <a:noFill/>
            <a:ln w="38100" algn="ctr">
              <a:solidFill>
                <a:srgbClr val="FF0000"/>
              </a:solidFill>
              <a:round/>
              <a:headEnd/>
              <a:tailEnd/>
            </a:ln>
          </p:spPr>
        </p:cxnSp>
        <p:sp>
          <p:nvSpPr>
            <p:cNvPr id="118" name="Text Box 12">
              <a:extLst>
                <a:ext uri="{FF2B5EF4-FFF2-40B4-BE49-F238E27FC236}">
                  <a16:creationId xmlns:a16="http://schemas.microsoft.com/office/drawing/2014/main" id="{993A1432-A953-4114-A0A8-BDA56CF34395}"/>
                </a:ext>
              </a:extLst>
            </p:cNvPr>
            <p:cNvSpPr txBox="1">
              <a:spLocks noChangeArrowheads="1"/>
            </p:cNvSpPr>
            <p:nvPr/>
          </p:nvSpPr>
          <p:spPr bwMode="auto">
            <a:xfrm>
              <a:off x="3598469" y="4497929"/>
              <a:ext cx="285423" cy="214841"/>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1</a:t>
              </a:r>
              <a:endParaRPr lang="zh-CN" altLang="en-US" sz="1600" b="1" dirty="0">
                <a:latin typeface="+mj-lt"/>
                <a:ea typeface="宋体" pitchFamily="2" charset="-122"/>
              </a:endParaRPr>
            </a:p>
          </p:txBody>
        </p:sp>
        <p:sp>
          <p:nvSpPr>
            <p:cNvPr id="119" name="Text Box 12">
              <a:extLst>
                <a:ext uri="{FF2B5EF4-FFF2-40B4-BE49-F238E27FC236}">
                  <a16:creationId xmlns:a16="http://schemas.microsoft.com/office/drawing/2014/main" id="{E50FF706-9D53-4E49-B585-485C320DE437}"/>
                </a:ext>
              </a:extLst>
            </p:cNvPr>
            <p:cNvSpPr txBox="1">
              <a:spLocks noChangeArrowheads="1"/>
            </p:cNvSpPr>
            <p:nvPr/>
          </p:nvSpPr>
          <p:spPr bwMode="auto">
            <a:xfrm>
              <a:off x="4170324" y="4652251"/>
              <a:ext cx="285423" cy="214840"/>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2</a:t>
              </a:r>
              <a:endParaRPr lang="zh-CN" altLang="en-US" sz="1600" b="1" dirty="0">
                <a:latin typeface="+mj-lt"/>
                <a:ea typeface="宋体" pitchFamily="2" charset="-122"/>
              </a:endParaRPr>
            </a:p>
          </p:txBody>
        </p:sp>
        <p:sp>
          <p:nvSpPr>
            <p:cNvPr id="120" name="Text Box 12">
              <a:extLst>
                <a:ext uri="{FF2B5EF4-FFF2-40B4-BE49-F238E27FC236}">
                  <a16:creationId xmlns:a16="http://schemas.microsoft.com/office/drawing/2014/main" id="{E4BF830D-1480-4172-8A12-AA7257F2928B}"/>
                </a:ext>
              </a:extLst>
            </p:cNvPr>
            <p:cNvSpPr txBox="1">
              <a:spLocks noChangeArrowheads="1"/>
            </p:cNvSpPr>
            <p:nvPr/>
          </p:nvSpPr>
          <p:spPr bwMode="auto">
            <a:xfrm>
              <a:off x="4448687" y="4513059"/>
              <a:ext cx="285423" cy="214840"/>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3</a:t>
              </a:r>
              <a:endParaRPr lang="zh-CN" altLang="en-US" sz="1600" b="1" dirty="0">
                <a:latin typeface="+mj-lt"/>
                <a:ea typeface="宋体" pitchFamily="2" charset="-122"/>
              </a:endParaRPr>
            </a:p>
          </p:txBody>
        </p:sp>
        <p:sp>
          <p:nvSpPr>
            <p:cNvPr id="121" name="Text Box 12">
              <a:extLst>
                <a:ext uri="{FF2B5EF4-FFF2-40B4-BE49-F238E27FC236}">
                  <a16:creationId xmlns:a16="http://schemas.microsoft.com/office/drawing/2014/main" id="{4400D563-CE48-47EB-A03C-1E5FE78C933D}"/>
                </a:ext>
              </a:extLst>
            </p:cNvPr>
            <p:cNvSpPr txBox="1">
              <a:spLocks noChangeArrowheads="1"/>
            </p:cNvSpPr>
            <p:nvPr/>
          </p:nvSpPr>
          <p:spPr bwMode="auto">
            <a:xfrm>
              <a:off x="2495102" y="5216081"/>
              <a:ext cx="286432" cy="215849"/>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A</a:t>
              </a:r>
              <a:endParaRPr lang="zh-CN" altLang="en-US" sz="1600" b="1" dirty="0">
                <a:latin typeface="+mj-lt"/>
                <a:ea typeface="宋体" pitchFamily="2" charset="-122"/>
              </a:endParaRPr>
            </a:p>
          </p:txBody>
        </p:sp>
        <p:sp>
          <p:nvSpPr>
            <p:cNvPr id="122" name="Text Box 12">
              <a:extLst>
                <a:ext uri="{FF2B5EF4-FFF2-40B4-BE49-F238E27FC236}">
                  <a16:creationId xmlns:a16="http://schemas.microsoft.com/office/drawing/2014/main" id="{A7CA4746-59AD-45F2-9439-4318CAE88E4D}"/>
                </a:ext>
              </a:extLst>
            </p:cNvPr>
            <p:cNvSpPr txBox="1">
              <a:spLocks noChangeArrowheads="1"/>
            </p:cNvSpPr>
            <p:nvPr/>
          </p:nvSpPr>
          <p:spPr bwMode="auto">
            <a:xfrm>
              <a:off x="3763873" y="5216081"/>
              <a:ext cx="285423" cy="215849"/>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B</a:t>
              </a:r>
              <a:endParaRPr lang="zh-CN" altLang="en-US" sz="1600" b="1" dirty="0">
                <a:latin typeface="+mj-lt"/>
                <a:ea typeface="宋体" pitchFamily="2" charset="-122"/>
              </a:endParaRPr>
            </a:p>
          </p:txBody>
        </p:sp>
        <p:sp>
          <p:nvSpPr>
            <p:cNvPr id="123" name="Text Box 12">
              <a:extLst>
                <a:ext uri="{FF2B5EF4-FFF2-40B4-BE49-F238E27FC236}">
                  <a16:creationId xmlns:a16="http://schemas.microsoft.com/office/drawing/2014/main" id="{E36EFD0D-1F95-4A41-B840-3695B5EF9B1E}"/>
                </a:ext>
              </a:extLst>
            </p:cNvPr>
            <p:cNvSpPr txBox="1">
              <a:spLocks noChangeArrowheads="1"/>
            </p:cNvSpPr>
            <p:nvPr/>
          </p:nvSpPr>
          <p:spPr bwMode="auto">
            <a:xfrm>
              <a:off x="5083073" y="5216081"/>
              <a:ext cx="285423" cy="215849"/>
            </a:xfrm>
            <a:prstGeom prst="rect">
              <a:avLst/>
            </a:prstGeom>
            <a:noFill/>
            <a:ln w="9525" algn="ctr">
              <a:noFill/>
              <a:miter lim="800000"/>
              <a:headEnd/>
              <a:tailEnd/>
            </a:ln>
            <a:effectLst/>
          </p:spPr>
          <p:txBody>
            <a:bodyPr>
              <a:spAutoFit/>
            </a:bodyPr>
            <a:lstStyle/>
            <a:p>
              <a:pPr>
                <a:spcBef>
                  <a:spcPct val="50000"/>
                </a:spcBef>
                <a:defRPr/>
              </a:pPr>
              <a:r>
                <a:rPr lang="en-US" altLang="zh-CN" sz="1600" b="1" dirty="0">
                  <a:latin typeface="+mj-lt"/>
                  <a:ea typeface="宋体" pitchFamily="2" charset="-122"/>
                </a:rPr>
                <a:t>C</a:t>
              </a:r>
              <a:endParaRPr lang="zh-CN" altLang="en-US" sz="1600" b="1" dirty="0">
                <a:latin typeface="+mj-lt"/>
                <a:ea typeface="宋体" pitchFamily="2" charset="-122"/>
              </a:endParaRPr>
            </a:p>
          </p:txBody>
        </p:sp>
        <p:sp>
          <p:nvSpPr>
            <p:cNvPr id="124" name="TextBox 38">
              <a:extLst>
                <a:ext uri="{FF2B5EF4-FFF2-40B4-BE49-F238E27FC236}">
                  <a16:creationId xmlns:a16="http://schemas.microsoft.com/office/drawing/2014/main" id="{24B51C07-55D7-40C4-B609-A9D90B7AEF46}"/>
                </a:ext>
              </a:extLst>
            </p:cNvPr>
            <p:cNvSpPr txBox="1">
              <a:spLocks noChangeArrowheads="1"/>
            </p:cNvSpPr>
            <p:nvPr/>
          </p:nvSpPr>
          <p:spPr bwMode="auto">
            <a:xfrm>
              <a:off x="2217747" y="5502535"/>
              <a:ext cx="1182035" cy="214841"/>
            </a:xfrm>
            <a:prstGeom prst="rect">
              <a:avLst/>
            </a:prstGeom>
            <a:noFill/>
            <a:ln w="9525">
              <a:noFill/>
              <a:miter lim="800000"/>
              <a:headEnd/>
              <a:tailEnd/>
            </a:ln>
          </p:spPr>
          <p:txBody>
            <a:bodyPr wrap="none">
              <a:spAutoFit/>
            </a:bodyPr>
            <a:lstStyle/>
            <a:p>
              <a:pPr>
                <a:defRPr/>
              </a:pPr>
              <a:r>
                <a:rPr lang="en-US" altLang="zh-CN" sz="1600" b="1" dirty="0">
                  <a:latin typeface="+mj-lt"/>
                  <a:ea typeface="宋体" pitchFamily="2" charset="-122"/>
                </a:rPr>
                <a:t>00-00-00-11-11-11</a:t>
              </a:r>
              <a:endParaRPr lang="zh-CN" altLang="en-US" sz="1600" b="1" dirty="0">
                <a:latin typeface="+mj-lt"/>
                <a:ea typeface="宋体" pitchFamily="2" charset="-122"/>
              </a:endParaRPr>
            </a:p>
          </p:txBody>
        </p:sp>
        <p:sp>
          <p:nvSpPr>
            <p:cNvPr id="125" name="TextBox 39">
              <a:extLst>
                <a:ext uri="{FF2B5EF4-FFF2-40B4-BE49-F238E27FC236}">
                  <a16:creationId xmlns:a16="http://schemas.microsoft.com/office/drawing/2014/main" id="{C6F04C76-EF0E-4DBD-B2B8-4EF2A600D531}"/>
                </a:ext>
              </a:extLst>
            </p:cNvPr>
            <p:cNvSpPr txBox="1">
              <a:spLocks noChangeArrowheads="1"/>
            </p:cNvSpPr>
            <p:nvPr/>
          </p:nvSpPr>
          <p:spPr bwMode="auto">
            <a:xfrm>
              <a:off x="3531904" y="5502535"/>
              <a:ext cx="1242549" cy="214841"/>
            </a:xfrm>
            <a:prstGeom prst="rect">
              <a:avLst/>
            </a:prstGeom>
            <a:noFill/>
            <a:ln w="9525">
              <a:noFill/>
              <a:miter lim="800000"/>
              <a:headEnd/>
              <a:tailEnd/>
            </a:ln>
          </p:spPr>
          <p:txBody>
            <a:bodyPr wrap="none">
              <a:spAutoFit/>
            </a:bodyPr>
            <a:lstStyle/>
            <a:p>
              <a:pPr>
                <a:defRPr/>
              </a:pPr>
              <a:r>
                <a:rPr lang="en-US" altLang="zh-CN" sz="1600" b="1">
                  <a:latin typeface="+mj-lt"/>
                  <a:ea typeface="宋体" pitchFamily="2" charset="-122"/>
                </a:rPr>
                <a:t>00-00-00-22-22-22</a:t>
              </a:r>
              <a:endParaRPr lang="zh-CN" altLang="en-US" sz="1600" b="1">
                <a:latin typeface="+mj-lt"/>
                <a:ea typeface="宋体" pitchFamily="2" charset="-122"/>
              </a:endParaRPr>
            </a:p>
          </p:txBody>
        </p:sp>
        <p:sp>
          <p:nvSpPr>
            <p:cNvPr id="126" name="TextBox 40">
              <a:extLst>
                <a:ext uri="{FF2B5EF4-FFF2-40B4-BE49-F238E27FC236}">
                  <a16:creationId xmlns:a16="http://schemas.microsoft.com/office/drawing/2014/main" id="{0363D51D-F05F-4CD8-A512-99FA29767F76}"/>
                </a:ext>
              </a:extLst>
            </p:cNvPr>
            <p:cNvSpPr txBox="1">
              <a:spLocks noChangeArrowheads="1"/>
            </p:cNvSpPr>
            <p:nvPr/>
          </p:nvSpPr>
          <p:spPr bwMode="auto">
            <a:xfrm>
              <a:off x="4897497" y="5502535"/>
              <a:ext cx="1242549" cy="214841"/>
            </a:xfrm>
            <a:prstGeom prst="rect">
              <a:avLst/>
            </a:prstGeom>
            <a:noFill/>
            <a:ln w="9525">
              <a:noFill/>
              <a:miter lim="800000"/>
              <a:headEnd/>
              <a:tailEnd/>
            </a:ln>
          </p:spPr>
          <p:txBody>
            <a:bodyPr wrap="none">
              <a:spAutoFit/>
            </a:bodyPr>
            <a:lstStyle/>
            <a:p>
              <a:pPr>
                <a:defRPr/>
              </a:pPr>
              <a:r>
                <a:rPr lang="en-US" altLang="zh-CN" sz="1600" b="1">
                  <a:latin typeface="+mj-lt"/>
                  <a:ea typeface="宋体" pitchFamily="2" charset="-122"/>
                </a:rPr>
                <a:t>00-00-00-33-33-33</a:t>
              </a:r>
              <a:endParaRPr lang="zh-CN" altLang="en-US" sz="1600" b="1">
                <a:latin typeface="+mj-lt"/>
                <a:ea typeface="宋体" pitchFamily="2" charset="-122"/>
              </a:endParaRPr>
            </a:p>
          </p:txBody>
        </p:sp>
        <p:sp>
          <p:nvSpPr>
            <p:cNvPr id="127" name="TextBox 130">
              <a:extLst>
                <a:ext uri="{FF2B5EF4-FFF2-40B4-BE49-F238E27FC236}">
                  <a16:creationId xmlns:a16="http://schemas.microsoft.com/office/drawing/2014/main" id="{B01D99E9-1346-46BC-BD1C-4EA10360BE21}"/>
                </a:ext>
              </a:extLst>
            </p:cNvPr>
            <p:cNvSpPr txBox="1"/>
            <p:nvPr/>
          </p:nvSpPr>
          <p:spPr>
            <a:xfrm>
              <a:off x="2762371" y="4001678"/>
              <a:ext cx="508315" cy="215849"/>
            </a:xfrm>
            <a:prstGeom prst="rect">
              <a:avLst/>
            </a:prstGeom>
            <a:noFill/>
          </p:spPr>
          <p:txBody>
            <a:bodyPr wrap="none">
              <a:spAutoFit/>
            </a:bodyPr>
            <a:lstStyle/>
            <a:p>
              <a:pPr>
                <a:defRPr/>
              </a:pPr>
              <a:r>
                <a:rPr lang="zh-CN" altLang="en-US" sz="1600" b="1" dirty="0">
                  <a:latin typeface="+mj-lt"/>
                  <a:ea typeface="宋体" pitchFamily="2" charset="-122"/>
                </a:rPr>
                <a:t>数据帧</a:t>
              </a:r>
            </a:p>
          </p:txBody>
        </p:sp>
        <p:sp>
          <p:nvSpPr>
            <p:cNvPr id="128" name="TextBox 131">
              <a:extLst>
                <a:ext uri="{FF2B5EF4-FFF2-40B4-BE49-F238E27FC236}">
                  <a16:creationId xmlns:a16="http://schemas.microsoft.com/office/drawing/2014/main" id="{9CDAE436-701B-40E2-92FD-F3D93B462A67}"/>
                </a:ext>
              </a:extLst>
            </p:cNvPr>
            <p:cNvSpPr txBox="1"/>
            <p:nvPr/>
          </p:nvSpPr>
          <p:spPr>
            <a:xfrm>
              <a:off x="2471905" y="4216519"/>
              <a:ext cx="545633" cy="214840"/>
            </a:xfrm>
            <a:prstGeom prst="rect">
              <a:avLst/>
            </a:prstGeom>
            <a:noFill/>
            <a:ln>
              <a:solidFill>
                <a:schemeClr val="tx2"/>
              </a:solidFill>
            </a:ln>
          </p:spPr>
          <p:txBody>
            <a:bodyPr wrap="none">
              <a:spAutoFit/>
            </a:bodyPr>
            <a:lstStyle/>
            <a:p>
              <a:pPr>
                <a:defRPr/>
              </a:pPr>
              <a:r>
                <a:rPr lang="en-US" altLang="zh-CN" sz="1600" b="1" dirty="0">
                  <a:latin typeface="+mj-lt"/>
                  <a:ea typeface="宋体" pitchFamily="2" charset="-122"/>
                </a:rPr>
                <a:t>...11-11</a:t>
              </a:r>
              <a:endParaRPr lang="zh-CN" altLang="en-US" sz="1600" b="1" dirty="0">
                <a:latin typeface="+mj-lt"/>
                <a:ea typeface="宋体" pitchFamily="2" charset="-122"/>
              </a:endParaRPr>
            </a:p>
          </p:txBody>
        </p:sp>
        <p:sp>
          <p:nvSpPr>
            <p:cNvPr id="129" name="TextBox 132">
              <a:extLst>
                <a:ext uri="{FF2B5EF4-FFF2-40B4-BE49-F238E27FC236}">
                  <a16:creationId xmlns:a16="http://schemas.microsoft.com/office/drawing/2014/main" id="{4CBA50DD-300A-42ED-B04D-1511C24BB50E}"/>
                </a:ext>
              </a:extLst>
            </p:cNvPr>
            <p:cNvSpPr txBox="1"/>
            <p:nvPr/>
          </p:nvSpPr>
          <p:spPr>
            <a:xfrm>
              <a:off x="3017537" y="4216519"/>
              <a:ext cx="560761" cy="214840"/>
            </a:xfrm>
            <a:prstGeom prst="rect">
              <a:avLst/>
            </a:prstGeom>
            <a:noFill/>
            <a:ln>
              <a:solidFill>
                <a:schemeClr val="tx2"/>
              </a:solidFill>
            </a:ln>
          </p:spPr>
          <p:txBody>
            <a:bodyPr wrap="none">
              <a:spAutoFit/>
            </a:bodyPr>
            <a:lstStyle/>
            <a:p>
              <a:pPr>
                <a:defRPr/>
              </a:pPr>
              <a:r>
                <a:rPr lang="en-US" altLang="zh-CN" sz="1600" b="1" dirty="0">
                  <a:latin typeface="+mj-lt"/>
                  <a:ea typeface="宋体" pitchFamily="2" charset="-122"/>
                </a:rPr>
                <a:t>...22-22</a:t>
              </a:r>
              <a:endParaRPr lang="zh-CN" altLang="en-US" sz="1600" b="1" dirty="0">
                <a:latin typeface="+mj-lt"/>
                <a:ea typeface="宋体" pitchFamily="2" charset="-122"/>
              </a:endParaRPr>
            </a:p>
          </p:txBody>
        </p:sp>
        <p:sp>
          <p:nvSpPr>
            <p:cNvPr id="130" name="云形标注 45">
              <a:extLst>
                <a:ext uri="{FF2B5EF4-FFF2-40B4-BE49-F238E27FC236}">
                  <a16:creationId xmlns:a16="http://schemas.microsoft.com/office/drawing/2014/main" id="{A3339D4A-B37F-4751-8F76-59755B4C65E9}"/>
                </a:ext>
              </a:extLst>
            </p:cNvPr>
            <p:cNvSpPr>
              <a:spLocks noChangeArrowheads="1"/>
            </p:cNvSpPr>
            <p:nvPr/>
          </p:nvSpPr>
          <p:spPr bwMode="auto">
            <a:xfrm>
              <a:off x="4183435" y="3359174"/>
              <a:ext cx="1571340" cy="827085"/>
            </a:xfrm>
            <a:prstGeom prst="cloudCallout">
              <a:avLst>
                <a:gd name="adj1" fmla="val -34917"/>
                <a:gd name="adj2" fmla="val 68718"/>
              </a:avLst>
            </a:prstGeom>
            <a:noFill/>
            <a:ln w="9525" algn="ctr">
              <a:solidFill>
                <a:schemeClr val="tx2"/>
              </a:solidFill>
              <a:round/>
              <a:headEnd/>
              <a:tailEnd/>
            </a:ln>
          </p:spPr>
          <p:txBody>
            <a:bodyPr wrap="none" anchor="ctr"/>
            <a:lstStyle/>
            <a:p>
              <a:pPr>
                <a:defRPr/>
              </a:pPr>
              <a:endParaRPr lang="zh-CN" altLang="en-US" sz="1600" b="1">
                <a:latin typeface="+mj-lt"/>
                <a:ea typeface="黑体" pitchFamily="2" charset="-122"/>
              </a:endParaRPr>
            </a:p>
          </p:txBody>
        </p:sp>
        <p:grpSp>
          <p:nvGrpSpPr>
            <p:cNvPr id="131" name="组合 50">
              <a:extLst>
                <a:ext uri="{FF2B5EF4-FFF2-40B4-BE49-F238E27FC236}">
                  <a16:creationId xmlns:a16="http://schemas.microsoft.com/office/drawing/2014/main" id="{E4D3B05B-1F39-4C10-9733-6BB7C7BE446D}"/>
                </a:ext>
              </a:extLst>
            </p:cNvPr>
            <p:cNvGrpSpPr>
              <a:grpSpLocks/>
            </p:cNvGrpSpPr>
            <p:nvPr/>
          </p:nvGrpSpPr>
          <p:grpSpPr bwMode="auto">
            <a:xfrm flipH="1">
              <a:off x="3004666" y="4697436"/>
              <a:ext cx="752956" cy="500063"/>
              <a:chOff x="3117776" y="3552826"/>
              <a:chExt cx="752961" cy="500066"/>
            </a:xfrm>
          </p:grpSpPr>
          <p:cxnSp>
            <p:nvCxnSpPr>
              <p:cNvPr id="134" name="直接箭头连接符 44">
                <a:extLst>
                  <a:ext uri="{FF2B5EF4-FFF2-40B4-BE49-F238E27FC236}">
                    <a16:creationId xmlns:a16="http://schemas.microsoft.com/office/drawing/2014/main" id="{27F48785-D869-4A98-9583-C7CB60B96A92}"/>
                  </a:ext>
                </a:extLst>
              </p:cNvPr>
              <p:cNvCxnSpPr>
                <a:cxnSpLocks noChangeShapeType="1"/>
              </p:cNvCxnSpPr>
              <p:nvPr/>
            </p:nvCxnSpPr>
            <p:spPr bwMode="auto">
              <a:xfrm flipH="1" flipV="1">
                <a:off x="3117776" y="3552826"/>
                <a:ext cx="500066" cy="1588"/>
              </a:xfrm>
              <a:prstGeom prst="straightConnector1">
                <a:avLst/>
              </a:prstGeom>
              <a:noFill/>
              <a:ln w="38100" algn="ctr">
                <a:solidFill>
                  <a:srgbClr val="FF0000"/>
                </a:solidFill>
                <a:round/>
                <a:headEnd/>
                <a:tailEnd type="triangle" w="med" len="med"/>
              </a:ln>
            </p:spPr>
          </p:cxnSp>
          <p:sp>
            <p:nvSpPr>
              <p:cNvPr id="135" name="弧形 134">
                <a:extLst>
                  <a:ext uri="{FF2B5EF4-FFF2-40B4-BE49-F238E27FC236}">
                    <a16:creationId xmlns:a16="http://schemas.microsoft.com/office/drawing/2014/main" id="{09BE1D8A-5E09-49C9-9BD9-BCC4A910E108}"/>
                  </a:ext>
                </a:extLst>
              </p:cNvPr>
              <p:cNvSpPr/>
              <p:nvPr/>
            </p:nvSpPr>
            <p:spPr bwMode="auto">
              <a:xfrm>
                <a:off x="3369718" y="3553030"/>
                <a:ext cx="501259" cy="500289"/>
              </a:xfrm>
              <a:prstGeom prst="arc">
                <a:avLst/>
              </a:prstGeom>
              <a:noFill/>
              <a:ln w="38100" cap="flat" cmpd="sng" algn="ctr">
                <a:solidFill>
                  <a:srgbClr val="FF0000"/>
                </a:solidFill>
                <a:prstDash val="solid"/>
                <a:round/>
                <a:headEnd type="none" w="med" len="med"/>
                <a:tailEnd type="none" w="med" len="med"/>
              </a:ln>
              <a:effectLst/>
            </p:spPr>
            <p:txBody>
              <a:bodyPr wrap="none" anchor="ctr"/>
              <a:lstStyle/>
              <a:p>
                <a:pPr>
                  <a:defRPr/>
                </a:pPr>
                <a:endParaRPr lang="zh-CN" altLang="en-US" sz="1600" b="1">
                  <a:latin typeface="+mj-lt"/>
                  <a:ea typeface="黑体" pitchFamily="2" charset="-122"/>
                </a:endParaRPr>
              </a:p>
            </p:txBody>
          </p:sp>
          <p:cxnSp>
            <p:nvCxnSpPr>
              <p:cNvPr id="136" name="直接连接符 48">
                <a:extLst>
                  <a:ext uri="{FF2B5EF4-FFF2-40B4-BE49-F238E27FC236}">
                    <a16:creationId xmlns:a16="http://schemas.microsoft.com/office/drawing/2014/main" id="{260A79A3-62AD-45E6-ABE8-A097FE50F59F}"/>
                  </a:ext>
                </a:extLst>
              </p:cNvPr>
              <p:cNvCxnSpPr>
                <a:cxnSpLocks noChangeShapeType="1"/>
              </p:cNvCxnSpPr>
              <p:nvPr/>
            </p:nvCxnSpPr>
            <p:spPr bwMode="auto">
              <a:xfrm rot="5400000">
                <a:off x="3762786" y="3911603"/>
                <a:ext cx="214314" cy="1588"/>
              </a:xfrm>
              <a:prstGeom prst="line">
                <a:avLst/>
              </a:prstGeom>
              <a:noFill/>
              <a:ln w="38100" algn="ctr">
                <a:solidFill>
                  <a:srgbClr val="FF0000"/>
                </a:solidFill>
                <a:round/>
                <a:headEnd/>
                <a:tailEnd/>
              </a:ln>
            </p:spPr>
          </p:cxnSp>
        </p:grpSp>
        <p:sp>
          <p:nvSpPr>
            <p:cNvPr id="132" name="TextBox 51">
              <a:extLst>
                <a:ext uri="{FF2B5EF4-FFF2-40B4-BE49-F238E27FC236}">
                  <a16:creationId xmlns:a16="http://schemas.microsoft.com/office/drawing/2014/main" id="{1D89955F-416D-4472-8BD8-1F1C045C8030}"/>
                </a:ext>
              </a:extLst>
            </p:cNvPr>
            <p:cNvSpPr txBox="1">
              <a:spLocks noChangeArrowheads="1"/>
            </p:cNvSpPr>
            <p:nvPr/>
          </p:nvSpPr>
          <p:spPr bwMode="auto">
            <a:xfrm>
              <a:off x="3075025" y="4788418"/>
              <a:ext cx="378211" cy="214841"/>
            </a:xfrm>
            <a:prstGeom prst="rect">
              <a:avLst/>
            </a:prstGeom>
            <a:noFill/>
            <a:ln w="9525">
              <a:noFill/>
              <a:miter lim="800000"/>
              <a:headEnd/>
              <a:tailEnd/>
            </a:ln>
          </p:spPr>
          <p:txBody>
            <a:bodyPr wrap="none">
              <a:spAutoFit/>
            </a:bodyPr>
            <a:lstStyle/>
            <a:p>
              <a:pPr>
                <a:defRPr/>
              </a:pPr>
              <a:r>
                <a:rPr lang="zh-CN" altLang="en-US" sz="1600" b="1">
                  <a:latin typeface="+mj-lt"/>
                  <a:ea typeface="宋体" pitchFamily="2" charset="-122"/>
                </a:rPr>
                <a:t>单播</a:t>
              </a:r>
            </a:p>
          </p:txBody>
        </p:sp>
        <p:cxnSp>
          <p:nvCxnSpPr>
            <p:cNvPr id="133" name="直接箭头连接符 52">
              <a:extLst>
                <a:ext uri="{FF2B5EF4-FFF2-40B4-BE49-F238E27FC236}">
                  <a16:creationId xmlns:a16="http://schemas.microsoft.com/office/drawing/2014/main" id="{AD7FE863-056D-4F80-B4C5-94C8A9540E35}"/>
                </a:ext>
              </a:extLst>
            </p:cNvPr>
            <p:cNvCxnSpPr>
              <a:cxnSpLocks noChangeShapeType="1"/>
            </p:cNvCxnSpPr>
            <p:nvPr/>
          </p:nvCxnSpPr>
          <p:spPr bwMode="auto">
            <a:xfrm rot="16200000" flipH="1">
              <a:off x="3740962" y="4953781"/>
              <a:ext cx="500063" cy="1587"/>
            </a:xfrm>
            <a:prstGeom prst="straightConnector1">
              <a:avLst/>
            </a:prstGeom>
            <a:noFill/>
            <a:ln w="38100" algn="ctr">
              <a:solidFill>
                <a:srgbClr val="FF0000"/>
              </a:solidFill>
              <a:round/>
              <a:headEnd/>
              <a:tailEnd type="triangle" w="med" len="med"/>
            </a:ln>
          </p:spPr>
        </p:cxnSp>
      </p:grpSp>
    </p:spTree>
    <p:extLst>
      <p:ext uri="{BB962C8B-B14F-4D97-AF65-F5344CB8AC3E}">
        <p14:creationId xmlns:p14="http://schemas.microsoft.com/office/powerpoint/2010/main" val="1678347325"/>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blinds(horizontal)">
                                      <p:cBhvr>
                                        <p:cTn id="13" dur="500"/>
                                        <p:tgtEl>
                                          <p:spTgt spid="28"/>
                                        </p:tgtEl>
                                      </p:cBhvr>
                                    </p:animEffect>
                                  </p:childTnLst>
                                </p:cTn>
                              </p:par>
                              <p:par>
                                <p:cTn id="14" presetID="3" presetClass="exit" presetSubtype="10" fill="hold" nodeType="withEffect">
                                  <p:stCondLst>
                                    <p:cond delay="0"/>
                                  </p:stCondLst>
                                  <p:childTnLst>
                                    <p:animEffect transition="out" filter="blinds(horizontal)">
                                      <p:cBhvr>
                                        <p:cTn id="15" dur="500"/>
                                        <p:tgtEl>
                                          <p:spTgt spid="29"/>
                                        </p:tgtEl>
                                      </p:cBhvr>
                                    </p:animEffect>
                                    <p:set>
                                      <p:cBhvr>
                                        <p:cTn id="16" dur="1" fill="hold">
                                          <p:stCondLst>
                                            <p:cond delay="499"/>
                                          </p:stCondLst>
                                        </p:cTn>
                                        <p:tgtEl>
                                          <p:spTgt spid="2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blinds(horizontal)">
                                      <p:cBhvr>
                                        <p:cTn id="21" dur="500"/>
                                        <p:tgtEl>
                                          <p:spTgt spid="5">
                                            <p:txEl>
                                              <p:pRg st="3" end="3"/>
                                            </p:txEl>
                                          </p:spTgt>
                                        </p:tgtEl>
                                      </p:cBhvr>
                                    </p:animEffect>
                                  </p:childTnLst>
                                </p:cTn>
                              </p:par>
                              <p:par>
                                <p:cTn id="22" presetID="3" presetClass="exit" presetSubtype="10" fill="hold" nodeType="withEffect">
                                  <p:stCondLst>
                                    <p:cond delay="0"/>
                                  </p:stCondLst>
                                  <p:childTnLst>
                                    <p:animEffect transition="out" filter="blinds(horizontal)">
                                      <p:cBhvr>
                                        <p:cTn id="23" dur="500"/>
                                        <p:tgtEl>
                                          <p:spTgt spid="6"/>
                                        </p:tgtEl>
                                      </p:cBhvr>
                                    </p:animEffect>
                                    <p:set>
                                      <p:cBhvr>
                                        <p:cTn id="24" dur="1" fill="hold">
                                          <p:stCondLst>
                                            <p:cond delay="499"/>
                                          </p:stCondLst>
                                        </p:cTn>
                                        <p:tgtEl>
                                          <p:spTgt spid="6"/>
                                        </p:tgtEl>
                                        <p:attrNameLst>
                                          <p:attrName>style.visibility</p:attrName>
                                        </p:attrNameLst>
                                      </p:cBhvr>
                                      <p:to>
                                        <p:strVal val="hidden"/>
                                      </p:to>
                                    </p:set>
                                  </p:childTnLst>
                                </p:cTn>
                              </p:par>
                              <p:par>
                                <p:cTn id="25" presetID="3" presetClass="exit" presetSubtype="10" fill="hold" nodeType="withEffect">
                                  <p:stCondLst>
                                    <p:cond delay="0"/>
                                  </p:stCondLst>
                                  <p:childTnLst>
                                    <p:animEffect transition="out" filter="blinds(horizontal)">
                                      <p:cBhvr>
                                        <p:cTn id="26" dur="500"/>
                                        <p:tgtEl>
                                          <p:spTgt spid="28"/>
                                        </p:tgtEl>
                                      </p:cBhvr>
                                    </p:animEffect>
                                    <p:set>
                                      <p:cBhvr>
                                        <p:cTn id="27" dur="1" fill="hold">
                                          <p:stCondLst>
                                            <p:cond delay="499"/>
                                          </p:stCondLst>
                                        </p:cTn>
                                        <p:tgtEl>
                                          <p:spTgt spid="28"/>
                                        </p:tgtEl>
                                        <p:attrNameLst>
                                          <p:attrName>style.visibility</p:attrName>
                                        </p:attrNameLst>
                                      </p:cBhvr>
                                      <p:to>
                                        <p:strVal val="hidden"/>
                                      </p:to>
                                    </p:set>
                                  </p:childTnLst>
                                </p:cTn>
                              </p:par>
                              <p:par>
                                <p:cTn id="28" presetID="3" presetClass="entr" presetSubtype="10" fill="hold"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blinds(horizontal)">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blinds(horizontal)">
                                      <p:cBhvr>
                                        <p:cTn id="35" dur="500"/>
                                        <p:tgtEl>
                                          <p:spTgt spid="5">
                                            <p:txEl>
                                              <p:pRg st="4" end="4"/>
                                            </p:txEl>
                                          </p:spTgt>
                                        </p:tgtEl>
                                      </p:cBhvr>
                                    </p:animEffect>
                                  </p:childTnLst>
                                </p:cTn>
                              </p:par>
                              <p:par>
                                <p:cTn id="36" presetID="3" presetClass="exit" presetSubtype="10" fill="hold" nodeType="withEffect">
                                  <p:stCondLst>
                                    <p:cond delay="0"/>
                                  </p:stCondLst>
                                  <p:childTnLst>
                                    <p:animEffect transition="out" filter="blinds(horizontal)">
                                      <p:cBhvr>
                                        <p:cTn id="37" dur="500"/>
                                        <p:tgtEl>
                                          <p:spTgt spid="48"/>
                                        </p:tgtEl>
                                      </p:cBhvr>
                                    </p:animEffect>
                                    <p:set>
                                      <p:cBhvr>
                                        <p:cTn id="38" dur="1" fill="hold">
                                          <p:stCondLst>
                                            <p:cond delay="499"/>
                                          </p:stCondLst>
                                        </p:cTn>
                                        <p:tgtEl>
                                          <p:spTgt spid="48"/>
                                        </p:tgtEl>
                                        <p:attrNameLst>
                                          <p:attrName>style.visibility</p:attrName>
                                        </p:attrNameLst>
                                      </p:cBhvr>
                                      <p:to>
                                        <p:strVal val="hidden"/>
                                      </p:to>
                                    </p:set>
                                  </p:childTnLst>
                                </p:cTn>
                              </p:par>
                              <p:par>
                                <p:cTn id="39" presetID="3" presetClass="entr" presetSubtype="10" fill="hold" nodeType="withEffect">
                                  <p:stCondLst>
                                    <p:cond delay="0"/>
                                  </p:stCondLst>
                                  <p:childTnLst>
                                    <p:set>
                                      <p:cBhvr>
                                        <p:cTn id="40" dur="1" fill="hold">
                                          <p:stCondLst>
                                            <p:cond delay="0"/>
                                          </p:stCondLst>
                                        </p:cTn>
                                        <p:tgtEl>
                                          <p:spTgt spid="85"/>
                                        </p:tgtEl>
                                        <p:attrNameLst>
                                          <p:attrName>style.visibility</p:attrName>
                                        </p:attrNameLst>
                                      </p:cBhvr>
                                      <p:to>
                                        <p:strVal val="visible"/>
                                      </p:to>
                                    </p:set>
                                    <p:animEffect transition="in" filter="blinds(horizontal)">
                                      <p:cBhvr>
                                        <p:cTn id="41" dur="500"/>
                                        <p:tgtEl>
                                          <p:spTgt spid="85"/>
                                        </p:tgtEl>
                                      </p:cBhvr>
                                    </p:animEffect>
                                  </p:childTnLst>
                                </p:cTn>
                              </p:par>
                              <p:par>
                                <p:cTn id="42" presetID="3" presetClass="entr" presetSubtype="10" fill="hold" nodeType="withEffect">
                                  <p:stCondLst>
                                    <p:cond delay="0"/>
                                  </p:stCondLst>
                                  <p:childTnLst>
                                    <p:set>
                                      <p:cBhvr>
                                        <p:cTn id="43" dur="1" fill="hold">
                                          <p:stCondLst>
                                            <p:cond delay="0"/>
                                          </p:stCondLst>
                                        </p:cTn>
                                        <p:tgtEl>
                                          <p:spTgt spid="84"/>
                                        </p:tgtEl>
                                        <p:attrNameLst>
                                          <p:attrName>style.visibility</p:attrName>
                                        </p:attrNameLst>
                                      </p:cBhvr>
                                      <p:to>
                                        <p:strVal val="visible"/>
                                      </p:to>
                                    </p:set>
                                    <p:animEffect transition="in" filter="blinds(horizontal)">
                                      <p:cBhvr>
                                        <p:cTn id="44" dur="500"/>
                                        <p:tgtEl>
                                          <p:spTgt spid="84"/>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5">
                                            <p:txEl>
                                              <p:pRg st="5" end="5"/>
                                            </p:txEl>
                                          </p:spTgt>
                                        </p:tgtEl>
                                        <p:attrNameLst>
                                          <p:attrName>style.visibility</p:attrName>
                                        </p:attrNameLst>
                                      </p:cBhvr>
                                      <p:to>
                                        <p:strVal val="visible"/>
                                      </p:to>
                                    </p:set>
                                    <p:animEffect transition="in" filter="blinds(horizontal)">
                                      <p:cBhvr>
                                        <p:cTn id="49" dur="500"/>
                                        <p:tgtEl>
                                          <p:spTgt spid="5">
                                            <p:txEl>
                                              <p:pRg st="5" end="5"/>
                                            </p:txEl>
                                          </p:spTgt>
                                        </p:tgtEl>
                                      </p:cBhvr>
                                    </p:animEffect>
                                  </p:childTnLst>
                                </p:cTn>
                              </p:par>
                              <p:par>
                                <p:cTn id="50" presetID="3" presetClass="exit" presetSubtype="10" fill="hold" nodeType="withEffect">
                                  <p:stCondLst>
                                    <p:cond delay="0"/>
                                  </p:stCondLst>
                                  <p:childTnLst>
                                    <p:animEffect transition="out" filter="blinds(horizontal)">
                                      <p:cBhvr>
                                        <p:cTn id="51" dur="500"/>
                                        <p:tgtEl>
                                          <p:spTgt spid="85"/>
                                        </p:tgtEl>
                                      </p:cBhvr>
                                    </p:animEffect>
                                    <p:set>
                                      <p:cBhvr>
                                        <p:cTn id="52" dur="1" fill="hold">
                                          <p:stCondLst>
                                            <p:cond delay="499"/>
                                          </p:stCondLst>
                                        </p:cTn>
                                        <p:tgtEl>
                                          <p:spTgt spid="85"/>
                                        </p:tgtEl>
                                        <p:attrNameLst>
                                          <p:attrName>style.visibility</p:attrName>
                                        </p:attrNameLst>
                                      </p:cBhvr>
                                      <p:to>
                                        <p:strVal val="hidden"/>
                                      </p:to>
                                    </p:set>
                                  </p:childTnLst>
                                </p:cTn>
                              </p:par>
                              <p:par>
                                <p:cTn id="53" presetID="3" presetClass="exit" presetSubtype="10" fill="hold" nodeType="withEffect">
                                  <p:stCondLst>
                                    <p:cond delay="0"/>
                                  </p:stCondLst>
                                  <p:childTnLst>
                                    <p:animEffect transition="out" filter="blinds(horizontal)">
                                      <p:cBhvr>
                                        <p:cTn id="54" dur="500"/>
                                        <p:tgtEl>
                                          <p:spTgt spid="84"/>
                                        </p:tgtEl>
                                      </p:cBhvr>
                                    </p:animEffect>
                                    <p:set>
                                      <p:cBhvr>
                                        <p:cTn id="55" dur="1" fill="hold">
                                          <p:stCondLst>
                                            <p:cond delay="499"/>
                                          </p:stCondLst>
                                        </p:cTn>
                                        <p:tgtEl>
                                          <p:spTgt spid="84"/>
                                        </p:tgtEl>
                                        <p:attrNameLst>
                                          <p:attrName>style.visibility</p:attrName>
                                        </p:attrNameLst>
                                      </p:cBhvr>
                                      <p:to>
                                        <p:strVal val="hidden"/>
                                      </p:to>
                                    </p:set>
                                  </p:childTnLst>
                                </p:cTn>
                              </p:par>
                              <p:par>
                                <p:cTn id="56" presetID="3" presetClass="entr" presetSubtype="10" fill="hold" nodeType="withEffect">
                                  <p:stCondLst>
                                    <p:cond delay="0"/>
                                  </p:stCondLst>
                                  <p:childTnLst>
                                    <p:set>
                                      <p:cBhvr>
                                        <p:cTn id="57" dur="1" fill="hold">
                                          <p:stCondLst>
                                            <p:cond delay="0"/>
                                          </p:stCondLst>
                                        </p:cTn>
                                        <p:tgtEl>
                                          <p:spTgt spid="109"/>
                                        </p:tgtEl>
                                        <p:attrNameLst>
                                          <p:attrName>style.visibility</p:attrName>
                                        </p:attrNameLst>
                                      </p:cBhvr>
                                      <p:to>
                                        <p:strVal val="visible"/>
                                      </p:to>
                                    </p:set>
                                    <p:animEffect transition="in" filter="blinds(horizontal)">
                                      <p:cBhvr>
                                        <p:cTn id="58" dur="500"/>
                                        <p:tgtEl>
                                          <p:spTgt spid="109"/>
                                        </p:tgtEl>
                                      </p:cBhvr>
                                    </p:animEffect>
                                  </p:childTnLst>
                                </p:cTn>
                              </p:par>
                              <p:par>
                                <p:cTn id="59" presetID="3" presetClass="entr" presetSubtype="10" fill="hold" nodeType="withEffect">
                                  <p:stCondLst>
                                    <p:cond delay="0"/>
                                  </p:stCondLst>
                                  <p:childTnLst>
                                    <p:set>
                                      <p:cBhvr>
                                        <p:cTn id="60" dur="1" fill="hold">
                                          <p:stCondLst>
                                            <p:cond delay="0"/>
                                          </p:stCondLst>
                                        </p:cTn>
                                        <p:tgtEl>
                                          <p:spTgt spid="110"/>
                                        </p:tgtEl>
                                        <p:attrNameLst>
                                          <p:attrName>style.visibility</p:attrName>
                                        </p:attrNameLst>
                                      </p:cBhvr>
                                      <p:to>
                                        <p:strVal val="visible"/>
                                      </p:to>
                                    </p:set>
                                    <p:animEffect transition="in" filter="blinds(horizontal)">
                                      <p:cBhvr>
                                        <p:cTn id="61"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B3F19F8-08BC-4BC7-9F65-20FD1776F555}"/>
              </a:ext>
            </a:extLst>
          </p:cNvPr>
          <p:cNvSpPr txBox="1">
            <a:spLocks noChangeArrowheads="1"/>
          </p:cNvSpPr>
          <p:nvPr/>
        </p:nvSpPr>
        <p:spPr>
          <a:xfrm>
            <a:off x="112378" y="530577"/>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交换机以太网接口的工作模式</a:t>
            </a:r>
          </a:p>
        </p:txBody>
      </p:sp>
      <p:sp>
        <p:nvSpPr>
          <p:cNvPr id="5" name="内容占位符 15">
            <a:extLst>
              <a:ext uri="{FF2B5EF4-FFF2-40B4-BE49-F238E27FC236}">
                <a16:creationId xmlns:a16="http://schemas.microsoft.com/office/drawing/2014/main" id="{85A3A693-056E-4D5F-ABB8-57C98D1E00B8}"/>
              </a:ext>
            </a:extLst>
          </p:cNvPr>
          <p:cNvSpPr txBox="1">
            <a:spLocks/>
          </p:cNvSpPr>
          <p:nvPr/>
        </p:nvSpPr>
        <p:spPr>
          <a:xfrm>
            <a:off x="2620628" y="1604520"/>
            <a:ext cx="8501062" cy="5143500"/>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zh-CN" altLang="en-US"/>
              <a:t>交换机以太网接口双工模式</a:t>
            </a:r>
            <a:endParaRPr lang="en-US" altLang="zh-CN"/>
          </a:p>
          <a:p>
            <a:pPr lvl="1">
              <a:spcBef>
                <a:spcPts val="475"/>
              </a:spcBef>
            </a:pPr>
            <a:r>
              <a:rPr lang="zh-CN" altLang="en-US"/>
              <a:t>单工</a:t>
            </a:r>
            <a:endParaRPr lang="en-US" altLang="zh-CN"/>
          </a:p>
          <a:p>
            <a:pPr lvl="2">
              <a:spcBef>
                <a:spcPct val="0"/>
              </a:spcBef>
            </a:pPr>
            <a:r>
              <a:rPr lang="zh-CN" altLang="en-US"/>
              <a:t>两个数据站之间只能沿单一方向传输数据</a:t>
            </a:r>
            <a:endParaRPr lang="en-US" altLang="zh-CN"/>
          </a:p>
          <a:p>
            <a:pPr lvl="1">
              <a:spcBef>
                <a:spcPts val="475"/>
              </a:spcBef>
            </a:pPr>
            <a:r>
              <a:rPr lang="zh-CN" altLang="en-US"/>
              <a:t>半双工</a:t>
            </a:r>
            <a:endParaRPr lang="en-US" altLang="zh-CN"/>
          </a:p>
          <a:p>
            <a:pPr lvl="2">
              <a:spcBef>
                <a:spcPct val="0"/>
              </a:spcBef>
            </a:pPr>
            <a:r>
              <a:rPr lang="zh-CN" altLang="en-US"/>
              <a:t>两个数据站之间可以双向数据传输，但不能同时进行</a:t>
            </a:r>
            <a:endParaRPr lang="en-US" altLang="zh-CN"/>
          </a:p>
          <a:p>
            <a:pPr lvl="1">
              <a:spcBef>
                <a:spcPts val="475"/>
              </a:spcBef>
            </a:pPr>
            <a:r>
              <a:rPr lang="zh-CN" altLang="en-US"/>
              <a:t>全双工</a:t>
            </a:r>
            <a:endParaRPr lang="en-US" altLang="zh-CN"/>
          </a:p>
          <a:p>
            <a:pPr lvl="2">
              <a:spcBef>
                <a:spcPct val="0"/>
              </a:spcBef>
            </a:pPr>
            <a:r>
              <a:rPr lang="zh-CN" altLang="en-US"/>
              <a:t>两个数据站之间可双向且同时进行数据传输</a:t>
            </a:r>
            <a:endParaRPr lang="en-US" altLang="zh-CN"/>
          </a:p>
          <a:p>
            <a:pPr>
              <a:spcBef>
                <a:spcPts val="675"/>
              </a:spcBef>
            </a:pPr>
            <a:r>
              <a:rPr lang="zh-CN" altLang="en-US"/>
              <a:t>交换机以太网接口速率</a:t>
            </a:r>
            <a:endParaRPr lang="en-US" altLang="zh-CN"/>
          </a:p>
          <a:p>
            <a:pPr lvl="1">
              <a:spcBef>
                <a:spcPts val="475"/>
              </a:spcBef>
            </a:pPr>
            <a:r>
              <a:rPr lang="zh-CN" altLang="en-US"/>
              <a:t>接口连接时进行协商</a:t>
            </a:r>
            <a:endParaRPr lang="en-US" altLang="zh-CN"/>
          </a:p>
          <a:p>
            <a:pPr lvl="1">
              <a:spcBef>
                <a:spcPts val="475"/>
              </a:spcBef>
            </a:pPr>
            <a:r>
              <a:rPr lang="zh-CN" altLang="en-US"/>
              <a:t>协商失败则无法正常通信</a:t>
            </a:r>
          </a:p>
        </p:txBody>
      </p:sp>
      <p:grpSp>
        <p:nvGrpSpPr>
          <p:cNvPr id="6" name="Group 154">
            <a:extLst>
              <a:ext uri="{FF2B5EF4-FFF2-40B4-BE49-F238E27FC236}">
                <a16:creationId xmlns:a16="http://schemas.microsoft.com/office/drawing/2014/main" id="{C160C605-2CA0-46F9-A654-98A2F5E0DB75}"/>
              </a:ext>
            </a:extLst>
          </p:cNvPr>
          <p:cNvGrpSpPr>
            <a:grpSpLocks/>
          </p:cNvGrpSpPr>
          <p:nvPr/>
        </p:nvGrpSpPr>
        <p:grpSpPr bwMode="auto">
          <a:xfrm>
            <a:off x="3665203" y="2958658"/>
            <a:ext cx="5797550" cy="1717675"/>
            <a:chOff x="703" y="1422"/>
            <a:chExt cx="3652" cy="1082"/>
          </a:xfrm>
        </p:grpSpPr>
        <p:pic>
          <p:nvPicPr>
            <p:cNvPr id="7" name="Picture 124">
              <a:extLst>
                <a:ext uri="{FF2B5EF4-FFF2-40B4-BE49-F238E27FC236}">
                  <a16:creationId xmlns:a16="http://schemas.microsoft.com/office/drawing/2014/main" id="{FC528361-5834-48F6-9E64-2AAC065F6493}"/>
                </a:ext>
              </a:extLst>
            </p:cNvPr>
            <p:cNvPicPr>
              <a:picLocks noChangeAspect="1" noChangeArrowheads="1"/>
            </p:cNvPicPr>
            <p:nvPr/>
          </p:nvPicPr>
          <p:blipFill>
            <a:blip r:embed="rId2"/>
            <a:srcRect/>
            <a:stretch>
              <a:fillRect/>
            </a:stretch>
          </p:blipFill>
          <p:spPr bwMode="auto">
            <a:xfrm>
              <a:off x="3379" y="2223"/>
              <a:ext cx="657" cy="281"/>
            </a:xfrm>
            <a:prstGeom prst="rect">
              <a:avLst/>
            </a:prstGeom>
            <a:noFill/>
            <a:ln w="9525">
              <a:noFill/>
              <a:miter lim="800000"/>
              <a:headEnd/>
              <a:tailEnd/>
            </a:ln>
          </p:spPr>
        </p:pic>
        <p:cxnSp>
          <p:nvCxnSpPr>
            <p:cNvPr id="8" name="AutoShape 125">
              <a:extLst>
                <a:ext uri="{FF2B5EF4-FFF2-40B4-BE49-F238E27FC236}">
                  <a16:creationId xmlns:a16="http://schemas.microsoft.com/office/drawing/2014/main" id="{2A7DB146-4D1B-4CB9-85C4-1B1E92D61628}"/>
                </a:ext>
              </a:extLst>
            </p:cNvPr>
            <p:cNvCxnSpPr>
              <a:cxnSpLocks noChangeShapeType="1"/>
            </p:cNvCxnSpPr>
            <p:nvPr/>
          </p:nvCxnSpPr>
          <p:spPr bwMode="auto">
            <a:xfrm>
              <a:off x="1882" y="2364"/>
              <a:ext cx="1497" cy="0"/>
            </a:xfrm>
            <a:prstGeom prst="straightConnector1">
              <a:avLst/>
            </a:prstGeom>
            <a:noFill/>
            <a:ln w="38100">
              <a:solidFill>
                <a:srgbClr val="FF0000"/>
              </a:solidFill>
              <a:round/>
              <a:headEnd/>
              <a:tailEnd/>
            </a:ln>
          </p:spPr>
        </p:cxnSp>
        <p:sp>
          <p:nvSpPr>
            <p:cNvPr id="9" name="AutoShape 127">
              <a:extLst>
                <a:ext uri="{FF2B5EF4-FFF2-40B4-BE49-F238E27FC236}">
                  <a16:creationId xmlns:a16="http://schemas.microsoft.com/office/drawing/2014/main" id="{A6BE13E5-E629-4326-94A6-E251789CBF8B}"/>
                </a:ext>
              </a:extLst>
            </p:cNvPr>
            <p:cNvSpPr>
              <a:spLocks noChangeAspect="1" noChangeArrowheads="1"/>
            </p:cNvSpPr>
            <p:nvPr/>
          </p:nvSpPr>
          <p:spPr bwMode="auto">
            <a:xfrm rot="10800000">
              <a:off x="2109" y="2069"/>
              <a:ext cx="1134" cy="249"/>
            </a:xfrm>
            <a:prstGeom prst="leftArrow">
              <a:avLst>
                <a:gd name="adj1" fmla="val 50000"/>
                <a:gd name="adj2" fmla="val 113855"/>
              </a:avLst>
            </a:prstGeom>
            <a:gradFill rotWithShape="1">
              <a:gsLst>
                <a:gs pos="0">
                  <a:srgbClr val="3399FF"/>
                </a:gs>
                <a:gs pos="100000">
                  <a:schemeClr val="bg1"/>
                </a:gs>
              </a:gsLst>
              <a:lin ang="5400000" scaled="1"/>
            </a:gradFill>
            <a:ln w="12700" cap="rnd" algn="ctr">
              <a:solidFill>
                <a:srgbClr val="3399FF"/>
              </a:solidFill>
              <a:miter lim="800000"/>
              <a:headEnd/>
              <a:tailEnd/>
            </a:ln>
          </p:spPr>
          <p:txBody>
            <a:bodyPr rot="10800000"/>
            <a:lstStyle/>
            <a:p>
              <a:pPr>
                <a:defRPr/>
              </a:pPr>
              <a:endParaRPr lang="zh-CN" altLang="en-US" sz="1600" b="1">
                <a:latin typeface="+mn-lt"/>
                <a:ea typeface="黑体" pitchFamily="2" charset="-122"/>
              </a:endParaRPr>
            </a:p>
          </p:txBody>
        </p:sp>
        <p:sp>
          <p:nvSpPr>
            <p:cNvPr id="10" name="Text Box 128">
              <a:extLst>
                <a:ext uri="{FF2B5EF4-FFF2-40B4-BE49-F238E27FC236}">
                  <a16:creationId xmlns:a16="http://schemas.microsoft.com/office/drawing/2014/main" id="{D12EC938-034D-48EE-B9B9-AF0670AF4DAB}"/>
                </a:ext>
              </a:extLst>
            </p:cNvPr>
            <p:cNvSpPr txBox="1">
              <a:spLocks noChangeArrowheads="1"/>
            </p:cNvSpPr>
            <p:nvPr/>
          </p:nvSpPr>
          <p:spPr bwMode="auto">
            <a:xfrm>
              <a:off x="2239" y="2082"/>
              <a:ext cx="726" cy="213"/>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单向传输</a:t>
              </a:r>
            </a:p>
          </p:txBody>
        </p:sp>
        <p:pic>
          <p:nvPicPr>
            <p:cNvPr id="11" name="Picture 129">
              <a:extLst>
                <a:ext uri="{FF2B5EF4-FFF2-40B4-BE49-F238E27FC236}">
                  <a16:creationId xmlns:a16="http://schemas.microsoft.com/office/drawing/2014/main" id="{DDEC6303-59B9-4982-864D-00F6503D70C1}"/>
                </a:ext>
              </a:extLst>
            </p:cNvPr>
            <p:cNvPicPr>
              <a:picLocks noChangeAspect="1" noChangeArrowheads="1"/>
            </p:cNvPicPr>
            <p:nvPr/>
          </p:nvPicPr>
          <p:blipFill>
            <a:blip r:embed="rId2"/>
            <a:srcRect/>
            <a:stretch>
              <a:fillRect/>
            </a:stretch>
          </p:blipFill>
          <p:spPr bwMode="auto">
            <a:xfrm>
              <a:off x="1225" y="2223"/>
              <a:ext cx="657" cy="281"/>
            </a:xfrm>
            <a:prstGeom prst="rect">
              <a:avLst/>
            </a:prstGeom>
            <a:noFill/>
            <a:ln w="9525">
              <a:noFill/>
              <a:miter lim="800000"/>
              <a:headEnd/>
              <a:tailEnd/>
            </a:ln>
          </p:spPr>
        </p:pic>
        <p:pic>
          <p:nvPicPr>
            <p:cNvPr id="12" name="Picture 130">
              <a:extLst>
                <a:ext uri="{FF2B5EF4-FFF2-40B4-BE49-F238E27FC236}">
                  <a16:creationId xmlns:a16="http://schemas.microsoft.com/office/drawing/2014/main" id="{C1431017-1A03-4712-9124-6E06477D1B14}"/>
                </a:ext>
              </a:extLst>
            </p:cNvPr>
            <p:cNvPicPr>
              <a:picLocks noChangeArrowheads="1"/>
            </p:cNvPicPr>
            <p:nvPr/>
          </p:nvPicPr>
          <p:blipFill>
            <a:blip r:embed="rId3"/>
            <a:srcRect/>
            <a:stretch>
              <a:fillRect/>
            </a:stretch>
          </p:blipFill>
          <p:spPr bwMode="auto">
            <a:xfrm>
              <a:off x="1383" y="1434"/>
              <a:ext cx="427" cy="562"/>
            </a:xfrm>
            <a:prstGeom prst="rect">
              <a:avLst/>
            </a:prstGeom>
            <a:noFill/>
            <a:ln w="9525">
              <a:noFill/>
              <a:miter lim="800000"/>
              <a:headEnd/>
              <a:tailEnd/>
            </a:ln>
          </p:spPr>
        </p:pic>
        <p:pic>
          <p:nvPicPr>
            <p:cNvPr id="13" name="Picture 131">
              <a:extLst>
                <a:ext uri="{FF2B5EF4-FFF2-40B4-BE49-F238E27FC236}">
                  <a16:creationId xmlns:a16="http://schemas.microsoft.com/office/drawing/2014/main" id="{5F99930A-7291-45BD-B220-A51A4898D877}"/>
                </a:ext>
              </a:extLst>
            </p:cNvPr>
            <p:cNvPicPr>
              <a:picLocks noChangeArrowheads="1"/>
            </p:cNvPicPr>
            <p:nvPr/>
          </p:nvPicPr>
          <p:blipFill>
            <a:blip r:embed="rId4"/>
            <a:srcRect/>
            <a:stretch>
              <a:fillRect/>
            </a:stretch>
          </p:blipFill>
          <p:spPr bwMode="auto">
            <a:xfrm>
              <a:off x="3385" y="1422"/>
              <a:ext cx="339" cy="529"/>
            </a:xfrm>
            <a:prstGeom prst="rect">
              <a:avLst/>
            </a:prstGeom>
            <a:noFill/>
            <a:ln w="9525">
              <a:noFill/>
              <a:miter lim="800000"/>
              <a:headEnd/>
              <a:tailEnd/>
            </a:ln>
          </p:spPr>
        </p:pic>
        <p:sp>
          <p:nvSpPr>
            <p:cNvPr id="14" name="Text Box 136">
              <a:extLst>
                <a:ext uri="{FF2B5EF4-FFF2-40B4-BE49-F238E27FC236}">
                  <a16:creationId xmlns:a16="http://schemas.microsoft.com/office/drawing/2014/main" id="{2A753CCB-EB29-4075-B010-A072CD89E6C2}"/>
                </a:ext>
              </a:extLst>
            </p:cNvPr>
            <p:cNvSpPr txBox="1">
              <a:spLocks noChangeArrowheads="1"/>
            </p:cNvSpPr>
            <p:nvPr/>
          </p:nvSpPr>
          <p:spPr bwMode="auto">
            <a:xfrm>
              <a:off x="703" y="1616"/>
              <a:ext cx="568" cy="213"/>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麦克风</a:t>
              </a:r>
            </a:p>
          </p:txBody>
        </p:sp>
        <p:sp>
          <p:nvSpPr>
            <p:cNvPr id="15" name="Text Box 137">
              <a:extLst>
                <a:ext uri="{FF2B5EF4-FFF2-40B4-BE49-F238E27FC236}">
                  <a16:creationId xmlns:a16="http://schemas.microsoft.com/office/drawing/2014/main" id="{20AB97A8-71EB-420A-BAE8-5F97B81741E5}"/>
                </a:ext>
              </a:extLst>
            </p:cNvPr>
            <p:cNvSpPr txBox="1">
              <a:spLocks noChangeArrowheads="1"/>
            </p:cNvSpPr>
            <p:nvPr/>
          </p:nvSpPr>
          <p:spPr bwMode="auto">
            <a:xfrm>
              <a:off x="703" y="2268"/>
              <a:ext cx="568" cy="213"/>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单工</a:t>
              </a:r>
            </a:p>
          </p:txBody>
        </p:sp>
        <p:sp>
          <p:nvSpPr>
            <p:cNvPr id="16" name="Text Box 138">
              <a:extLst>
                <a:ext uri="{FF2B5EF4-FFF2-40B4-BE49-F238E27FC236}">
                  <a16:creationId xmlns:a16="http://schemas.microsoft.com/office/drawing/2014/main" id="{CA090E48-9163-4D10-8C57-A147A8771272}"/>
                </a:ext>
              </a:extLst>
            </p:cNvPr>
            <p:cNvSpPr txBox="1">
              <a:spLocks noChangeArrowheads="1"/>
            </p:cNvSpPr>
            <p:nvPr/>
          </p:nvSpPr>
          <p:spPr bwMode="auto">
            <a:xfrm>
              <a:off x="3787" y="1588"/>
              <a:ext cx="568" cy="213"/>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扬声器</a:t>
              </a:r>
            </a:p>
          </p:txBody>
        </p:sp>
      </p:grpSp>
      <p:grpSp>
        <p:nvGrpSpPr>
          <p:cNvPr id="17" name="组合 40">
            <a:extLst>
              <a:ext uri="{FF2B5EF4-FFF2-40B4-BE49-F238E27FC236}">
                <a16:creationId xmlns:a16="http://schemas.microsoft.com/office/drawing/2014/main" id="{D471F1F6-BB7B-486D-BEFA-DECBB805F078}"/>
              </a:ext>
            </a:extLst>
          </p:cNvPr>
          <p:cNvGrpSpPr>
            <a:grpSpLocks/>
          </p:cNvGrpSpPr>
          <p:nvPr/>
        </p:nvGrpSpPr>
        <p:grpSpPr bwMode="auto">
          <a:xfrm>
            <a:off x="3987465" y="3927033"/>
            <a:ext cx="5291138" cy="2106612"/>
            <a:chOff x="1116013" y="2133600"/>
            <a:chExt cx="5291137" cy="2106613"/>
          </a:xfrm>
        </p:grpSpPr>
        <p:pic>
          <p:nvPicPr>
            <p:cNvPr id="18" name="Picture 4">
              <a:extLst>
                <a:ext uri="{FF2B5EF4-FFF2-40B4-BE49-F238E27FC236}">
                  <a16:creationId xmlns:a16="http://schemas.microsoft.com/office/drawing/2014/main" id="{F67329D6-2D7E-4E1B-B753-6FC9B7E7344B}"/>
                </a:ext>
              </a:extLst>
            </p:cNvPr>
            <p:cNvPicPr>
              <a:picLocks noChangeAspect="1" noChangeArrowheads="1"/>
            </p:cNvPicPr>
            <p:nvPr/>
          </p:nvPicPr>
          <p:blipFill>
            <a:blip r:embed="rId5"/>
            <a:srcRect/>
            <a:stretch>
              <a:fillRect/>
            </a:stretch>
          </p:blipFill>
          <p:spPr bwMode="auto">
            <a:xfrm>
              <a:off x="1979613" y="3303588"/>
              <a:ext cx="935037" cy="885825"/>
            </a:xfrm>
            <a:prstGeom prst="rect">
              <a:avLst/>
            </a:prstGeom>
            <a:noFill/>
            <a:ln w="9525">
              <a:noFill/>
              <a:miter lim="800000"/>
              <a:headEnd/>
              <a:tailEnd/>
            </a:ln>
          </p:spPr>
        </p:pic>
        <p:pic>
          <p:nvPicPr>
            <p:cNvPr id="19" name="Picture 5">
              <a:extLst>
                <a:ext uri="{FF2B5EF4-FFF2-40B4-BE49-F238E27FC236}">
                  <a16:creationId xmlns:a16="http://schemas.microsoft.com/office/drawing/2014/main" id="{EB0B2C7C-8CA1-45BF-A157-17F7B2349412}"/>
                </a:ext>
              </a:extLst>
            </p:cNvPr>
            <p:cNvPicPr>
              <a:picLocks noChangeAspect="1" noChangeArrowheads="1"/>
            </p:cNvPicPr>
            <p:nvPr/>
          </p:nvPicPr>
          <p:blipFill>
            <a:blip r:embed="rId2"/>
            <a:srcRect/>
            <a:stretch>
              <a:fillRect/>
            </a:stretch>
          </p:blipFill>
          <p:spPr bwMode="auto">
            <a:xfrm>
              <a:off x="5364163" y="3529013"/>
              <a:ext cx="1042987" cy="446087"/>
            </a:xfrm>
            <a:prstGeom prst="rect">
              <a:avLst/>
            </a:prstGeom>
            <a:noFill/>
            <a:ln w="9525">
              <a:noFill/>
              <a:miter lim="800000"/>
              <a:headEnd/>
              <a:tailEnd/>
            </a:ln>
          </p:spPr>
        </p:pic>
        <p:cxnSp>
          <p:nvCxnSpPr>
            <p:cNvPr id="20" name="AutoShape 6">
              <a:extLst>
                <a:ext uri="{FF2B5EF4-FFF2-40B4-BE49-F238E27FC236}">
                  <a16:creationId xmlns:a16="http://schemas.microsoft.com/office/drawing/2014/main" id="{8DB918E5-8F5F-4C04-BD9F-70D12F135CE1}"/>
                </a:ext>
              </a:extLst>
            </p:cNvPr>
            <p:cNvCxnSpPr>
              <a:cxnSpLocks noChangeShapeType="1"/>
            </p:cNvCxnSpPr>
            <p:nvPr/>
          </p:nvCxnSpPr>
          <p:spPr bwMode="auto">
            <a:xfrm>
              <a:off x="2914650" y="3746500"/>
              <a:ext cx="2449513" cy="6350"/>
            </a:xfrm>
            <a:prstGeom prst="straightConnector1">
              <a:avLst/>
            </a:prstGeom>
            <a:noFill/>
            <a:ln w="38100">
              <a:solidFill>
                <a:srgbClr val="FF0000"/>
              </a:solidFill>
              <a:round/>
              <a:headEnd/>
              <a:tailEnd/>
            </a:ln>
          </p:spPr>
        </p:cxnSp>
        <p:sp>
          <p:nvSpPr>
            <p:cNvPr id="21" name="AutoShape 7">
              <a:extLst>
                <a:ext uri="{FF2B5EF4-FFF2-40B4-BE49-F238E27FC236}">
                  <a16:creationId xmlns:a16="http://schemas.microsoft.com/office/drawing/2014/main" id="{3C5B3BF3-578B-4383-8150-D52BCDF4DAA5}"/>
                </a:ext>
              </a:extLst>
            </p:cNvPr>
            <p:cNvSpPr>
              <a:spLocks noChangeAspect="1" noChangeArrowheads="1"/>
            </p:cNvSpPr>
            <p:nvPr/>
          </p:nvSpPr>
          <p:spPr bwMode="auto">
            <a:xfrm rot="10800000">
              <a:off x="3348038" y="3284538"/>
              <a:ext cx="1800225" cy="395287"/>
            </a:xfrm>
            <a:prstGeom prst="leftArrow">
              <a:avLst>
                <a:gd name="adj1" fmla="val 50000"/>
                <a:gd name="adj2" fmla="val 113856"/>
              </a:avLst>
            </a:prstGeom>
            <a:gradFill rotWithShape="1">
              <a:gsLst>
                <a:gs pos="0">
                  <a:srgbClr val="3399FF"/>
                </a:gs>
                <a:gs pos="100000">
                  <a:schemeClr val="bg1"/>
                </a:gs>
              </a:gsLst>
              <a:lin ang="5400000" scaled="1"/>
            </a:gradFill>
            <a:ln w="12700" cap="rnd" algn="ctr">
              <a:solidFill>
                <a:srgbClr val="3399FF"/>
              </a:solidFill>
              <a:miter lim="800000"/>
              <a:headEnd/>
              <a:tailEnd/>
            </a:ln>
          </p:spPr>
          <p:txBody>
            <a:bodyPr/>
            <a:lstStyle/>
            <a:p>
              <a:endParaRPr lang="zh-CN" altLang="en-US" sz="1600" b="1">
                <a:latin typeface="黑体" pitchFamily="49" charset="-122"/>
              </a:endParaRPr>
            </a:p>
          </p:txBody>
        </p:sp>
        <p:sp>
          <p:nvSpPr>
            <p:cNvPr id="22" name="Text Box 8">
              <a:extLst>
                <a:ext uri="{FF2B5EF4-FFF2-40B4-BE49-F238E27FC236}">
                  <a16:creationId xmlns:a16="http://schemas.microsoft.com/office/drawing/2014/main" id="{E4BD8811-F929-4B2D-AE6D-02D893E407CC}"/>
                </a:ext>
              </a:extLst>
            </p:cNvPr>
            <p:cNvSpPr txBox="1">
              <a:spLocks noChangeArrowheads="1"/>
            </p:cNvSpPr>
            <p:nvPr/>
          </p:nvSpPr>
          <p:spPr bwMode="auto">
            <a:xfrm>
              <a:off x="3667456" y="3313740"/>
              <a:ext cx="1055665" cy="338554"/>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发时不收</a:t>
              </a:r>
            </a:p>
          </p:txBody>
        </p:sp>
        <p:sp>
          <p:nvSpPr>
            <p:cNvPr id="23" name="AutoShape 9">
              <a:extLst>
                <a:ext uri="{FF2B5EF4-FFF2-40B4-BE49-F238E27FC236}">
                  <a16:creationId xmlns:a16="http://schemas.microsoft.com/office/drawing/2014/main" id="{0E78556B-DAC0-4598-9E68-6C25640D47FF}"/>
                </a:ext>
              </a:extLst>
            </p:cNvPr>
            <p:cNvSpPr>
              <a:spLocks noChangeAspect="1" noChangeArrowheads="1"/>
            </p:cNvSpPr>
            <p:nvPr/>
          </p:nvSpPr>
          <p:spPr bwMode="auto">
            <a:xfrm>
              <a:off x="3348038" y="3844925"/>
              <a:ext cx="1800225" cy="395288"/>
            </a:xfrm>
            <a:prstGeom prst="leftArrow">
              <a:avLst>
                <a:gd name="adj1" fmla="val 50000"/>
                <a:gd name="adj2" fmla="val 113855"/>
              </a:avLst>
            </a:prstGeom>
            <a:gradFill rotWithShape="1">
              <a:gsLst>
                <a:gs pos="0">
                  <a:srgbClr val="3399FF"/>
                </a:gs>
                <a:gs pos="100000">
                  <a:schemeClr val="bg1"/>
                </a:gs>
              </a:gsLst>
              <a:lin ang="5400000" scaled="1"/>
            </a:gradFill>
            <a:ln w="12700" cap="rnd" algn="ctr">
              <a:solidFill>
                <a:srgbClr val="3399FF"/>
              </a:solidFill>
              <a:miter lim="800000"/>
              <a:headEnd/>
              <a:tailEnd/>
            </a:ln>
          </p:spPr>
          <p:txBody>
            <a:bodyPr/>
            <a:lstStyle/>
            <a:p>
              <a:endParaRPr lang="zh-CN" altLang="en-US" sz="1600" b="1">
                <a:latin typeface="黑体" pitchFamily="49" charset="-122"/>
              </a:endParaRPr>
            </a:p>
          </p:txBody>
        </p:sp>
        <p:sp>
          <p:nvSpPr>
            <p:cNvPr id="24" name="Text Box 10">
              <a:extLst>
                <a:ext uri="{FF2B5EF4-FFF2-40B4-BE49-F238E27FC236}">
                  <a16:creationId xmlns:a16="http://schemas.microsoft.com/office/drawing/2014/main" id="{E8B5FCC1-BA77-4BEF-BB30-B3D1D4042D0C}"/>
                </a:ext>
              </a:extLst>
            </p:cNvPr>
            <p:cNvSpPr txBox="1">
              <a:spLocks noChangeArrowheads="1"/>
            </p:cNvSpPr>
            <p:nvPr/>
          </p:nvSpPr>
          <p:spPr bwMode="auto">
            <a:xfrm>
              <a:off x="3695482" y="3865146"/>
              <a:ext cx="1096944" cy="338554"/>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收时不发</a:t>
              </a:r>
            </a:p>
          </p:txBody>
        </p:sp>
        <p:pic>
          <p:nvPicPr>
            <p:cNvPr id="25" name="Picture 11">
              <a:extLst>
                <a:ext uri="{FF2B5EF4-FFF2-40B4-BE49-F238E27FC236}">
                  <a16:creationId xmlns:a16="http://schemas.microsoft.com/office/drawing/2014/main" id="{04F20FBA-AD0E-401F-B45D-49866B55E84A}"/>
                </a:ext>
              </a:extLst>
            </p:cNvPr>
            <p:cNvPicPr>
              <a:picLocks noChangeArrowheads="1"/>
            </p:cNvPicPr>
            <p:nvPr/>
          </p:nvPicPr>
          <p:blipFill>
            <a:blip r:embed="rId6"/>
            <a:srcRect/>
            <a:stretch>
              <a:fillRect/>
            </a:stretch>
          </p:blipFill>
          <p:spPr bwMode="auto">
            <a:xfrm>
              <a:off x="2124075" y="2133600"/>
              <a:ext cx="846138" cy="839788"/>
            </a:xfrm>
            <a:prstGeom prst="rect">
              <a:avLst/>
            </a:prstGeom>
            <a:noFill/>
            <a:ln w="9525">
              <a:noFill/>
              <a:miter lim="800000"/>
              <a:headEnd/>
              <a:tailEnd/>
            </a:ln>
          </p:spPr>
        </p:pic>
        <p:pic>
          <p:nvPicPr>
            <p:cNvPr id="26" name="Picture 12">
              <a:extLst>
                <a:ext uri="{FF2B5EF4-FFF2-40B4-BE49-F238E27FC236}">
                  <a16:creationId xmlns:a16="http://schemas.microsoft.com/office/drawing/2014/main" id="{1F814A59-DBE7-4682-9AE4-50E7193B0EB8}"/>
                </a:ext>
              </a:extLst>
            </p:cNvPr>
            <p:cNvPicPr>
              <a:picLocks noChangeArrowheads="1"/>
            </p:cNvPicPr>
            <p:nvPr/>
          </p:nvPicPr>
          <p:blipFill>
            <a:blip r:embed="rId6"/>
            <a:srcRect/>
            <a:stretch>
              <a:fillRect/>
            </a:stretch>
          </p:blipFill>
          <p:spPr bwMode="auto">
            <a:xfrm flipH="1">
              <a:off x="5526088" y="2133600"/>
              <a:ext cx="846137" cy="839788"/>
            </a:xfrm>
            <a:prstGeom prst="rect">
              <a:avLst/>
            </a:prstGeom>
            <a:noFill/>
            <a:ln w="9525">
              <a:noFill/>
              <a:miter lim="800000"/>
              <a:headEnd/>
              <a:tailEnd/>
            </a:ln>
          </p:spPr>
        </p:pic>
        <p:sp>
          <p:nvSpPr>
            <p:cNvPr id="27" name="Text Box 13">
              <a:extLst>
                <a:ext uri="{FF2B5EF4-FFF2-40B4-BE49-F238E27FC236}">
                  <a16:creationId xmlns:a16="http://schemas.microsoft.com/office/drawing/2014/main" id="{D1EA578E-5458-42E6-BB0D-D5167D5E0A23}"/>
                </a:ext>
              </a:extLst>
            </p:cNvPr>
            <p:cNvSpPr txBox="1">
              <a:spLocks noChangeArrowheads="1"/>
            </p:cNvSpPr>
            <p:nvPr/>
          </p:nvSpPr>
          <p:spPr bwMode="auto">
            <a:xfrm>
              <a:off x="1116013" y="2565400"/>
              <a:ext cx="873064" cy="338554"/>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对讲机</a:t>
              </a:r>
            </a:p>
          </p:txBody>
        </p:sp>
        <p:sp>
          <p:nvSpPr>
            <p:cNvPr id="28" name="Text Box 14">
              <a:extLst>
                <a:ext uri="{FF2B5EF4-FFF2-40B4-BE49-F238E27FC236}">
                  <a16:creationId xmlns:a16="http://schemas.microsoft.com/office/drawing/2014/main" id="{68A6E91E-B49D-4FDE-9F60-0861F7276A26}"/>
                </a:ext>
              </a:extLst>
            </p:cNvPr>
            <p:cNvSpPr txBox="1">
              <a:spLocks noChangeArrowheads="1"/>
            </p:cNvSpPr>
            <p:nvPr/>
          </p:nvSpPr>
          <p:spPr bwMode="auto">
            <a:xfrm>
              <a:off x="1116013" y="3600450"/>
              <a:ext cx="873064" cy="338554"/>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半双工</a:t>
              </a:r>
            </a:p>
          </p:txBody>
        </p:sp>
      </p:grpSp>
      <p:grpSp>
        <p:nvGrpSpPr>
          <p:cNvPr id="29" name="组合 50">
            <a:extLst>
              <a:ext uri="{FF2B5EF4-FFF2-40B4-BE49-F238E27FC236}">
                <a16:creationId xmlns:a16="http://schemas.microsoft.com/office/drawing/2014/main" id="{98E59073-DF38-4BDA-A670-9428BC496076}"/>
              </a:ext>
            </a:extLst>
          </p:cNvPr>
          <p:cNvGrpSpPr>
            <a:grpSpLocks/>
          </p:cNvGrpSpPr>
          <p:nvPr/>
        </p:nvGrpSpPr>
        <p:grpSpPr bwMode="auto">
          <a:xfrm>
            <a:off x="3987465" y="4682683"/>
            <a:ext cx="5291138" cy="1993900"/>
            <a:chOff x="1581182" y="4173575"/>
            <a:chExt cx="5291137" cy="1993900"/>
          </a:xfrm>
        </p:grpSpPr>
        <p:pic>
          <p:nvPicPr>
            <p:cNvPr id="30" name="Picture 4">
              <a:extLst>
                <a:ext uri="{FF2B5EF4-FFF2-40B4-BE49-F238E27FC236}">
                  <a16:creationId xmlns:a16="http://schemas.microsoft.com/office/drawing/2014/main" id="{C73C354A-F4BD-4ADD-AC22-0F9583946F39}"/>
                </a:ext>
              </a:extLst>
            </p:cNvPr>
            <p:cNvPicPr>
              <a:picLocks noChangeAspect="1" noChangeArrowheads="1"/>
            </p:cNvPicPr>
            <p:nvPr/>
          </p:nvPicPr>
          <p:blipFill>
            <a:blip r:embed="rId5"/>
            <a:srcRect/>
            <a:stretch>
              <a:fillRect/>
            </a:stretch>
          </p:blipFill>
          <p:spPr bwMode="auto">
            <a:xfrm>
              <a:off x="2444782" y="5281650"/>
              <a:ext cx="935037" cy="885825"/>
            </a:xfrm>
            <a:prstGeom prst="rect">
              <a:avLst/>
            </a:prstGeom>
            <a:noFill/>
            <a:ln w="9525">
              <a:noFill/>
              <a:miter lim="800000"/>
              <a:headEnd/>
              <a:tailEnd/>
            </a:ln>
          </p:spPr>
        </p:pic>
        <p:pic>
          <p:nvPicPr>
            <p:cNvPr id="31" name="Picture 5">
              <a:extLst>
                <a:ext uri="{FF2B5EF4-FFF2-40B4-BE49-F238E27FC236}">
                  <a16:creationId xmlns:a16="http://schemas.microsoft.com/office/drawing/2014/main" id="{535D0B4A-03E1-4709-91D3-40FBB76D9B65}"/>
                </a:ext>
              </a:extLst>
            </p:cNvPr>
            <p:cNvPicPr>
              <a:picLocks noChangeAspect="1" noChangeArrowheads="1"/>
            </p:cNvPicPr>
            <p:nvPr/>
          </p:nvPicPr>
          <p:blipFill>
            <a:blip r:embed="rId2"/>
            <a:srcRect/>
            <a:stretch>
              <a:fillRect/>
            </a:stretch>
          </p:blipFill>
          <p:spPr bwMode="auto">
            <a:xfrm>
              <a:off x="5829332" y="5507075"/>
              <a:ext cx="1042987" cy="446087"/>
            </a:xfrm>
            <a:prstGeom prst="rect">
              <a:avLst/>
            </a:prstGeom>
            <a:noFill/>
            <a:ln w="9525">
              <a:noFill/>
              <a:miter lim="800000"/>
              <a:headEnd/>
              <a:tailEnd/>
            </a:ln>
          </p:spPr>
        </p:pic>
        <p:cxnSp>
          <p:nvCxnSpPr>
            <p:cNvPr id="32" name="AutoShape 6">
              <a:extLst>
                <a:ext uri="{FF2B5EF4-FFF2-40B4-BE49-F238E27FC236}">
                  <a16:creationId xmlns:a16="http://schemas.microsoft.com/office/drawing/2014/main" id="{07893982-1092-4CF7-9E37-7ECD97713D3A}"/>
                </a:ext>
              </a:extLst>
            </p:cNvPr>
            <p:cNvCxnSpPr>
              <a:cxnSpLocks noChangeShapeType="1"/>
            </p:cNvCxnSpPr>
            <p:nvPr/>
          </p:nvCxnSpPr>
          <p:spPr bwMode="auto">
            <a:xfrm>
              <a:off x="3379819" y="5724562"/>
              <a:ext cx="2449513" cy="6350"/>
            </a:xfrm>
            <a:prstGeom prst="straightConnector1">
              <a:avLst/>
            </a:prstGeom>
            <a:noFill/>
            <a:ln w="38100">
              <a:solidFill>
                <a:srgbClr val="FF0000"/>
              </a:solidFill>
              <a:round/>
              <a:headEnd/>
              <a:tailEnd/>
            </a:ln>
          </p:spPr>
        </p:cxnSp>
        <p:sp>
          <p:nvSpPr>
            <p:cNvPr id="33" name="AutoShape 9">
              <a:extLst>
                <a:ext uri="{FF2B5EF4-FFF2-40B4-BE49-F238E27FC236}">
                  <a16:creationId xmlns:a16="http://schemas.microsoft.com/office/drawing/2014/main" id="{DE86784B-3DEC-4D64-8AD7-EEDC7A83CC43}"/>
                </a:ext>
              </a:extLst>
            </p:cNvPr>
            <p:cNvSpPr>
              <a:spLocks noChangeAspect="1" noChangeArrowheads="1"/>
            </p:cNvSpPr>
            <p:nvPr/>
          </p:nvSpPr>
          <p:spPr bwMode="auto">
            <a:xfrm>
              <a:off x="3597307" y="5262600"/>
              <a:ext cx="2016125" cy="431800"/>
            </a:xfrm>
            <a:prstGeom prst="leftRightArrow">
              <a:avLst>
                <a:gd name="adj1" fmla="val 50000"/>
                <a:gd name="adj2" fmla="val 93382"/>
              </a:avLst>
            </a:prstGeom>
            <a:gradFill rotWithShape="1">
              <a:gsLst>
                <a:gs pos="0">
                  <a:srgbClr val="3399FF"/>
                </a:gs>
                <a:gs pos="100000">
                  <a:schemeClr val="bg1"/>
                </a:gs>
              </a:gsLst>
              <a:lin ang="5400000" scaled="1"/>
            </a:gradFill>
            <a:ln w="12700" cap="rnd" algn="ctr">
              <a:solidFill>
                <a:srgbClr val="3399FF"/>
              </a:solidFill>
              <a:miter lim="800000"/>
              <a:headEnd/>
              <a:tailEnd/>
            </a:ln>
          </p:spPr>
          <p:txBody>
            <a:bodyPr/>
            <a:lstStyle/>
            <a:p>
              <a:pPr>
                <a:spcBef>
                  <a:spcPct val="50000"/>
                </a:spcBef>
              </a:pPr>
              <a:endParaRPr lang="zh-CN" altLang="zh-CN" sz="1600" b="1">
                <a:latin typeface="黑体" pitchFamily="49" charset="-122"/>
              </a:endParaRPr>
            </a:p>
          </p:txBody>
        </p:sp>
        <p:sp>
          <p:nvSpPr>
            <p:cNvPr id="34" name="Text Box 8">
              <a:extLst>
                <a:ext uri="{FF2B5EF4-FFF2-40B4-BE49-F238E27FC236}">
                  <a16:creationId xmlns:a16="http://schemas.microsoft.com/office/drawing/2014/main" id="{341995BB-BE54-41C0-962F-20C47C29CD4F}"/>
                </a:ext>
              </a:extLst>
            </p:cNvPr>
            <p:cNvSpPr txBox="1">
              <a:spLocks noChangeArrowheads="1"/>
            </p:cNvSpPr>
            <p:nvPr/>
          </p:nvSpPr>
          <p:spPr bwMode="auto">
            <a:xfrm>
              <a:off x="4106548" y="5300380"/>
              <a:ext cx="1027090" cy="338554"/>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既收又发</a:t>
              </a:r>
            </a:p>
          </p:txBody>
        </p:sp>
        <p:pic>
          <p:nvPicPr>
            <p:cNvPr id="35" name="Picture 10">
              <a:extLst>
                <a:ext uri="{FF2B5EF4-FFF2-40B4-BE49-F238E27FC236}">
                  <a16:creationId xmlns:a16="http://schemas.microsoft.com/office/drawing/2014/main" id="{8902BD14-00E2-454A-9D2B-6B793F1D1A9A}"/>
                </a:ext>
              </a:extLst>
            </p:cNvPr>
            <p:cNvPicPr>
              <a:picLocks noChangeArrowheads="1"/>
            </p:cNvPicPr>
            <p:nvPr/>
          </p:nvPicPr>
          <p:blipFill>
            <a:blip r:embed="rId7"/>
            <a:srcRect/>
            <a:stretch>
              <a:fillRect/>
            </a:stretch>
          </p:blipFill>
          <p:spPr bwMode="auto">
            <a:xfrm>
              <a:off x="2660682" y="4183100"/>
              <a:ext cx="722312" cy="915987"/>
            </a:xfrm>
            <a:prstGeom prst="rect">
              <a:avLst/>
            </a:prstGeom>
            <a:noFill/>
            <a:ln w="9525">
              <a:noFill/>
              <a:miter lim="800000"/>
              <a:headEnd/>
              <a:tailEnd/>
            </a:ln>
          </p:spPr>
        </p:pic>
        <p:pic>
          <p:nvPicPr>
            <p:cNvPr id="36" name="Picture 11">
              <a:extLst>
                <a:ext uri="{FF2B5EF4-FFF2-40B4-BE49-F238E27FC236}">
                  <a16:creationId xmlns:a16="http://schemas.microsoft.com/office/drawing/2014/main" id="{3D0BA459-C1E4-4B38-9BE3-F0284DCC1415}"/>
                </a:ext>
              </a:extLst>
            </p:cNvPr>
            <p:cNvPicPr>
              <a:picLocks noChangeArrowheads="1"/>
            </p:cNvPicPr>
            <p:nvPr/>
          </p:nvPicPr>
          <p:blipFill>
            <a:blip r:embed="rId7"/>
            <a:srcRect/>
            <a:stretch>
              <a:fillRect/>
            </a:stretch>
          </p:blipFill>
          <p:spPr bwMode="auto">
            <a:xfrm flipH="1">
              <a:off x="6045232" y="4173575"/>
              <a:ext cx="723900" cy="915987"/>
            </a:xfrm>
            <a:prstGeom prst="rect">
              <a:avLst/>
            </a:prstGeom>
            <a:noFill/>
            <a:ln w="9525">
              <a:noFill/>
              <a:miter lim="800000"/>
              <a:headEnd/>
              <a:tailEnd/>
            </a:ln>
          </p:spPr>
        </p:pic>
        <p:sp>
          <p:nvSpPr>
            <p:cNvPr id="37" name="Text Box 12">
              <a:extLst>
                <a:ext uri="{FF2B5EF4-FFF2-40B4-BE49-F238E27FC236}">
                  <a16:creationId xmlns:a16="http://schemas.microsoft.com/office/drawing/2014/main" id="{A7CFB70D-3047-4D59-9AC3-28B38CAA220A}"/>
                </a:ext>
              </a:extLst>
            </p:cNvPr>
            <p:cNvSpPr txBox="1">
              <a:spLocks noChangeArrowheads="1"/>
            </p:cNvSpPr>
            <p:nvPr/>
          </p:nvSpPr>
          <p:spPr bwMode="auto">
            <a:xfrm>
              <a:off x="1581182" y="4543462"/>
              <a:ext cx="873064" cy="338554"/>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打电话</a:t>
              </a:r>
            </a:p>
          </p:txBody>
        </p:sp>
        <p:sp>
          <p:nvSpPr>
            <p:cNvPr id="38" name="Text Box 13">
              <a:extLst>
                <a:ext uri="{FF2B5EF4-FFF2-40B4-BE49-F238E27FC236}">
                  <a16:creationId xmlns:a16="http://schemas.microsoft.com/office/drawing/2014/main" id="{830E306E-0B0F-41A0-B524-60B0D6FF949E}"/>
                </a:ext>
              </a:extLst>
            </p:cNvPr>
            <p:cNvSpPr txBox="1">
              <a:spLocks noChangeArrowheads="1"/>
            </p:cNvSpPr>
            <p:nvPr/>
          </p:nvSpPr>
          <p:spPr bwMode="auto">
            <a:xfrm>
              <a:off x="1581182" y="5578512"/>
              <a:ext cx="873064" cy="338554"/>
            </a:xfrm>
            <a:prstGeom prst="rect">
              <a:avLst/>
            </a:prstGeom>
            <a:noFill/>
            <a:ln w="9525" algn="ctr">
              <a:noFill/>
              <a:miter lim="800000"/>
              <a:headEnd/>
              <a:tailEnd/>
            </a:ln>
          </p:spPr>
          <p:txBody>
            <a:bodyPr anchorCtr="1">
              <a:spAutoFit/>
            </a:bodyPr>
            <a:lstStyle/>
            <a:p>
              <a:pPr>
                <a:spcBef>
                  <a:spcPct val="50000"/>
                </a:spcBef>
              </a:pPr>
              <a:r>
                <a:rPr lang="zh-CN" altLang="en-US" sz="1600" b="1">
                  <a:latin typeface="黑体" pitchFamily="49" charset="-122"/>
                </a:rPr>
                <a:t>全双工</a:t>
              </a:r>
            </a:p>
          </p:txBody>
        </p:sp>
      </p:grpSp>
    </p:spTree>
    <p:extLst>
      <p:ext uri="{BB962C8B-B14F-4D97-AF65-F5344CB8AC3E}">
        <p14:creationId xmlns:p14="http://schemas.microsoft.com/office/powerpoint/2010/main" val="810474632"/>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blinds(horizontal)">
                                      <p:cBhvr>
                                        <p:cTn id="10" dur="500"/>
                                        <p:tgtEl>
                                          <p:spTgt spid="5">
                                            <p:txEl>
                                              <p:pRg st="4" end="4"/>
                                            </p:txEl>
                                          </p:spTgt>
                                        </p:tgtEl>
                                      </p:cBhvr>
                                    </p:animEffect>
                                  </p:childTnLst>
                                </p:cTn>
                              </p:par>
                              <p:par>
                                <p:cTn id="11" presetID="3" presetClass="exit" presetSubtype="10" fill="hold" nodeType="withEffect">
                                  <p:stCondLst>
                                    <p:cond delay="0"/>
                                  </p:stCondLst>
                                  <p:childTnLst>
                                    <p:animEffect transition="out" filter="blinds(horizontal)">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par>
                                <p:cTn id="14" presetID="3" presetClass="entr" presetSubtype="1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linds(horizontal)">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blinds(horizontal)">
                                      <p:cBhvr>
                                        <p:cTn id="21" dur="500"/>
                                        <p:tgtEl>
                                          <p:spTgt spid="5">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blinds(horizontal)">
                                      <p:cBhvr>
                                        <p:cTn id="24" dur="500"/>
                                        <p:tgtEl>
                                          <p:spTgt spid="5">
                                            <p:txEl>
                                              <p:pRg st="6" end="6"/>
                                            </p:txEl>
                                          </p:spTgt>
                                        </p:tgtEl>
                                      </p:cBhvr>
                                    </p:animEffect>
                                  </p:childTnLst>
                                </p:cTn>
                              </p:par>
                              <p:par>
                                <p:cTn id="25" presetID="3" presetClass="exit" presetSubtype="10" fill="hold" nodeType="withEffect">
                                  <p:stCondLst>
                                    <p:cond delay="0"/>
                                  </p:stCondLst>
                                  <p:childTnLst>
                                    <p:animEffect transition="out" filter="blinds(horizontal)">
                                      <p:cBhvr>
                                        <p:cTn id="26" dur="500"/>
                                        <p:tgtEl>
                                          <p:spTgt spid="17"/>
                                        </p:tgtEl>
                                      </p:cBhvr>
                                    </p:animEffect>
                                    <p:set>
                                      <p:cBhvr>
                                        <p:cTn id="27" dur="1" fill="hold">
                                          <p:stCondLst>
                                            <p:cond delay="499"/>
                                          </p:stCondLst>
                                        </p:cTn>
                                        <p:tgtEl>
                                          <p:spTgt spid="17"/>
                                        </p:tgtEl>
                                        <p:attrNameLst>
                                          <p:attrName>style.visibility</p:attrName>
                                        </p:attrNameLst>
                                      </p:cBhvr>
                                      <p:to>
                                        <p:strVal val="hidden"/>
                                      </p:to>
                                    </p:set>
                                  </p:childTnLst>
                                </p:cTn>
                              </p:par>
                              <p:par>
                                <p:cTn id="28" presetID="3" presetClass="entr" presetSubtype="1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linds(horizontal)">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nodeType="clickEffect">
                                  <p:stCondLst>
                                    <p:cond delay="0"/>
                                  </p:stCondLst>
                                  <p:childTnLst>
                                    <p:animEffect transition="out" filter="blinds(horizontal)">
                                      <p:cBhvr>
                                        <p:cTn id="34" dur="500"/>
                                        <p:tgtEl>
                                          <p:spTgt spid="29"/>
                                        </p:tgtEl>
                                      </p:cBhvr>
                                    </p:animEffect>
                                    <p:set>
                                      <p:cBhvr>
                                        <p:cTn id="35" dur="1" fill="hold">
                                          <p:stCondLst>
                                            <p:cond delay="499"/>
                                          </p:stCondLst>
                                        </p:cTn>
                                        <p:tgtEl>
                                          <p:spTgt spid="29"/>
                                        </p:tgtEl>
                                        <p:attrNameLst>
                                          <p:attrName>style.visibility</p:attrName>
                                        </p:attrNameLst>
                                      </p:cBhvr>
                                      <p:to>
                                        <p:strVal val="hidden"/>
                                      </p:to>
                                    </p:set>
                                  </p:childTnLst>
                                </p:cTn>
                              </p:par>
                              <p:par>
                                <p:cTn id="36" presetID="3" presetClass="entr" presetSubtype="10" fill="hold" nodeType="with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blinds(horizontal)">
                                      <p:cBhvr>
                                        <p:cTn id="38" dur="500"/>
                                        <p:tgtEl>
                                          <p:spTgt spid="5">
                                            <p:txEl>
                                              <p:pRg st="7" end="7"/>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Effect transition="in" filter="blinds(horizontal)">
                                      <p:cBhvr>
                                        <p:cTn id="41" dur="500"/>
                                        <p:tgtEl>
                                          <p:spTgt spid="5">
                                            <p:txEl>
                                              <p:pRg st="8" end="8"/>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5">
                                            <p:txEl>
                                              <p:pRg st="9" end="9"/>
                                            </p:txEl>
                                          </p:spTgt>
                                        </p:tgtEl>
                                        <p:attrNameLst>
                                          <p:attrName>style.visibility</p:attrName>
                                        </p:attrNameLst>
                                      </p:cBhvr>
                                      <p:to>
                                        <p:strVal val="visible"/>
                                      </p:to>
                                    </p:set>
                                    <p:animEffect transition="in" filter="blinds(horizontal)">
                                      <p:cBhvr>
                                        <p:cTn id="44"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694080" y="753034"/>
            <a:ext cx="10261080" cy="58724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4400" b="1" spc="-1" dirty="0">
              <a:solidFill>
                <a:srgbClr val="4472C4"/>
              </a:solidFill>
              <a:latin typeface="微软雅黑"/>
              <a:ea typeface="微软雅黑"/>
              <a:cs typeface="+mj-cs"/>
            </a:endParaRPr>
          </a:p>
        </p:txBody>
      </p:sp>
      <p:pic>
        <p:nvPicPr>
          <p:cNvPr id="238" name="图片 237"/>
          <p:cNvPicPr/>
          <p:nvPr/>
        </p:nvPicPr>
        <p:blipFill>
          <a:blip r:embed="rId3"/>
          <a:stretch/>
        </p:blipFill>
        <p:spPr>
          <a:xfrm>
            <a:off x="360" y="0"/>
            <a:ext cx="203040" cy="152280"/>
          </a:xfrm>
          <a:prstGeom prst="rect">
            <a:avLst/>
          </a:prstGeom>
          <a:ln>
            <a:noFill/>
          </a:ln>
        </p:spPr>
      </p:pic>
      <p:sp>
        <p:nvSpPr>
          <p:cNvPr id="2" name="文本框 1">
            <a:extLst>
              <a:ext uri="{FF2B5EF4-FFF2-40B4-BE49-F238E27FC236}">
                <a16:creationId xmlns:a16="http://schemas.microsoft.com/office/drawing/2014/main" id="{34B18D5B-7D90-4FE2-B21C-0484B2517CD4}"/>
              </a:ext>
            </a:extLst>
          </p:cNvPr>
          <p:cNvSpPr txBox="1"/>
          <p:nvPr/>
        </p:nvSpPr>
        <p:spPr>
          <a:xfrm>
            <a:off x="2847583" y="1190702"/>
            <a:ext cx="7917628" cy="5786199"/>
          </a:xfrm>
          <a:prstGeom prst="rect">
            <a:avLst/>
          </a:prstGeom>
          <a:noFill/>
        </p:spPr>
        <p:txBody>
          <a:bodyPr wrap="square" rtlCol="0">
            <a:spAutoFit/>
          </a:bodyPr>
          <a:lstStyle/>
          <a:p>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pPr marL="514350" indent="-514350">
              <a:buAutoNum type="arabicPeriod"/>
            </a:pPr>
            <a:r>
              <a:rPr lang="en-US" altLang="zh-CN" sz="3200" dirty="0"/>
              <a:t>IP</a:t>
            </a:r>
            <a:r>
              <a:rPr lang="zh-CN" altLang="en-US" sz="3200" dirty="0"/>
              <a:t>地址的组成及分类</a:t>
            </a:r>
            <a:endParaRPr lang="en-US" altLang="zh-CN" sz="3200" dirty="0"/>
          </a:p>
          <a:p>
            <a:pPr marL="514350" indent="-514350">
              <a:buAutoNum type="arabicPeriod"/>
            </a:pPr>
            <a:endParaRPr lang="zh-CN" altLang="en-US" sz="3200" dirty="0"/>
          </a:p>
          <a:p>
            <a:r>
              <a:rPr lang="en-US" altLang="zh-CN" sz="3200" dirty="0"/>
              <a:t>2.</a:t>
            </a:r>
            <a:r>
              <a:rPr lang="zh-CN" altLang="en-US" sz="3200" dirty="0"/>
              <a:t>网络测试工具</a:t>
            </a:r>
            <a:r>
              <a:rPr lang="en-US" altLang="zh-CN" sz="3200" dirty="0"/>
              <a:t>2-1</a:t>
            </a:r>
            <a:endParaRPr lang="zh-CN" altLang="en-US" sz="3200" dirty="0"/>
          </a:p>
          <a:p>
            <a:br>
              <a:rPr lang="en-US" altLang="zh-CN" sz="3200" dirty="0"/>
            </a:br>
            <a:r>
              <a:rPr lang="en-US" altLang="zh-CN" sz="3200" dirty="0"/>
              <a:t> </a:t>
            </a:r>
          </a:p>
          <a:p>
            <a:endParaRPr lang="zh-CN" altLang="en-US" sz="3200" dirty="0"/>
          </a:p>
          <a:p>
            <a:endParaRPr lang="zh-CN" altLang="zh-CN" sz="3200" dirty="0"/>
          </a:p>
          <a:p>
            <a:endParaRPr lang="zh-CN" altLang="zh-CN" sz="3200" dirty="0"/>
          </a:p>
          <a:p>
            <a:br>
              <a:rPr lang="en-US" altLang="zh-CN" sz="3200" dirty="0"/>
            </a:br>
            <a:endParaRPr lang="zh-CN" altLang="en-US" sz="3200" dirty="0"/>
          </a:p>
          <a:p>
            <a:endParaRPr lang="zh-CN" altLang="en-US" dirty="0"/>
          </a:p>
        </p:txBody>
      </p:sp>
      <p:sp>
        <p:nvSpPr>
          <p:cNvPr id="6" name="文本框 5">
            <a:extLst>
              <a:ext uri="{FF2B5EF4-FFF2-40B4-BE49-F238E27FC236}">
                <a16:creationId xmlns:a16="http://schemas.microsoft.com/office/drawing/2014/main" id="{EA272EB8-85A6-47FB-A13F-91D417A2CF4F}"/>
              </a:ext>
            </a:extLst>
          </p:cNvPr>
          <p:cNvSpPr txBox="1"/>
          <p:nvPr/>
        </p:nvSpPr>
        <p:spPr>
          <a:xfrm>
            <a:off x="101880" y="568368"/>
            <a:ext cx="6097604" cy="769441"/>
          </a:xfrm>
          <a:prstGeom prst="rect">
            <a:avLst/>
          </a:prstGeom>
          <a:noFill/>
        </p:spPr>
        <p:txBody>
          <a:bodyPr wrap="square">
            <a:spAutoFit/>
          </a:bodyPr>
          <a:lstStyle/>
          <a:p>
            <a:r>
              <a:rPr lang="en-US" altLang="zh-CN" sz="4400" dirty="0"/>
              <a:t>IP</a:t>
            </a:r>
            <a:r>
              <a:rPr lang="zh-CN" altLang="en-US" sz="4400" dirty="0"/>
              <a:t>地址及测试工具</a:t>
            </a:r>
            <a:endParaRPr lang="en-US" altLang="zh-CN" sz="4400" dirty="0"/>
          </a:p>
        </p:txBody>
      </p:sp>
    </p:spTree>
    <p:extLst>
      <p:ext uri="{BB962C8B-B14F-4D97-AF65-F5344CB8AC3E}">
        <p14:creationId xmlns:p14="http://schemas.microsoft.com/office/powerpoint/2010/main" val="153488328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A31380-D358-4FDF-B511-933FD38FCA63}"/>
              </a:ext>
            </a:extLst>
          </p:cNvPr>
          <p:cNvSpPr txBox="1">
            <a:spLocks noChangeArrowheads="1"/>
          </p:cNvSpPr>
          <p:nvPr/>
        </p:nvSpPr>
        <p:spPr>
          <a:xfrm>
            <a:off x="1994635" y="1730126"/>
            <a:ext cx="8501122" cy="4670674"/>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IP</a:t>
            </a:r>
            <a:r>
              <a:rPr lang="zh-CN" altLang="en-US" dirty="0"/>
              <a:t>地址由两部分组成</a:t>
            </a:r>
          </a:p>
          <a:p>
            <a:pPr lvl="1"/>
            <a:r>
              <a:rPr lang="zh-CN" altLang="en-US" dirty="0"/>
              <a:t>网络部分（</a:t>
            </a:r>
            <a:r>
              <a:rPr lang="en-US" altLang="zh-CN" dirty="0"/>
              <a:t>NETWORK</a:t>
            </a:r>
            <a:r>
              <a:rPr lang="zh-CN" altLang="en-US" dirty="0"/>
              <a:t>）</a:t>
            </a:r>
          </a:p>
          <a:p>
            <a:pPr lvl="1"/>
            <a:r>
              <a:rPr lang="zh-CN" altLang="en-US" dirty="0"/>
              <a:t>主机部分（</a:t>
            </a:r>
            <a:r>
              <a:rPr lang="en-US" altLang="zh-CN" dirty="0"/>
              <a:t>HOST</a:t>
            </a:r>
            <a:r>
              <a:rPr lang="zh-CN" altLang="en-US" dirty="0"/>
              <a:t>）</a:t>
            </a:r>
          </a:p>
          <a:p>
            <a:pPr lvl="1"/>
            <a:endParaRPr lang="en-US" altLang="zh-CN" dirty="0"/>
          </a:p>
          <a:p>
            <a:r>
              <a:rPr lang="zh-CN" altLang="en-US" dirty="0"/>
              <a:t>举例</a:t>
            </a:r>
          </a:p>
          <a:p>
            <a:pPr>
              <a:buFont typeface="Wingdings" pitchFamily="2" charset="2"/>
              <a:buNone/>
            </a:pPr>
            <a:r>
              <a:rPr lang="zh-CN" altLang="en-US" dirty="0"/>
              <a:t>                   </a:t>
            </a:r>
            <a:r>
              <a:rPr lang="en-US" altLang="zh-CN" sz="3600" dirty="0"/>
              <a:t>192.168.0.25</a:t>
            </a:r>
          </a:p>
        </p:txBody>
      </p:sp>
      <p:sp>
        <p:nvSpPr>
          <p:cNvPr id="5" name="Rectangle 2">
            <a:extLst>
              <a:ext uri="{FF2B5EF4-FFF2-40B4-BE49-F238E27FC236}">
                <a16:creationId xmlns:a16="http://schemas.microsoft.com/office/drawing/2014/main" id="{655382C2-3AA0-4F1C-AA32-53C9954B086E}"/>
              </a:ext>
            </a:extLst>
          </p:cNvPr>
          <p:cNvSpPr txBox="1">
            <a:spLocks noChangeArrowheads="1"/>
          </p:cNvSpPr>
          <p:nvPr/>
        </p:nvSpPr>
        <p:spPr>
          <a:xfrm>
            <a:off x="161223" y="581244"/>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IP</a:t>
            </a:r>
            <a:r>
              <a:rPr lang="zh-CN" altLang="en-US" dirty="0"/>
              <a:t>地址的组成</a:t>
            </a:r>
          </a:p>
        </p:txBody>
      </p:sp>
      <p:sp>
        <p:nvSpPr>
          <p:cNvPr id="6" name="Line 5">
            <a:extLst>
              <a:ext uri="{FF2B5EF4-FFF2-40B4-BE49-F238E27FC236}">
                <a16:creationId xmlns:a16="http://schemas.microsoft.com/office/drawing/2014/main" id="{FE920FA0-167F-47D4-A64A-37628E0002E6}"/>
              </a:ext>
            </a:extLst>
          </p:cNvPr>
          <p:cNvSpPr>
            <a:spLocks noChangeShapeType="1"/>
          </p:cNvSpPr>
          <p:nvPr/>
        </p:nvSpPr>
        <p:spPr bwMode="auto">
          <a:xfrm>
            <a:off x="3689321" y="4739156"/>
            <a:ext cx="2125663" cy="0"/>
          </a:xfrm>
          <a:prstGeom prst="line">
            <a:avLst/>
          </a:prstGeom>
          <a:noFill/>
          <a:ln w="28575">
            <a:solidFill>
              <a:srgbClr val="FF0000"/>
            </a:solidFill>
            <a:round/>
            <a:headEnd/>
            <a:tailEnd/>
          </a:ln>
          <a:effectLst>
            <a:prstShdw prst="shdw17" dist="17961" dir="2700000">
              <a:srgbClr val="990000">
                <a:alpha val="50000"/>
              </a:srgbClr>
            </a:prstShdw>
          </a:effectLst>
        </p:spPr>
        <p:txBody>
          <a:bodyPr wrap="none" anchor="ctr" anchorCtr="1"/>
          <a:lstStyle/>
          <a:p>
            <a:endParaRPr lang="zh-CN" altLang="en-US"/>
          </a:p>
        </p:txBody>
      </p:sp>
      <p:sp>
        <p:nvSpPr>
          <p:cNvPr id="7" name="Line 6">
            <a:extLst>
              <a:ext uri="{FF2B5EF4-FFF2-40B4-BE49-F238E27FC236}">
                <a16:creationId xmlns:a16="http://schemas.microsoft.com/office/drawing/2014/main" id="{DEAD34A8-87C0-4376-A1C2-1804165C8878}"/>
              </a:ext>
            </a:extLst>
          </p:cNvPr>
          <p:cNvSpPr>
            <a:spLocks noChangeShapeType="1"/>
          </p:cNvSpPr>
          <p:nvPr/>
        </p:nvSpPr>
        <p:spPr bwMode="auto">
          <a:xfrm>
            <a:off x="4697384" y="4739156"/>
            <a:ext cx="0" cy="686181"/>
          </a:xfrm>
          <a:prstGeom prst="line">
            <a:avLst/>
          </a:prstGeom>
          <a:noFill/>
          <a:ln w="28575">
            <a:solidFill>
              <a:srgbClr val="FF0000"/>
            </a:solidFill>
            <a:round/>
            <a:headEnd/>
            <a:tailEnd/>
          </a:ln>
          <a:effectLst>
            <a:prstShdw prst="shdw17" dist="17961" dir="2700000">
              <a:srgbClr val="990000">
                <a:alpha val="50000"/>
              </a:srgbClr>
            </a:prstShdw>
          </a:effectLst>
        </p:spPr>
        <p:txBody>
          <a:bodyPr wrap="none" anchor="ctr" anchorCtr="1"/>
          <a:lstStyle/>
          <a:p>
            <a:endParaRPr lang="zh-CN" altLang="en-US"/>
          </a:p>
        </p:txBody>
      </p:sp>
      <p:sp>
        <p:nvSpPr>
          <p:cNvPr id="8" name="Line 7">
            <a:extLst>
              <a:ext uri="{FF2B5EF4-FFF2-40B4-BE49-F238E27FC236}">
                <a16:creationId xmlns:a16="http://schemas.microsoft.com/office/drawing/2014/main" id="{2AC8C165-2413-4CB3-921D-4334D66190F3}"/>
              </a:ext>
            </a:extLst>
          </p:cNvPr>
          <p:cNvSpPr>
            <a:spLocks noChangeShapeType="1"/>
          </p:cNvSpPr>
          <p:nvPr/>
        </p:nvSpPr>
        <p:spPr bwMode="auto">
          <a:xfrm>
            <a:off x="5992784" y="4739156"/>
            <a:ext cx="541337" cy="0"/>
          </a:xfrm>
          <a:prstGeom prst="line">
            <a:avLst/>
          </a:prstGeom>
          <a:noFill/>
          <a:ln w="28575">
            <a:solidFill>
              <a:srgbClr val="FF0000"/>
            </a:solidFill>
            <a:round/>
            <a:headEnd/>
            <a:tailEnd/>
          </a:ln>
          <a:effectLst>
            <a:prstShdw prst="shdw17" dist="17961" dir="2700000">
              <a:srgbClr val="990000">
                <a:alpha val="50000"/>
              </a:srgbClr>
            </a:prstShdw>
          </a:effectLst>
        </p:spPr>
        <p:txBody>
          <a:bodyPr wrap="none" anchor="ctr" anchorCtr="1"/>
          <a:lstStyle/>
          <a:p>
            <a:endParaRPr lang="zh-CN" altLang="en-US"/>
          </a:p>
        </p:txBody>
      </p:sp>
      <p:sp>
        <p:nvSpPr>
          <p:cNvPr id="9" name="Line 8">
            <a:extLst>
              <a:ext uri="{FF2B5EF4-FFF2-40B4-BE49-F238E27FC236}">
                <a16:creationId xmlns:a16="http://schemas.microsoft.com/office/drawing/2014/main" id="{66F4C706-D7D9-4F9A-B8E7-053F8F67E254}"/>
              </a:ext>
            </a:extLst>
          </p:cNvPr>
          <p:cNvSpPr>
            <a:spLocks noChangeShapeType="1"/>
          </p:cNvSpPr>
          <p:nvPr/>
        </p:nvSpPr>
        <p:spPr bwMode="auto">
          <a:xfrm>
            <a:off x="6245196" y="4739156"/>
            <a:ext cx="0" cy="686181"/>
          </a:xfrm>
          <a:prstGeom prst="line">
            <a:avLst/>
          </a:prstGeom>
          <a:noFill/>
          <a:ln w="28575">
            <a:solidFill>
              <a:srgbClr val="FF0000"/>
            </a:solidFill>
            <a:round/>
            <a:headEnd/>
            <a:tailEnd/>
          </a:ln>
          <a:effectLst>
            <a:prstShdw prst="shdw17" dist="17961" dir="2700000">
              <a:srgbClr val="990000">
                <a:alpha val="50000"/>
              </a:srgbClr>
            </a:prstShdw>
          </a:effectLst>
        </p:spPr>
        <p:txBody>
          <a:bodyPr wrap="none" anchor="ctr" anchorCtr="1"/>
          <a:lstStyle/>
          <a:p>
            <a:endParaRPr lang="zh-CN" altLang="en-US"/>
          </a:p>
        </p:txBody>
      </p:sp>
      <p:sp>
        <p:nvSpPr>
          <p:cNvPr id="10" name="矩形 27">
            <a:extLst>
              <a:ext uri="{FF2B5EF4-FFF2-40B4-BE49-F238E27FC236}">
                <a16:creationId xmlns:a16="http://schemas.microsoft.com/office/drawing/2014/main" id="{1C98C8C3-3875-40B2-B5A5-5ECC3AE9022F}"/>
              </a:ext>
            </a:extLst>
          </p:cNvPr>
          <p:cNvSpPr>
            <a:spLocks noChangeArrowheads="1"/>
          </p:cNvSpPr>
          <p:nvPr/>
        </p:nvSpPr>
        <p:spPr bwMode="auto">
          <a:xfrm>
            <a:off x="4157634" y="5494806"/>
            <a:ext cx="1200150" cy="396875"/>
          </a:xfrm>
          <a:prstGeom prst="rect">
            <a:avLst/>
          </a:prstGeom>
          <a:noFill/>
          <a:ln w="9525">
            <a:noFill/>
            <a:miter lim="800000"/>
            <a:headEnd/>
            <a:tailEnd/>
          </a:ln>
        </p:spPr>
        <p:txBody>
          <a:bodyPr wrap="none">
            <a:spAutoFit/>
          </a:bodyPr>
          <a:lstStyle/>
          <a:p>
            <a:r>
              <a:rPr lang="zh-CN" altLang="en-US" sz="2000">
                <a:solidFill>
                  <a:srgbClr val="FF0000"/>
                </a:solidFill>
                <a:latin typeface="黑体" pitchFamily="2" charset="-122"/>
              </a:rPr>
              <a:t>网络部分</a:t>
            </a:r>
          </a:p>
        </p:txBody>
      </p:sp>
      <p:sp>
        <p:nvSpPr>
          <p:cNvPr id="11" name="矩形 27">
            <a:extLst>
              <a:ext uri="{FF2B5EF4-FFF2-40B4-BE49-F238E27FC236}">
                <a16:creationId xmlns:a16="http://schemas.microsoft.com/office/drawing/2014/main" id="{5C0562F5-61A6-4F7B-8F1C-A515E9E8D42C}"/>
              </a:ext>
            </a:extLst>
          </p:cNvPr>
          <p:cNvSpPr>
            <a:spLocks noChangeArrowheads="1"/>
          </p:cNvSpPr>
          <p:nvPr/>
        </p:nvSpPr>
        <p:spPr bwMode="auto">
          <a:xfrm>
            <a:off x="5668934" y="5494806"/>
            <a:ext cx="1200150" cy="396875"/>
          </a:xfrm>
          <a:prstGeom prst="rect">
            <a:avLst/>
          </a:prstGeom>
          <a:noFill/>
          <a:ln w="9525">
            <a:noFill/>
            <a:miter lim="800000"/>
            <a:headEnd/>
            <a:tailEnd/>
          </a:ln>
        </p:spPr>
        <p:txBody>
          <a:bodyPr wrap="none">
            <a:spAutoFit/>
          </a:bodyPr>
          <a:lstStyle/>
          <a:p>
            <a:r>
              <a:rPr lang="zh-CN" altLang="en-US" sz="2000">
                <a:solidFill>
                  <a:srgbClr val="FF0000"/>
                </a:solidFill>
                <a:latin typeface="黑体" pitchFamily="2" charset="-122"/>
              </a:rPr>
              <a:t>主机部分</a:t>
            </a:r>
          </a:p>
        </p:txBody>
      </p:sp>
    </p:spTree>
    <p:extLst>
      <p:ext uri="{BB962C8B-B14F-4D97-AF65-F5344CB8AC3E}">
        <p14:creationId xmlns:p14="http://schemas.microsoft.com/office/powerpoint/2010/main" val="796395217"/>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descr="IP地址分类">
            <a:extLst>
              <a:ext uri="{FF2B5EF4-FFF2-40B4-BE49-F238E27FC236}">
                <a16:creationId xmlns:a16="http://schemas.microsoft.com/office/drawing/2014/main" id="{E564DA96-7BF4-429C-AB3A-BDE62C965A27}"/>
              </a:ext>
            </a:extLst>
          </p:cNvPr>
          <p:cNvPicPr>
            <a:picLocks noChangeAspect="1" noChangeArrowheads="1"/>
          </p:cNvPicPr>
          <p:nvPr/>
        </p:nvPicPr>
        <p:blipFill>
          <a:blip r:embed="rId2"/>
          <a:srcRect/>
          <a:stretch>
            <a:fillRect/>
          </a:stretch>
        </p:blipFill>
        <p:spPr bwMode="auto">
          <a:xfrm>
            <a:off x="2462213" y="2738438"/>
            <a:ext cx="5219700" cy="2882900"/>
          </a:xfrm>
          <a:prstGeom prst="rect">
            <a:avLst/>
          </a:prstGeom>
          <a:noFill/>
          <a:ln w="9525">
            <a:noFill/>
            <a:miter lim="800000"/>
            <a:headEnd/>
            <a:tailEnd/>
          </a:ln>
        </p:spPr>
      </p:pic>
      <p:sp>
        <p:nvSpPr>
          <p:cNvPr id="5" name="Rectangle 2">
            <a:extLst>
              <a:ext uri="{FF2B5EF4-FFF2-40B4-BE49-F238E27FC236}">
                <a16:creationId xmlns:a16="http://schemas.microsoft.com/office/drawing/2014/main" id="{8138071E-2D1F-4F11-9FE7-0110E9FBC6F2}"/>
              </a:ext>
            </a:extLst>
          </p:cNvPr>
          <p:cNvSpPr>
            <a:spLocks noGrp="1" noChangeArrowheads="1"/>
          </p:cNvSpPr>
          <p:nvPr>
            <p:ph type="title"/>
          </p:nvPr>
        </p:nvSpPr>
        <p:spPr>
          <a:xfrm>
            <a:off x="113097" y="484187"/>
            <a:ext cx="8763000" cy="639763"/>
          </a:xfrm>
        </p:spPr>
        <p:txBody>
          <a:bodyPr/>
          <a:lstStyle/>
          <a:p>
            <a:pPr eaLnBrk="1" hangingPunct="1"/>
            <a:r>
              <a:rPr lang="en-US" altLang="zh-CN" dirty="0"/>
              <a:t>IP</a:t>
            </a:r>
            <a:r>
              <a:rPr lang="zh-CN" altLang="en-US" dirty="0"/>
              <a:t>地址的分类</a:t>
            </a:r>
            <a:r>
              <a:rPr lang="en-US" altLang="zh-CN" dirty="0"/>
              <a:t>2-1</a:t>
            </a:r>
          </a:p>
        </p:txBody>
      </p:sp>
      <p:sp>
        <p:nvSpPr>
          <p:cNvPr id="6" name="Rectangle 3">
            <a:extLst>
              <a:ext uri="{FF2B5EF4-FFF2-40B4-BE49-F238E27FC236}">
                <a16:creationId xmlns:a16="http://schemas.microsoft.com/office/drawing/2014/main" id="{6EA27E0B-ABE1-47E2-9664-1CDC36DC08A3}"/>
              </a:ext>
            </a:extLst>
          </p:cNvPr>
          <p:cNvSpPr txBox="1">
            <a:spLocks noChangeArrowheads="1"/>
          </p:cNvSpPr>
          <p:nvPr/>
        </p:nvSpPr>
        <p:spPr>
          <a:xfrm>
            <a:off x="1128713" y="1714500"/>
            <a:ext cx="8501062" cy="5143500"/>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en-US" altLang="zh-CN"/>
              <a:t>IP</a:t>
            </a:r>
            <a:r>
              <a:rPr lang="zh-CN" altLang="en-US"/>
              <a:t>地址分为</a:t>
            </a:r>
            <a:r>
              <a:rPr lang="en-US" altLang="zh-CN"/>
              <a:t>A</a:t>
            </a:r>
            <a:r>
              <a:rPr lang="zh-CN" altLang="en-US"/>
              <a:t>、</a:t>
            </a:r>
            <a:r>
              <a:rPr lang="en-US" altLang="zh-CN"/>
              <a:t>B</a:t>
            </a:r>
            <a:r>
              <a:rPr lang="zh-CN" altLang="en-US"/>
              <a:t>、</a:t>
            </a:r>
            <a:r>
              <a:rPr lang="en-US" altLang="zh-CN"/>
              <a:t>C</a:t>
            </a:r>
            <a:r>
              <a:rPr lang="zh-CN" altLang="en-US"/>
              <a:t>、</a:t>
            </a:r>
            <a:r>
              <a:rPr lang="en-US" altLang="zh-CN"/>
              <a:t>D</a:t>
            </a:r>
            <a:r>
              <a:rPr lang="zh-CN" altLang="en-US"/>
              <a:t>、</a:t>
            </a:r>
            <a:r>
              <a:rPr lang="en-US" altLang="zh-CN"/>
              <a:t>E</a:t>
            </a:r>
            <a:r>
              <a:rPr lang="zh-CN" altLang="en-US"/>
              <a:t>五类，每一类有不同的划分规则</a:t>
            </a:r>
            <a:endParaRPr lang="zh-CN" altLang="en-US" dirty="0"/>
          </a:p>
        </p:txBody>
      </p:sp>
      <p:grpSp>
        <p:nvGrpSpPr>
          <p:cNvPr id="7" name="Group 15">
            <a:extLst>
              <a:ext uri="{FF2B5EF4-FFF2-40B4-BE49-F238E27FC236}">
                <a16:creationId xmlns:a16="http://schemas.microsoft.com/office/drawing/2014/main" id="{999258B7-4B15-4FC0-B326-80451322A00E}"/>
              </a:ext>
            </a:extLst>
          </p:cNvPr>
          <p:cNvGrpSpPr>
            <a:grpSpLocks/>
          </p:cNvGrpSpPr>
          <p:nvPr/>
        </p:nvGrpSpPr>
        <p:grpSpPr bwMode="auto">
          <a:xfrm>
            <a:off x="2570163" y="3279775"/>
            <a:ext cx="1800225" cy="1506538"/>
            <a:chOff x="1043" y="1706"/>
            <a:chExt cx="1134" cy="949"/>
          </a:xfrm>
        </p:grpSpPr>
        <p:sp>
          <p:nvSpPr>
            <p:cNvPr id="8" name="Text Box 12">
              <a:extLst>
                <a:ext uri="{FF2B5EF4-FFF2-40B4-BE49-F238E27FC236}">
                  <a16:creationId xmlns:a16="http://schemas.microsoft.com/office/drawing/2014/main" id="{E5A7EB60-E03A-46CB-A299-E93E5D5B4F36}"/>
                </a:ext>
              </a:extLst>
            </p:cNvPr>
            <p:cNvSpPr txBox="1">
              <a:spLocks noChangeArrowheads="1"/>
            </p:cNvSpPr>
            <p:nvPr/>
          </p:nvSpPr>
          <p:spPr bwMode="auto">
            <a:xfrm>
              <a:off x="1043" y="1706"/>
              <a:ext cx="1065" cy="231"/>
            </a:xfrm>
            <a:prstGeom prst="rect">
              <a:avLst/>
            </a:prstGeom>
            <a:noFill/>
            <a:ln w="9525" algn="ctr">
              <a:noFill/>
              <a:miter lim="800000"/>
              <a:headEnd/>
              <a:tailEnd/>
            </a:ln>
            <a:effectLst>
              <a:prstShdw prst="shdw17" dist="17961" dir="2700000">
                <a:srgbClr val="1F5C99">
                  <a:alpha val="50000"/>
                </a:srgbClr>
              </a:prstShdw>
            </a:effectLst>
          </p:spPr>
          <p:txBody>
            <a:bodyPr anchorCtr="1">
              <a:spAutoFit/>
            </a:bodyPr>
            <a:lstStyle/>
            <a:p>
              <a:pPr>
                <a:spcBef>
                  <a:spcPct val="50000"/>
                </a:spcBef>
              </a:pPr>
              <a:r>
                <a:rPr lang="en-US" altLang="zh-CN">
                  <a:solidFill>
                    <a:srgbClr val="FF3300"/>
                  </a:solidFill>
                </a:rPr>
                <a:t>1~126</a:t>
              </a:r>
            </a:p>
          </p:txBody>
        </p:sp>
        <p:sp>
          <p:nvSpPr>
            <p:cNvPr id="9" name="Text Box 13">
              <a:extLst>
                <a:ext uri="{FF2B5EF4-FFF2-40B4-BE49-F238E27FC236}">
                  <a16:creationId xmlns:a16="http://schemas.microsoft.com/office/drawing/2014/main" id="{3F0091B6-995E-4F91-AD53-7356E9BA4386}"/>
                </a:ext>
              </a:extLst>
            </p:cNvPr>
            <p:cNvSpPr txBox="1">
              <a:spLocks noChangeArrowheads="1"/>
            </p:cNvSpPr>
            <p:nvPr/>
          </p:nvSpPr>
          <p:spPr bwMode="auto">
            <a:xfrm>
              <a:off x="1112" y="2065"/>
              <a:ext cx="1065" cy="231"/>
            </a:xfrm>
            <a:prstGeom prst="rect">
              <a:avLst/>
            </a:prstGeom>
            <a:noFill/>
            <a:ln w="9525" algn="ctr">
              <a:noFill/>
              <a:miter lim="800000"/>
              <a:headEnd/>
              <a:tailEnd/>
            </a:ln>
            <a:effectLst>
              <a:prstShdw prst="shdw17" dist="17961" dir="2700000">
                <a:srgbClr val="1F5C99">
                  <a:alpha val="50000"/>
                </a:srgbClr>
              </a:prstShdw>
            </a:effectLst>
          </p:spPr>
          <p:txBody>
            <a:bodyPr anchorCtr="1">
              <a:spAutoFit/>
            </a:bodyPr>
            <a:lstStyle/>
            <a:p>
              <a:pPr>
                <a:spcBef>
                  <a:spcPct val="50000"/>
                </a:spcBef>
              </a:pPr>
              <a:r>
                <a:rPr lang="en-US" altLang="zh-CN">
                  <a:solidFill>
                    <a:srgbClr val="FF3300"/>
                  </a:solidFill>
                </a:rPr>
                <a:t>128~191</a:t>
              </a:r>
            </a:p>
          </p:txBody>
        </p:sp>
        <p:sp>
          <p:nvSpPr>
            <p:cNvPr id="10" name="Text Box 14">
              <a:extLst>
                <a:ext uri="{FF2B5EF4-FFF2-40B4-BE49-F238E27FC236}">
                  <a16:creationId xmlns:a16="http://schemas.microsoft.com/office/drawing/2014/main" id="{92AAD3B7-32DA-4112-9049-C22551F4B424}"/>
                </a:ext>
              </a:extLst>
            </p:cNvPr>
            <p:cNvSpPr txBox="1">
              <a:spLocks noChangeArrowheads="1"/>
            </p:cNvSpPr>
            <p:nvPr/>
          </p:nvSpPr>
          <p:spPr bwMode="auto">
            <a:xfrm>
              <a:off x="1111" y="2424"/>
              <a:ext cx="1065" cy="231"/>
            </a:xfrm>
            <a:prstGeom prst="rect">
              <a:avLst/>
            </a:prstGeom>
            <a:noFill/>
            <a:ln w="9525" algn="ctr">
              <a:noFill/>
              <a:miter lim="800000"/>
              <a:headEnd/>
              <a:tailEnd/>
            </a:ln>
            <a:effectLst>
              <a:prstShdw prst="shdw17" dist="17961" dir="2700000">
                <a:srgbClr val="1F5C99">
                  <a:alpha val="50000"/>
                </a:srgbClr>
              </a:prstShdw>
            </a:effectLst>
          </p:spPr>
          <p:txBody>
            <a:bodyPr anchorCtr="1">
              <a:spAutoFit/>
            </a:bodyPr>
            <a:lstStyle/>
            <a:p>
              <a:pPr>
                <a:spcBef>
                  <a:spcPct val="50000"/>
                </a:spcBef>
              </a:pPr>
              <a:r>
                <a:rPr lang="en-US" altLang="zh-CN">
                  <a:solidFill>
                    <a:srgbClr val="FF3300"/>
                  </a:solidFill>
                </a:rPr>
                <a:t>192~223</a:t>
              </a:r>
            </a:p>
          </p:txBody>
        </p:sp>
      </p:grpSp>
    </p:spTree>
    <p:extLst>
      <p:ext uri="{BB962C8B-B14F-4D97-AF65-F5344CB8AC3E}">
        <p14:creationId xmlns:p14="http://schemas.microsoft.com/office/powerpoint/2010/main" val="2294811077"/>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7DF3318-AFCB-4833-8052-7748950BA301}"/>
              </a:ext>
            </a:extLst>
          </p:cNvPr>
          <p:cNvSpPr>
            <a:spLocks noGrp="1"/>
          </p:cNvSpPr>
          <p:nvPr>
            <p:ph idx="1"/>
          </p:nvPr>
        </p:nvSpPr>
        <p:spPr>
          <a:xfrm>
            <a:off x="1283248" y="1951030"/>
            <a:ext cx="10972440" cy="3977280"/>
          </a:xfrm>
        </p:spPr>
        <p:txBody>
          <a:bodyPr/>
          <a:lstStyle/>
          <a:p>
            <a:endParaRPr lang="zh-CN" altLang="en-US" dirty="0"/>
          </a:p>
        </p:txBody>
      </p:sp>
      <p:sp>
        <p:nvSpPr>
          <p:cNvPr id="4" name="Rectangle 3">
            <a:extLst>
              <a:ext uri="{FF2B5EF4-FFF2-40B4-BE49-F238E27FC236}">
                <a16:creationId xmlns:a16="http://schemas.microsoft.com/office/drawing/2014/main" id="{0677CC92-B790-4B27-88A2-62924A6265C6}"/>
              </a:ext>
            </a:extLst>
          </p:cNvPr>
          <p:cNvSpPr txBox="1">
            <a:spLocks noChangeArrowheads="1"/>
          </p:cNvSpPr>
          <p:nvPr/>
        </p:nvSpPr>
        <p:spPr>
          <a:xfrm>
            <a:off x="888050" y="1489494"/>
            <a:ext cx="8501122" cy="5143536"/>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A</a:t>
            </a:r>
            <a:r>
              <a:rPr lang="zh-CN" altLang="en-US"/>
              <a:t>、</a:t>
            </a:r>
            <a:r>
              <a:rPr lang="en-US" altLang="zh-CN"/>
              <a:t>B</a:t>
            </a:r>
            <a:r>
              <a:rPr lang="zh-CN" altLang="en-US"/>
              <a:t>、</a:t>
            </a:r>
            <a:r>
              <a:rPr lang="en-US" altLang="zh-CN"/>
              <a:t>C</a:t>
            </a:r>
            <a:r>
              <a:rPr lang="zh-CN" altLang="en-US"/>
              <a:t>三类</a:t>
            </a:r>
            <a:r>
              <a:rPr lang="en-US" altLang="zh-CN"/>
              <a:t>IP</a:t>
            </a:r>
            <a:r>
              <a:rPr lang="zh-CN" altLang="en-US"/>
              <a:t>地址的组成</a:t>
            </a:r>
          </a:p>
          <a:p>
            <a:pPr lvl="1"/>
            <a:r>
              <a:rPr lang="zh-CN" altLang="en-US"/>
              <a:t>网络部分（</a:t>
            </a:r>
            <a:r>
              <a:rPr lang="en-US" altLang="zh-CN"/>
              <a:t>NETWORK</a:t>
            </a:r>
            <a:r>
              <a:rPr lang="zh-CN" altLang="en-US"/>
              <a:t>）</a:t>
            </a:r>
          </a:p>
          <a:p>
            <a:pPr lvl="1"/>
            <a:r>
              <a:rPr lang="zh-CN" altLang="en-US"/>
              <a:t>主机部分（</a:t>
            </a:r>
            <a:r>
              <a:rPr lang="en-US" altLang="zh-CN"/>
              <a:t>HOST</a:t>
            </a:r>
            <a:r>
              <a:rPr lang="zh-CN" altLang="en-US"/>
              <a:t>）</a:t>
            </a:r>
          </a:p>
        </p:txBody>
      </p:sp>
      <p:sp>
        <p:nvSpPr>
          <p:cNvPr id="5" name="Rectangle 2">
            <a:extLst>
              <a:ext uri="{FF2B5EF4-FFF2-40B4-BE49-F238E27FC236}">
                <a16:creationId xmlns:a16="http://schemas.microsoft.com/office/drawing/2014/main" id="{85F215F6-DD86-48D0-962C-BD9791D4E1A6}"/>
              </a:ext>
            </a:extLst>
          </p:cNvPr>
          <p:cNvSpPr txBox="1">
            <a:spLocks noChangeArrowheads="1"/>
          </p:cNvSpPr>
          <p:nvPr/>
        </p:nvSpPr>
        <p:spPr>
          <a:xfrm>
            <a:off x="78455" y="492543"/>
            <a:ext cx="8763000" cy="639763"/>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IP</a:t>
            </a:r>
            <a:r>
              <a:rPr lang="zh-CN" altLang="en-US" dirty="0"/>
              <a:t>地址的分类</a:t>
            </a:r>
            <a:r>
              <a:rPr lang="en-US" altLang="zh-CN" dirty="0"/>
              <a:t>2-2</a:t>
            </a:r>
            <a:endParaRPr lang="zh-CN" altLang="en-US" dirty="0"/>
          </a:p>
        </p:txBody>
      </p:sp>
      <p:sp>
        <p:nvSpPr>
          <p:cNvPr id="6" name="矩形 58">
            <a:extLst>
              <a:ext uri="{FF2B5EF4-FFF2-40B4-BE49-F238E27FC236}">
                <a16:creationId xmlns:a16="http://schemas.microsoft.com/office/drawing/2014/main" id="{A8F9C62E-4505-485D-A2A9-19F320ECE3EF}"/>
              </a:ext>
            </a:extLst>
          </p:cNvPr>
          <p:cNvSpPr>
            <a:spLocks noChangeArrowheads="1"/>
          </p:cNvSpPr>
          <p:nvPr/>
        </p:nvSpPr>
        <p:spPr bwMode="auto">
          <a:xfrm>
            <a:off x="1888206" y="3346885"/>
            <a:ext cx="6715125" cy="2857500"/>
          </a:xfrm>
          <a:prstGeom prst="rect">
            <a:avLst/>
          </a:prstGeom>
          <a:gradFill rotWithShape="1">
            <a:gsLst>
              <a:gs pos="0">
                <a:srgbClr val="CCFFFF"/>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grpSp>
        <p:nvGrpSpPr>
          <p:cNvPr id="7" name="组合 55">
            <a:extLst>
              <a:ext uri="{FF2B5EF4-FFF2-40B4-BE49-F238E27FC236}">
                <a16:creationId xmlns:a16="http://schemas.microsoft.com/office/drawing/2014/main" id="{6944833B-0174-4493-B7B1-30D552B1EA5F}"/>
              </a:ext>
            </a:extLst>
          </p:cNvPr>
          <p:cNvGrpSpPr>
            <a:grpSpLocks/>
          </p:cNvGrpSpPr>
          <p:nvPr/>
        </p:nvGrpSpPr>
        <p:grpSpPr bwMode="auto">
          <a:xfrm>
            <a:off x="2102518" y="3561198"/>
            <a:ext cx="6288088" cy="2357437"/>
            <a:chOff x="1357290" y="2714620"/>
            <a:chExt cx="6288132" cy="2357454"/>
          </a:xfrm>
        </p:grpSpPr>
        <p:sp>
          <p:nvSpPr>
            <p:cNvPr id="8" name="矩形 5">
              <a:extLst>
                <a:ext uri="{FF2B5EF4-FFF2-40B4-BE49-F238E27FC236}">
                  <a16:creationId xmlns:a16="http://schemas.microsoft.com/office/drawing/2014/main" id="{0161698D-0534-48E4-A4DF-1155DB4BBB0F}"/>
                </a:ext>
              </a:extLst>
            </p:cNvPr>
            <p:cNvSpPr>
              <a:spLocks noChangeArrowheads="1"/>
            </p:cNvSpPr>
            <p:nvPr/>
          </p:nvSpPr>
          <p:spPr bwMode="auto">
            <a:xfrm>
              <a:off x="1357290" y="3143248"/>
              <a:ext cx="1571636" cy="369332"/>
            </a:xfrm>
            <a:prstGeom prst="rect">
              <a:avLst/>
            </a:prstGeom>
            <a:gradFill rotWithShape="1">
              <a:gsLst>
                <a:gs pos="0">
                  <a:srgbClr val="92D05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NETWORK</a:t>
              </a:r>
              <a:endParaRPr lang="zh-CN" altLang="en-US" b="1">
                <a:solidFill>
                  <a:schemeClr val="tx2"/>
                </a:solidFill>
              </a:endParaRPr>
            </a:p>
          </p:txBody>
        </p:sp>
        <p:sp>
          <p:nvSpPr>
            <p:cNvPr id="9" name="矩形 6">
              <a:extLst>
                <a:ext uri="{FF2B5EF4-FFF2-40B4-BE49-F238E27FC236}">
                  <a16:creationId xmlns:a16="http://schemas.microsoft.com/office/drawing/2014/main" id="{14DC8BF8-A7E3-44A2-B8BB-6E4866CEDBD3}"/>
                </a:ext>
              </a:extLst>
            </p:cNvPr>
            <p:cNvSpPr>
              <a:spLocks noChangeArrowheads="1"/>
            </p:cNvSpPr>
            <p:nvPr/>
          </p:nvSpPr>
          <p:spPr bwMode="auto">
            <a:xfrm>
              <a:off x="2928926" y="3143248"/>
              <a:ext cx="1571636" cy="369332"/>
            </a:xfrm>
            <a:prstGeom prst="rect">
              <a:avLst/>
            </a:prstGeom>
            <a:gradFill rotWithShape="1">
              <a:gsLst>
                <a:gs pos="0">
                  <a:srgbClr val="FFC00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HOST</a:t>
              </a:r>
              <a:endParaRPr lang="zh-CN" altLang="en-US" b="1">
                <a:solidFill>
                  <a:schemeClr val="tx2"/>
                </a:solidFill>
              </a:endParaRPr>
            </a:p>
          </p:txBody>
        </p:sp>
        <p:sp>
          <p:nvSpPr>
            <p:cNvPr id="10" name="矩形 7">
              <a:extLst>
                <a:ext uri="{FF2B5EF4-FFF2-40B4-BE49-F238E27FC236}">
                  <a16:creationId xmlns:a16="http://schemas.microsoft.com/office/drawing/2014/main" id="{2F6B6EF6-C044-4B93-93F2-002254A26DDC}"/>
                </a:ext>
              </a:extLst>
            </p:cNvPr>
            <p:cNvSpPr>
              <a:spLocks noChangeArrowheads="1"/>
            </p:cNvSpPr>
            <p:nvPr/>
          </p:nvSpPr>
          <p:spPr bwMode="auto">
            <a:xfrm>
              <a:off x="4500562" y="3143248"/>
              <a:ext cx="1571636" cy="369332"/>
            </a:xfrm>
            <a:prstGeom prst="rect">
              <a:avLst/>
            </a:prstGeom>
            <a:gradFill rotWithShape="1">
              <a:gsLst>
                <a:gs pos="0">
                  <a:srgbClr val="FFC00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HOST</a:t>
              </a:r>
              <a:endParaRPr lang="zh-CN" altLang="en-US" b="1">
                <a:solidFill>
                  <a:schemeClr val="tx2"/>
                </a:solidFill>
              </a:endParaRPr>
            </a:p>
          </p:txBody>
        </p:sp>
        <p:sp>
          <p:nvSpPr>
            <p:cNvPr id="11" name="矩形 8">
              <a:extLst>
                <a:ext uri="{FF2B5EF4-FFF2-40B4-BE49-F238E27FC236}">
                  <a16:creationId xmlns:a16="http://schemas.microsoft.com/office/drawing/2014/main" id="{93396D40-AA82-4101-814C-7866030E947A}"/>
                </a:ext>
              </a:extLst>
            </p:cNvPr>
            <p:cNvSpPr>
              <a:spLocks noChangeArrowheads="1"/>
            </p:cNvSpPr>
            <p:nvPr/>
          </p:nvSpPr>
          <p:spPr bwMode="auto">
            <a:xfrm>
              <a:off x="6072198" y="3143248"/>
              <a:ext cx="1571636" cy="369332"/>
            </a:xfrm>
            <a:prstGeom prst="rect">
              <a:avLst/>
            </a:prstGeom>
            <a:gradFill rotWithShape="1">
              <a:gsLst>
                <a:gs pos="0">
                  <a:srgbClr val="FFC00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HOST</a:t>
              </a:r>
              <a:endParaRPr lang="zh-CN" altLang="en-US" b="1">
                <a:solidFill>
                  <a:schemeClr val="tx2"/>
                </a:solidFill>
              </a:endParaRPr>
            </a:p>
          </p:txBody>
        </p:sp>
        <p:sp>
          <p:nvSpPr>
            <p:cNvPr id="12" name="矩形 10">
              <a:extLst>
                <a:ext uri="{FF2B5EF4-FFF2-40B4-BE49-F238E27FC236}">
                  <a16:creationId xmlns:a16="http://schemas.microsoft.com/office/drawing/2014/main" id="{30238A3D-FE55-440C-8351-5C7B8455B793}"/>
                </a:ext>
              </a:extLst>
            </p:cNvPr>
            <p:cNvSpPr>
              <a:spLocks noChangeArrowheads="1"/>
            </p:cNvSpPr>
            <p:nvPr/>
          </p:nvSpPr>
          <p:spPr bwMode="auto">
            <a:xfrm>
              <a:off x="1357290" y="3916924"/>
              <a:ext cx="1571636" cy="369332"/>
            </a:xfrm>
            <a:prstGeom prst="rect">
              <a:avLst/>
            </a:prstGeom>
            <a:gradFill rotWithShape="1">
              <a:gsLst>
                <a:gs pos="0">
                  <a:srgbClr val="92D05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NETWORK</a:t>
              </a:r>
              <a:endParaRPr lang="zh-CN" altLang="en-US" b="1">
                <a:solidFill>
                  <a:schemeClr val="tx2"/>
                </a:solidFill>
              </a:endParaRPr>
            </a:p>
          </p:txBody>
        </p:sp>
        <p:sp>
          <p:nvSpPr>
            <p:cNvPr id="13" name="矩形 12">
              <a:extLst>
                <a:ext uri="{FF2B5EF4-FFF2-40B4-BE49-F238E27FC236}">
                  <a16:creationId xmlns:a16="http://schemas.microsoft.com/office/drawing/2014/main" id="{43503D5A-3744-4FA8-9C39-F4BB2C8BCD97}"/>
                </a:ext>
              </a:extLst>
            </p:cNvPr>
            <p:cNvSpPr>
              <a:spLocks noChangeArrowheads="1"/>
            </p:cNvSpPr>
            <p:nvPr/>
          </p:nvSpPr>
          <p:spPr bwMode="auto">
            <a:xfrm>
              <a:off x="4500562" y="3916924"/>
              <a:ext cx="1571636" cy="369332"/>
            </a:xfrm>
            <a:prstGeom prst="rect">
              <a:avLst/>
            </a:prstGeom>
            <a:gradFill rotWithShape="1">
              <a:gsLst>
                <a:gs pos="0">
                  <a:srgbClr val="FFC00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HOST</a:t>
              </a:r>
              <a:endParaRPr lang="zh-CN" altLang="en-US" b="1">
                <a:solidFill>
                  <a:schemeClr val="tx2"/>
                </a:solidFill>
              </a:endParaRPr>
            </a:p>
          </p:txBody>
        </p:sp>
        <p:sp>
          <p:nvSpPr>
            <p:cNvPr id="14" name="矩形 13">
              <a:extLst>
                <a:ext uri="{FF2B5EF4-FFF2-40B4-BE49-F238E27FC236}">
                  <a16:creationId xmlns:a16="http://schemas.microsoft.com/office/drawing/2014/main" id="{862FD368-DE7F-4C11-8E04-B4F41580EEBA}"/>
                </a:ext>
              </a:extLst>
            </p:cNvPr>
            <p:cNvSpPr>
              <a:spLocks noChangeArrowheads="1"/>
            </p:cNvSpPr>
            <p:nvPr/>
          </p:nvSpPr>
          <p:spPr bwMode="auto">
            <a:xfrm>
              <a:off x="6072198" y="3916924"/>
              <a:ext cx="1571636" cy="369332"/>
            </a:xfrm>
            <a:prstGeom prst="rect">
              <a:avLst/>
            </a:prstGeom>
            <a:gradFill rotWithShape="1">
              <a:gsLst>
                <a:gs pos="0">
                  <a:srgbClr val="FFC00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dirty="0">
                  <a:solidFill>
                    <a:schemeClr val="tx2"/>
                  </a:solidFill>
                </a:rPr>
                <a:t>HOST</a:t>
              </a:r>
              <a:endParaRPr lang="zh-CN" altLang="en-US" b="1" dirty="0">
                <a:solidFill>
                  <a:schemeClr val="tx2"/>
                </a:solidFill>
              </a:endParaRPr>
            </a:p>
          </p:txBody>
        </p:sp>
        <p:sp>
          <p:nvSpPr>
            <p:cNvPr id="15" name="矩形 14">
              <a:extLst>
                <a:ext uri="{FF2B5EF4-FFF2-40B4-BE49-F238E27FC236}">
                  <a16:creationId xmlns:a16="http://schemas.microsoft.com/office/drawing/2014/main" id="{B1F89296-F735-4A95-941F-04F7DF88CD9D}"/>
                </a:ext>
              </a:extLst>
            </p:cNvPr>
            <p:cNvSpPr>
              <a:spLocks noChangeArrowheads="1"/>
            </p:cNvSpPr>
            <p:nvPr/>
          </p:nvSpPr>
          <p:spPr bwMode="auto">
            <a:xfrm>
              <a:off x="2928926" y="3916924"/>
              <a:ext cx="1571636" cy="369332"/>
            </a:xfrm>
            <a:prstGeom prst="rect">
              <a:avLst/>
            </a:prstGeom>
            <a:gradFill rotWithShape="1">
              <a:gsLst>
                <a:gs pos="0">
                  <a:srgbClr val="92D05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NETWORK</a:t>
              </a:r>
              <a:endParaRPr lang="zh-CN" altLang="en-US" b="1">
                <a:solidFill>
                  <a:schemeClr val="tx2"/>
                </a:solidFill>
              </a:endParaRPr>
            </a:p>
          </p:txBody>
        </p:sp>
        <p:sp>
          <p:nvSpPr>
            <p:cNvPr id="16" name="矩形 15">
              <a:extLst>
                <a:ext uri="{FF2B5EF4-FFF2-40B4-BE49-F238E27FC236}">
                  <a16:creationId xmlns:a16="http://schemas.microsoft.com/office/drawing/2014/main" id="{171C9C2D-9268-4783-AE6C-A9A4AFB6926D}"/>
                </a:ext>
              </a:extLst>
            </p:cNvPr>
            <p:cNvSpPr>
              <a:spLocks noChangeArrowheads="1"/>
            </p:cNvSpPr>
            <p:nvPr/>
          </p:nvSpPr>
          <p:spPr bwMode="auto">
            <a:xfrm>
              <a:off x="1357290" y="4702742"/>
              <a:ext cx="1571636" cy="369332"/>
            </a:xfrm>
            <a:prstGeom prst="rect">
              <a:avLst/>
            </a:prstGeom>
            <a:gradFill rotWithShape="1">
              <a:gsLst>
                <a:gs pos="0">
                  <a:srgbClr val="92D05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NETWORK</a:t>
              </a:r>
              <a:endParaRPr lang="zh-CN" altLang="en-US" b="1">
                <a:solidFill>
                  <a:schemeClr val="tx2"/>
                </a:solidFill>
              </a:endParaRPr>
            </a:p>
          </p:txBody>
        </p:sp>
        <p:sp>
          <p:nvSpPr>
            <p:cNvPr id="17" name="矩形 17">
              <a:extLst>
                <a:ext uri="{FF2B5EF4-FFF2-40B4-BE49-F238E27FC236}">
                  <a16:creationId xmlns:a16="http://schemas.microsoft.com/office/drawing/2014/main" id="{D004995D-5D2F-4E28-B6ED-6182265A5662}"/>
                </a:ext>
              </a:extLst>
            </p:cNvPr>
            <p:cNvSpPr>
              <a:spLocks noChangeArrowheads="1"/>
            </p:cNvSpPr>
            <p:nvPr/>
          </p:nvSpPr>
          <p:spPr bwMode="auto">
            <a:xfrm>
              <a:off x="6072198" y="4702742"/>
              <a:ext cx="1571636" cy="369332"/>
            </a:xfrm>
            <a:prstGeom prst="rect">
              <a:avLst/>
            </a:prstGeom>
            <a:gradFill rotWithShape="1">
              <a:gsLst>
                <a:gs pos="0">
                  <a:srgbClr val="FFC00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HOST</a:t>
              </a:r>
              <a:endParaRPr lang="zh-CN" altLang="en-US" b="1">
                <a:solidFill>
                  <a:schemeClr val="tx2"/>
                </a:solidFill>
              </a:endParaRPr>
            </a:p>
          </p:txBody>
        </p:sp>
        <p:sp>
          <p:nvSpPr>
            <p:cNvPr id="18" name="矩形 18">
              <a:extLst>
                <a:ext uri="{FF2B5EF4-FFF2-40B4-BE49-F238E27FC236}">
                  <a16:creationId xmlns:a16="http://schemas.microsoft.com/office/drawing/2014/main" id="{5F5C5D80-66F6-4BA3-AB71-36BCB0FCACE9}"/>
                </a:ext>
              </a:extLst>
            </p:cNvPr>
            <p:cNvSpPr>
              <a:spLocks noChangeArrowheads="1"/>
            </p:cNvSpPr>
            <p:nvPr/>
          </p:nvSpPr>
          <p:spPr bwMode="auto">
            <a:xfrm>
              <a:off x="2928926" y="4702742"/>
              <a:ext cx="1571636" cy="369332"/>
            </a:xfrm>
            <a:prstGeom prst="rect">
              <a:avLst/>
            </a:prstGeom>
            <a:gradFill rotWithShape="1">
              <a:gsLst>
                <a:gs pos="0">
                  <a:srgbClr val="92D05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NETWORK</a:t>
              </a:r>
              <a:endParaRPr lang="zh-CN" altLang="en-US" b="1">
                <a:solidFill>
                  <a:schemeClr val="tx2"/>
                </a:solidFill>
              </a:endParaRPr>
            </a:p>
          </p:txBody>
        </p:sp>
        <p:sp>
          <p:nvSpPr>
            <p:cNvPr id="19" name="矩形 19">
              <a:extLst>
                <a:ext uri="{FF2B5EF4-FFF2-40B4-BE49-F238E27FC236}">
                  <a16:creationId xmlns:a16="http://schemas.microsoft.com/office/drawing/2014/main" id="{B9F04A90-CA47-41D1-A3ED-C0301C05DBFD}"/>
                </a:ext>
              </a:extLst>
            </p:cNvPr>
            <p:cNvSpPr>
              <a:spLocks noChangeArrowheads="1"/>
            </p:cNvSpPr>
            <p:nvPr/>
          </p:nvSpPr>
          <p:spPr bwMode="auto">
            <a:xfrm>
              <a:off x="4500562" y="4702742"/>
              <a:ext cx="1571636" cy="369332"/>
            </a:xfrm>
            <a:prstGeom prst="rect">
              <a:avLst/>
            </a:prstGeom>
            <a:gradFill rotWithShape="1">
              <a:gsLst>
                <a:gs pos="0">
                  <a:srgbClr val="92D05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NETWORK</a:t>
              </a:r>
              <a:endParaRPr lang="zh-CN" altLang="en-US" b="1">
                <a:solidFill>
                  <a:schemeClr val="tx2"/>
                </a:solidFill>
              </a:endParaRPr>
            </a:p>
          </p:txBody>
        </p:sp>
        <p:cxnSp>
          <p:nvCxnSpPr>
            <p:cNvPr id="20" name="直接连接符 21">
              <a:extLst>
                <a:ext uri="{FF2B5EF4-FFF2-40B4-BE49-F238E27FC236}">
                  <a16:creationId xmlns:a16="http://schemas.microsoft.com/office/drawing/2014/main" id="{E555914C-5B5B-4F8D-9915-3FB2FABDB32D}"/>
                </a:ext>
              </a:extLst>
            </p:cNvPr>
            <p:cNvCxnSpPr>
              <a:cxnSpLocks noChangeShapeType="1"/>
            </p:cNvCxnSpPr>
            <p:nvPr/>
          </p:nvCxnSpPr>
          <p:spPr bwMode="auto">
            <a:xfrm rot="5400000">
              <a:off x="5857884" y="4500570"/>
              <a:ext cx="428628" cy="1588"/>
            </a:xfrm>
            <a:prstGeom prst="line">
              <a:avLst/>
            </a:prstGeom>
            <a:noFill/>
            <a:ln w="25400" algn="ctr">
              <a:solidFill>
                <a:srgbClr val="FF0000"/>
              </a:solidFill>
              <a:round/>
              <a:headEnd/>
              <a:tailEnd/>
            </a:ln>
          </p:spPr>
        </p:cxnSp>
        <p:cxnSp>
          <p:nvCxnSpPr>
            <p:cNvPr id="21" name="直接连接符 23">
              <a:extLst>
                <a:ext uri="{FF2B5EF4-FFF2-40B4-BE49-F238E27FC236}">
                  <a16:creationId xmlns:a16="http://schemas.microsoft.com/office/drawing/2014/main" id="{E6524A31-97F0-4A57-9096-2B5EBB7CF96D}"/>
                </a:ext>
              </a:extLst>
            </p:cNvPr>
            <p:cNvCxnSpPr>
              <a:cxnSpLocks noChangeShapeType="1"/>
            </p:cNvCxnSpPr>
            <p:nvPr/>
          </p:nvCxnSpPr>
          <p:spPr bwMode="auto">
            <a:xfrm rot="5400000">
              <a:off x="7430314" y="4499776"/>
              <a:ext cx="428628" cy="1588"/>
            </a:xfrm>
            <a:prstGeom prst="line">
              <a:avLst/>
            </a:prstGeom>
            <a:noFill/>
            <a:ln w="25400" algn="ctr">
              <a:solidFill>
                <a:srgbClr val="FF0000"/>
              </a:solidFill>
              <a:round/>
              <a:headEnd/>
              <a:tailEnd/>
            </a:ln>
          </p:spPr>
        </p:cxnSp>
        <p:cxnSp>
          <p:nvCxnSpPr>
            <p:cNvPr id="22" name="直接连接符 24">
              <a:extLst>
                <a:ext uri="{FF2B5EF4-FFF2-40B4-BE49-F238E27FC236}">
                  <a16:creationId xmlns:a16="http://schemas.microsoft.com/office/drawing/2014/main" id="{FB9C0588-9F46-4258-AE4D-3BAD50DF8AB1}"/>
                </a:ext>
              </a:extLst>
            </p:cNvPr>
            <p:cNvCxnSpPr>
              <a:cxnSpLocks noChangeShapeType="1"/>
            </p:cNvCxnSpPr>
            <p:nvPr/>
          </p:nvCxnSpPr>
          <p:spPr bwMode="auto">
            <a:xfrm rot="5400000">
              <a:off x="7430314" y="3713958"/>
              <a:ext cx="428628" cy="1588"/>
            </a:xfrm>
            <a:prstGeom prst="line">
              <a:avLst/>
            </a:prstGeom>
            <a:noFill/>
            <a:ln w="25400" algn="ctr">
              <a:solidFill>
                <a:srgbClr val="FF0000"/>
              </a:solidFill>
              <a:round/>
              <a:headEnd/>
              <a:tailEnd/>
            </a:ln>
          </p:spPr>
        </p:cxnSp>
        <p:cxnSp>
          <p:nvCxnSpPr>
            <p:cNvPr id="23" name="直接连接符 25">
              <a:extLst>
                <a:ext uri="{FF2B5EF4-FFF2-40B4-BE49-F238E27FC236}">
                  <a16:creationId xmlns:a16="http://schemas.microsoft.com/office/drawing/2014/main" id="{EDB3CD7F-84EC-4136-A399-79F570A1ED23}"/>
                </a:ext>
              </a:extLst>
            </p:cNvPr>
            <p:cNvCxnSpPr>
              <a:cxnSpLocks noChangeShapeType="1"/>
            </p:cNvCxnSpPr>
            <p:nvPr/>
          </p:nvCxnSpPr>
          <p:spPr bwMode="auto">
            <a:xfrm rot="5400000">
              <a:off x="7430314" y="2928140"/>
              <a:ext cx="428628" cy="1588"/>
            </a:xfrm>
            <a:prstGeom prst="line">
              <a:avLst/>
            </a:prstGeom>
            <a:noFill/>
            <a:ln w="25400" algn="ctr">
              <a:solidFill>
                <a:srgbClr val="FF0000"/>
              </a:solidFill>
              <a:round/>
              <a:headEnd/>
              <a:tailEnd/>
            </a:ln>
          </p:spPr>
        </p:cxnSp>
        <p:cxnSp>
          <p:nvCxnSpPr>
            <p:cNvPr id="24" name="直接连接符 26">
              <a:extLst>
                <a:ext uri="{FF2B5EF4-FFF2-40B4-BE49-F238E27FC236}">
                  <a16:creationId xmlns:a16="http://schemas.microsoft.com/office/drawing/2014/main" id="{2B75132D-66E5-4EAB-9F82-24A064FE6ADF}"/>
                </a:ext>
              </a:extLst>
            </p:cNvPr>
            <p:cNvCxnSpPr>
              <a:cxnSpLocks noChangeShapeType="1"/>
            </p:cNvCxnSpPr>
            <p:nvPr/>
          </p:nvCxnSpPr>
          <p:spPr bwMode="auto">
            <a:xfrm rot="5400000">
              <a:off x="2715406" y="2928140"/>
              <a:ext cx="428628" cy="1588"/>
            </a:xfrm>
            <a:prstGeom prst="line">
              <a:avLst/>
            </a:prstGeom>
            <a:noFill/>
            <a:ln w="25400" algn="ctr">
              <a:solidFill>
                <a:srgbClr val="FF0000"/>
              </a:solidFill>
              <a:round/>
              <a:headEnd/>
              <a:tailEnd/>
            </a:ln>
          </p:spPr>
        </p:cxnSp>
        <p:cxnSp>
          <p:nvCxnSpPr>
            <p:cNvPr id="25" name="直接连接符 27">
              <a:extLst>
                <a:ext uri="{FF2B5EF4-FFF2-40B4-BE49-F238E27FC236}">
                  <a16:creationId xmlns:a16="http://schemas.microsoft.com/office/drawing/2014/main" id="{1B70780E-0966-484B-BFF2-43EF0CB9DF53}"/>
                </a:ext>
              </a:extLst>
            </p:cNvPr>
            <p:cNvCxnSpPr>
              <a:cxnSpLocks noChangeShapeType="1"/>
            </p:cNvCxnSpPr>
            <p:nvPr/>
          </p:nvCxnSpPr>
          <p:spPr bwMode="auto">
            <a:xfrm rot="5400000">
              <a:off x="4287042" y="3713958"/>
              <a:ext cx="428628" cy="1588"/>
            </a:xfrm>
            <a:prstGeom prst="line">
              <a:avLst/>
            </a:prstGeom>
            <a:noFill/>
            <a:ln w="25400" algn="ctr">
              <a:solidFill>
                <a:srgbClr val="FF0000"/>
              </a:solidFill>
              <a:round/>
              <a:headEnd/>
              <a:tailEnd/>
            </a:ln>
          </p:spPr>
        </p:cxnSp>
        <p:cxnSp>
          <p:nvCxnSpPr>
            <p:cNvPr id="26" name="直接箭头连接符 30">
              <a:extLst>
                <a:ext uri="{FF2B5EF4-FFF2-40B4-BE49-F238E27FC236}">
                  <a16:creationId xmlns:a16="http://schemas.microsoft.com/office/drawing/2014/main" id="{0D0A100A-8D31-4885-8678-C1A1520E499F}"/>
                </a:ext>
              </a:extLst>
            </p:cNvPr>
            <p:cNvCxnSpPr>
              <a:cxnSpLocks noChangeShapeType="1"/>
            </p:cNvCxnSpPr>
            <p:nvPr/>
          </p:nvCxnSpPr>
          <p:spPr bwMode="auto">
            <a:xfrm>
              <a:off x="6643702" y="3714752"/>
              <a:ext cx="857256" cy="1588"/>
            </a:xfrm>
            <a:prstGeom prst="straightConnector1">
              <a:avLst/>
            </a:prstGeom>
            <a:noFill/>
            <a:ln w="25400" algn="ctr">
              <a:solidFill>
                <a:srgbClr val="FF0000"/>
              </a:solidFill>
              <a:round/>
              <a:headEnd/>
              <a:tailEnd type="arrow" w="med" len="med"/>
            </a:ln>
          </p:spPr>
        </p:cxnSp>
        <p:cxnSp>
          <p:nvCxnSpPr>
            <p:cNvPr id="27" name="直接箭头连接符 31">
              <a:extLst>
                <a:ext uri="{FF2B5EF4-FFF2-40B4-BE49-F238E27FC236}">
                  <a16:creationId xmlns:a16="http://schemas.microsoft.com/office/drawing/2014/main" id="{B4FFDFA7-1C51-4D64-8BD9-4A11EEB53E12}"/>
                </a:ext>
              </a:extLst>
            </p:cNvPr>
            <p:cNvCxnSpPr>
              <a:cxnSpLocks noChangeShapeType="1"/>
            </p:cNvCxnSpPr>
            <p:nvPr/>
          </p:nvCxnSpPr>
          <p:spPr bwMode="auto">
            <a:xfrm>
              <a:off x="7143768" y="4500570"/>
              <a:ext cx="357190" cy="1588"/>
            </a:xfrm>
            <a:prstGeom prst="straightConnector1">
              <a:avLst/>
            </a:prstGeom>
            <a:noFill/>
            <a:ln w="25400" algn="ctr">
              <a:solidFill>
                <a:srgbClr val="FF0000"/>
              </a:solidFill>
              <a:round/>
              <a:headEnd/>
              <a:tailEnd type="arrow" w="med" len="med"/>
            </a:ln>
          </p:spPr>
        </p:cxnSp>
        <p:cxnSp>
          <p:nvCxnSpPr>
            <p:cNvPr id="28" name="直接箭头连接符 35">
              <a:extLst>
                <a:ext uri="{FF2B5EF4-FFF2-40B4-BE49-F238E27FC236}">
                  <a16:creationId xmlns:a16="http://schemas.microsoft.com/office/drawing/2014/main" id="{00230FCC-1357-4837-A05B-858DAC5AC280}"/>
                </a:ext>
              </a:extLst>
            </p:cNvPr>
            <p:cNvCxnSpPr>
              <a:cxnSpLocks noChangeShapeType="1"/>
            </p:cNvCxnSpPr>
            <p:nvPr/>
          </p:nvCxnSpPr>
          <p:spPr bwMode="auto">
            <a:xfrm rot="10800000">
              <a:off x="3143240" y="2927345"/>
              <a:ext cx="1571636" cy="1588"/>
            </a:xfrm>
            <a:prstGeom prst="straightConnector1">
              <a:avLst/>
            </a:prstGeom>
            <a:noFill/>
            <a:ln w="25400" algn="ctr">
              <a:solidFill>
                <a:srgbClr val="FF0000"/>
              </a:solidFill>
              <a:round/>
              <a:headEnd/>
              <a:tailEnd type="arrow" w="med" len="med"/>
            </a:ln>
          </p:spPr>
        </p:cxnSp>
        <p:sp>
          <p:nvSpPr>
            <p:cNvPr id="29" name="TextBox 41">
              <a:extLst>
                <a:ext uri="{FF2B5EF4-FFF2-40B4-BE49-F238E27FC236}">
                  <a16:creationId xmlns:a16="http://schemas.microsoft.com/office/drawing/2014/main" id="{D1CDFB6E-8A13-4A8A-B446-B24AD472C442}"/>
                </a:ext>
              </a:extLst>
            </p:cNvPr>
            <p:cNvSpPr txBox="1">
              <a:spLocks noChangeArrowheads="1"/>
            </p:cNvSpPr>
            <p:nvPr/>
          </p:nvSpPr>
          <p:spPr bwMode="auto">
            <a:xfrm>
              <a:off x="1357290" y="2714620"/>
              <a:ext cx="1357322" cy="369332"/>
            </a:xfrm>
            <a:prstGeom prst="rect">
              <a:avLst/>
            </a:prstGeom>
            <a:noFill/>
            <a:ln w="9525">
              <a:noFill/>
              <a:miter lim="800000"/>
              <a:headEnd/>
              <a:tailEnd/>
            </a:ln>
          </p:spPr>
          <p:txBody>
            <a:bodyPr>
              <a:spAutoFit/>
            </a:bodyPr>
            <a:lstStyle/>
            <a:p>
              <a:r>
                <a:rPr lang="en-US" altLang="zh-CN" b="1">
                  <a:solidFill>
                    <a:schemeClr val="tx2"/>
                  </a:solidFill>
                </a:rPr>
                <a:t>Class  A</a:t>
              </a:r>
              <a:endParaRPr lang="zh-CN" altLang="en-US" b="1">
                <a:solidFill>
                  <a:schemeClr val="tx2"/>
                </a:solidFill>
              </a:endParaRPr>
            </a:p>
          </p:txBody>
        </p:sp>
        <p:cxnSp>
          <p:nvCxnSpPr>
            <p:cNvPr id="30" name="直接箭头连接符 45">
              <a:extLst>
                <a:ext uri="{FF2B5EF4-FFF2-40B4-BE49-F238E27FC236}">
                  <a16:creationId xmlns:a16="http://schemas.microsoft.com/office/drawing/2014/main" id="{D28E0DC5-91B2-4DC9-9C90-0847CFA2A862}"/>
                </a:ext>
              </a:extLst>
            </p:cNvPr>
            <p:cNvCxnSpPr>
              <a:cxnSpLocks noChangeShapeType="1"/>
            </p:cNvCxnSpPr>
            <p:nvPr/>
          </p:nvCxnSpPr>
          <p:spPr bwMode="auto">
            <a:xfrm>
              <a:off x="5929322" y="2928934"/>
              <a:ext cx="1571636" cy="1588"/>
            </a:xfrm>
            <a:prstGeom prst="straightConnector1">
              <a:avLst/>
            </a:prstGeom>
            <a:noFill/>
            <a:ln w="25400" algn="ctr">
              <a:solidFill>
                <a:srgbClr val="FF0000"/>
              </a:solidFill>
              <a:round/>
              <a:headEnd/>
              <a:tailEnd type="arrow" w="med" len="med"/>
            </a:ln>
          </p:spPr>
        </p:cxnSp>
        <p:sp>
          <p:nvSpPr>
            <p:cNvPr id="31" name="TextBox 47">
              <a:extLst>
                <a:ext uri="{FF2B5EF4-FFF2-40B4-BE49-F238E27FC236}">
                  <a16:creationId xmlns:a16="http://schemas.microsoft.com/office/drawing/2014/main" id="{46440FF5-29EE-474F-AFBC-59676225EB43}"/>
                </a:ext>
              </a:extLst>
            </p:cNvPr>
            <p:cNvSpPr txBox="1">
              <a:spLocks noChangeArrowheads="1"/>
            </p:cNvSpPr>
            <p:nvPr/>
          </p:nvSpPr>
          <p:spPr bwMode="auto">
            <a:xfrm>
              <a:off x="5643570" y="3559734"/>
              <a:ext cx="928694" cy="369332"/>
            </a:xfrm>
            <a:prstGeom prst="rect">
              <a:avLst/>
            </a:prstGeom>
            <a:noFill/>
            <a:ln w="9525">
              <a:noFill/>
              <a:miter lim="800000"/>
              <a:headEnd/>
              <a:tailEnd/>
            </a:ln>
          </p:spPr>
          <p:txBody>
            <a:bodyPr>
              <a:spAutoFit/>
            </a:bodyPr>
            <a:lstStyle/>
            <a:p>
              <a:r>
                <a:rPr lang="en-US" altLang="zh-CN" b="1">
                  <a:solidFill>
                    <a:srgbClr val="FF0000"/>
                  </a:solidFill>
                </a:rPr>
                <a:t>16bits</a:t>
              </a:r>
              <a:endParaRPr lang="zh-CN" altLang="en-US" b="1">
                <a:solidFill>
                  <a:srgbClr val="FF0000"/>
                </a:solidFill>
              </a:endParaRPr>
            </a:p>
          </p:txBody>
        </p:sp>
        <p:cxnSp>
          <p:nvCxnSpPr>
            <p:cNvPr id="32" name="直接箭头连接符 49">
              <a:extLst>
                <a:ext uri="{FF2B5EF4-FFF2-40B4-BE49-F238E27FC236}">
                  <a16:creationId xmlns:a16="http://schemas.microsoft.com/office/drawing/2014/main" id="{A80A4C12-6D65-4D5C-8E6A-C6DDA41E6970}"/>
                </a:ext>
              </a:extLst>
            </p:cNvPr>
            <p:cNvCxnSpPr>
              <a:cxnSpLocks noChangeShapeType="1"/>
            </p:cNvCxnSpPr>
            <p:nvPr/>
          </p:nvCxnSpPr>
          <p:spPr bwMode="auto">
            <a:xfrm rot="10800000">
              <a:off x="4572000" y="3714752"/>
              <a:ext cx="1000132" cy="1588"/>
            </a:xfrm>
            <a:prstGeom prst="straightConnector1">
              <a:avLst/>
            </a:prstGeom>
            <a:noFill/>
            <a:ln w="25400" algn="ctr">
              <a:solidFill>
                <a:srgbClr val="FF0000"/>
              </a:solidFill>
              <a:round/>
              <a:headEnd/>
              <a:tailEnd type="arrow" w="med" len="med"/>
            </a:ln>
          </p:spPr>
        </p:cxnSp>
        <p:sp>
          <p:nvSpPr>
            <p:cNvPr id="33" name="TextBox 52">
              <a:extLst>
                <a:ext uri="{FF2B5EF4-FFF2-40B4-BE49-F238E27FC236}">
                  <a16:creationId xmlns:a16="http://schemas.microsoft.com/office/drawing/2014/main" id="{04C1D2E4-79C9-4613-86FD-FC8DFEA79E61}"/>
                </a:ext>
              </a:extLst>
            </p:cNvPr>
            <p:cNvSpPr txBox="1">
              <a:spLocks noChangeArrowheads="1"/>
            </p:cNvSpPr>
            <p:nvPr/>
          </p:nvSpPr>
          <p:spPr bwMode="auto">
            <a:xfrm>
              <a:off x="6429388" y="4345552"/>
              <a:ext cx="928694" cy="369332"/>
            </a:xfrm>
            <a:prstGeom prst="rect">
              <a:avLst/>
            </a:prstGeom>
            <a:noFill/>
            <a:ln w="9525">
              <a:noFill/>
              <a:miter lim="800000"/>
              <a:headEnd/>
              <a:tailEnd/>
            </a:ln>
          </p:spPr>
          <p:txBody>
            <a:bodyPr>
              <a:spAutoFit/>
            </a:bodyPr>
            <a:lstStyle/>
            <a:p>
              <a:r>
                <a:rPr lang="en-US" altLang="zh-CN" b="1">
                  <a:solidFill>
                    <a:srgbClr val="FF0000"/>
                  </a:solidFill>
                </a:rPr>
                <a:t>8bits</a:t>
              </a:r>
              <a:endParaRPr lang="zh-CN" altLang="en-US" b="1">
                <a:solidFill>
                  <a:srgbClr val="FF0000"/>
                </a:solidFill>
              </a:endParaRPr>
            </a:p>
          </p:txBody>
        </p:sp>
        <p:cxnSp>
          <p:nvCxnSpPr>
            <p:cNvPr id="34" name="直接箭头连接符 53">
              <a:extLst>
                <a:ext uri="{FF2B5EF4-FFF2-40B4-BE49-F238E27FC236}">
                  <a16:creationId xmlns:a16="http://schemas.microsoft.com/office/drawing/2014/main" id="{313B9730-0068-469E-A504-4F7240FF7D91}"/>
                </a:ext>
              </a:extLst>
            </p:cNvPr>
            <p:cNvCxnSpPr>
              <a:cxnSpLocks noChangeShapeType="1"/>
            </p:cNvCxnSpPr>
            <p:nvPr/>
          </p:nvCxnSpPr>
          <p:spPr bwMode="auto">
            <a:xfrm rot="10800000">
              <a:off x="6072199" y="4500570"/>
              <a:ext cx="357190" cy="1588"/>
            </a:xfrm>
            <a:prstGeom prst="straightConnector1">
              <a:avLst/>
            </a:prstGeom>
            <a:noFill/>
            <a:ln w="25400" algn="ctr">
              <a:solidFill>
                <a:srgbClr val="FF0000"/>
              </a:solidFill>
              <a:round/>
              <a:headEnd/>
              <a:tailEnd type="arrow" w="med" len="med"/>
            </a:ln>
          </p:spPr>
        </p:cxnSp>
        <p:sp>
          <p:nvSpPr>
            <p:cNvPr id="35" name="TextBox 56">
              <a:extLst>
                <a:ext uri="{FF2B5EF4-FFF2-40B4-BE49-F238E27FC236}">
                  <a16:creationId xmlns:a16="http://schemas.microsoft.com/office/drawing/2014/main" id="{B84F5299-CAEC-439B-8C91-639B0580AB44}"/>
                </a:ext>
              </a:extLst>
            </p:cNvPr>
            <p:cNvSpPr txBox="1">
              <a:spLocks noChangeArrowheads="1"/>
            </p:cNvSpPr>
            <p:nvPr/>
          </p:nvSpPr>
          <p:spPr bwMode="auto">
            <a:xfrm>
              <a:off x="1357290" y="3500438"/>
              <a:ext cx="1357322" cy="369332"/>
            </a:xfrm>
            <a:prstGeom prst="rect">
              <a:avLst/>
            </a:prstGeom>
            <a:noFill/>
            <a:ln w="9525">
              <a:noFill/>
              <a:miter lim="800000"/>
              <a:headEnd/>
              <a:tailEnd/>
            </a:ln>
          </p:spPr>
          <p:txBody>
            <a:bodyPr>
              <a:spAutoFit/>
            </a:bodyPr>
            <a:lstStyle/>
            <a:p>
              <a:r>
                <a:rPr lang="en-US" altLang="zh-CN" b="1">
                  <a:solidFill>
                    <a:schemeClr val="tx2"/>
                  </a:solidFill>
                </a:rPr>
                <a:t>Class  B</a:t>
              </a:r>
              <a:endParaRPr lang="zh-CN" altLang="en-US" b="1">
                <a:solidFill>
                  <a:schemeClr val="tx2"/>
                </a:solidFill>
              </a:endParaRPr>
            </a:p>
          </p:txBody>
        </p:sp>
        <p:sp>
          <p:nvSpPr>
            <p:cNvPr id="36" name="TextBox 57">
              <a:extLst>
                <a:ext uri="{FF2B5EF4-FFF2-40B4-BE49-F238E27FC236}">
                  <a16:creationId xmlns:a16="http://schemas.microsoft.com/office/drawing/2014/main" id="{07534FB7-237B-4A21-A607-347C066A924D}"/>
                </a:ext>
              </a:extLst>
            </p:cNvPr>
            <p:cNvSpPr txBox="1">
              <a:spLocks noChangeArrowheads="1"/>
            </p:cNvSpPr>
            <p:nvPr/>
          </p:nvSpPr>
          <p:spPr bwMode="auto">
            <a:xfrm>
              <a:off x="1357290" y="4286256"/>
              <a:ext cx="1357322" cy="369332"/>
            </a:xfrm>
            <a:prstGeom prst="rect">
              <a:avLst/>
            </a:prstGeom>
            <a:noFill/>
            <a:ln w="9525">
              <a:noFill/>
              <a:miter lim="800000"/>
              <a:headEnd/>
              <a:tailEnd/>
            </a:ln>
          </p:spPr>
          <p:txBody>
            <a:bodyPr>
              <a:spAutoFit/>
            </a:bodyPr>
            <a:lstStyle/>
            <a:p>
              <a:r>
                <a:rPr lang="en-US" altLang="zh-CN" b="1">
                  <a:solidFill>
                    <a:schemeClr val="tx2"/>
                  </a:solidFill>
                </a:rPr>
                <a:t>Class  C</a:t>
              </a:r>
              <a:endParaRPr lang="zh-CN" altLang="en-US" b="1">
                <a:solidFill>
                  <a:schemeClr val="tx2"/>
                </a:solidFill>
              </a:endParaRPr>
            </a:p>
          </p:txBody>
        </p:sp>
        <p:sp>
          <p:nvSpPr>
            <p:cNvPr id="37" name="TextBox 59">
              <a:extLst>
                <a:ext uri="{FF2B5EF4-FFF2-40B4-BE49-F238E27FC236}">
                  <a16:creationId xmlns:a16="http://schemas.microsoft.com/office/drawing/2014/main" id="{20A0BCE3-08BE-42F5-A0B5-6FFBDEBA919B}"/>
                </a:ext>
              </a:extLst>
            </p:cNvPr>
            <p:cNvSpPr txBox="1">
              <a:spLocks noChangeArrowheads="1"/>
            </p:cNvSpPr>
            <p:nvPr/>
          </p:nvSpPr>
          <p:spPr bwMode="auto">
            <a:xfrm>
              <a:off x="4857752" y="2714620"/>
              <a:ext cx="928694" cy="369332"/>
            </a:xfrm>
            <a:prstGeom prst="rect">
              <a:avLst/>
            </a:prstGeom>
            <a:noFill/>
            <a:ln w="9525">
              <a:noFill/>
              <a:miter lim="800000"/>
              <a:headEnd/>
              <a:tailEnd/>
            </a:ln>
          </p:spPr>
          <p:txBody>
            <a:bodyPr>
              <a:spAutoFit/>
            </a:bodyPr>
            <a:lstStyle/>
            <a:p>
              <a:r>
                <a:rPr lang="en-US" altLang="zh-CN" b="1">
                  <a:solidFill>
                    <a:srgbClr val="FF0000"/>
                  </a:solidFill>
                </a:rPr>
                <a:t>24bits</a:t>
              </a:r>
              <a:endParaRPr lang="zh-CN" altLang="en-US" b="1">
                <a:solidFill>
                  <a:srgbClr val="FF0000"/>
                </a:solidFill>
              </a:endParaRPr>
            </a:p>
          </p:txBody>
        </p:sp>
      </p:grpSp>
    </p:spTree>
    <p:extLst>
      <p:ext uri="{BB962C8B-B14F-4D97-AF65-F5344CB8AC3E}">
        <p14:creationId xmlns:p14="http://schemas.microsoft.com/office/powerpoint/2010/main" val="1179291968"/>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9B1A2D-E9F3-4CE5-8D8A-2615F9642F88}"/>
              </a:ext>
            </a:extLst>
          </p:cNvPr>
          <p:cNvSpPr txBox="1">
            <a:spLocks noChangeArrowheads="1"/>
          </p:cNvSpPr>
          <p:nvPr/>
        </p:nvSpPr>
        <p:spPr>
          <a:xfrm>
            <a:off x="1735074" y="1262077"/>
            <a:ext cx="8501122" cy="4310950"/>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满足企业用户在内部网络中使用的需求 </a:t>
            </a:r>
          </a:p>
          <a:p>
            <a:r>
              <a:rPr lang="zh-CN" altLang="en-US" dirty="0"/>
              <a:t>私有地址不能在</a:t>
            </a:r>
            <a:r>
              <a:rPr lang="en-US" altLang="zh-CN" dirty="0"/>
              <a:t>Internet</a:t>
            </a:r>
            <a:r>
              <a:rPr lang="zh-CN" altLang="en-US" dirty="0"/>
              <a:t>上使用 </a:t>
            </a:r>
          </a:p>
          <a:p>
            <a:r>
              <a:rPr lang="zh-CN" altLang="en-US" dirty="0"/>
              <a:t>私有地址包括</a:t>
            </a:r>
            <a:r>
              <a:rPr lang="en-US" altLang="zh-CN" dirty="0"/>
              <a:t>3</a:t>
            </a:r>
            <a:r>
              <a:rPr lang="zh-CN" altLang="en-US" dirty="0"/>
              <a:t>组</a:t>
            </a:r>
            <a:r>
              <a:rPr lang="zh-CN" altLang="en-US" sz="2400" dirty="0"/>
              <a:t> </a:t>
            </a:r>
          </a:p>
          <a:p>
            <a:pPr lvl="1"/>
            <a:r>
              <a:rPr lang="en-US" altLang="zh-CN" dirty="0"/>
              <a:t>A</a:t>
            </a:r>
            <a:r>
              <a:rPr lang="zh-CN" altLang="en-US" dirty="0"/>
              <a:t>类：</a:t>
            </a:r>
            <a:r>
              <a:rPr lang="en-US" altLang="zh-CN" dirty="0"/>
              <a:t>10.0.0.0~10.255.255.255   10.0.1.1 255.255.255.0</a:t>
            </a:r>
          </a:p>
          <a:p>
            <a:pPr lvl="1"/>
            <a:r>
              <a:rPr lang="en-US" altLang="zh-CN" dirty="0"/>
              <a:t>B</a:t>
            </a:r>
            <a:r>
              <a:rPr lang="zh-CN" altLang="en-US" dirty="0"/>
              <a:t>类：</a:t>
            </a:r>
            <a:r>
              <a:rPr lang="en-US" altLang="zh-CN" dirty="0"/>
              <a:t>172.16.0.0~172.31.255.255 </a:t>
            </a:r>
          </a:p>
          <a:p>
            <a:pPr lvl="1"/>
            <a:r>
              <a:rPr lang="en-US" altLang="zh-CN" dirty="0"/>
              <a:t>C</a:t>
            </a:r>
            <a:r>
              <a:rPr lang="zh-CN" altLang="en-US" dirty="0"/>
              <a:t>类：</a:t>
            </a:r>
            <a:r>
              <a:rPr lang="en-US" altLang="zh-CN" dirty="0"/>
              <a:t>192.168.0.0~192.168.255.255</a:t>
            </a:r>
            <a:r>
              <a:rPr lang="en-US" altLang="zh-CN" sz="2000" dirty="0"/>
              <a:t> </a:t>
            </a:r>
          </a:p>
          <a:p>
            <a:pPr lvl="1"/>
            <a:endParaRPr lang="en-US" altLang="zh-CN" sz="2000" dirty="0"/>
          </a:p>
          <a:p>
            <a:pPr>
              <a:buClr>
                <a:srgbClr val="9AC9F0"/>
              </a:buClr>
              <a:buSzPct val="85000"/>
              <a:buFont typeface="Wingdings" pitchFamily="2" charset="2"/>
              <a:buNone/>
            </a:pPr>
            <a:endParaRPr lang="en-US" altLang="zh-CN" sz="2400" dirty="0"/>
          </a:p>
        </p:txBody>
      </p:sp>
      <p:sp>
        <p:nvSpPr>
          <p:cNvPr id="5" name="Rectangle 2">
            <a:extLst>
              <a:ext uri="{FF2B5EF4-FFF2-40B4-BE49-F238E27FC236}">
                <a16:creationId xmlns:a16="http://schemas.microsoft.com/office/drawing/2014/main" id="{0DFEBA7D-E19E-47BC-A90F-C5E29CAD463F}"/>
              </a:ext>
            </a:extLst>
          </p:cNvPr>
          <p:cNvSpPr>
            <a:spLocks noGrp="1" noChangeArrowheads="1"/>
          </p:cNvSpPr>
          <p:nvPr>
            <p:ph type="title"/>
          </p:nvPr>
        </p:nvSpPr>
        <p:spPr>
          <a:xfrm>
            <a:off x="190099" y="492541"/>
            <a:ext cx="8763000" cy="639763"/>
          </a:xfrm>
        </p:spPr>
        <p:txBody>
          <a:bodyPr/>
          <a:lstStyle/>
          <a:p>
            <a:pPr eaLnBrk="1" hangingPunct="1"/>
            <a:r>
              <a:rPr lang="zh-CN" altLang="en-US" dirty="0"/>
              <a:t>私有地址</a:t>
            </a:r>
          </a:p>
        </p:txBody>
      </p:sp>
    </p:spTree>
    <p:extLst>
      <p:ext uri="{BB962C8B-B14F-4D97-AF65-F5344CB8AC3E}">
        <p14:creationId xmlns:p14="http://schemas.microsoft.com/office/powerpoint/2010/main" val="2084741716"/>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ED5012-B4F3-4DDF-8670-7ECEFABA95D9}"/>
              </a:ext>
            </a:extLst>
          </p:cNvPr>
          <p:cNvSpPr txBox="1">
            <a:spLocks noChangeArrowheads="1"/>
          </p:cNvSpPr>
          <p:nvPr/>
        </p:nvSpPr>
        <p:spPr>
          <a:xfrm>
            <a:off x="1479253" y="2533083"/>
            <a:ext cx="8501063" cy="2571752"/>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en-US" altLang="zh-CN" dirty="0"/>
              <a:t>ipconfig</a:t>
            </a:r>
          </a:p>
          <a:p>
            <a:pPr>
              <a:spcBef>
                <a:spcPts val="675"/>
              </a:spcBef>
            </a:pPr>
            <a:endParaRPr lang="en-US" altLang="zh-CN" dirty="0"/>
          </a:p>
          <a:p>
            <a:pPr>
              <a:spcBef>
                <a:spcPts val="675"/>
              </a:spcBef>
            </a:pPr>
            <a:r>
              <a:rPr lang="en-US" altLang="zh-CN" dirty="0"/>
              <a:t>Ping</a:t>
            </a:r>
          </a:p>
          <a:p>
            <a:pPr>
              <a:spcBef>
                <a:spcPts val="675"/>
              </a:spcBef>
            </a:pPr>
            <a:endParaRPr lang="en-US" altLang="zh-CN" dirty="0"/>
          </a:p>
          <a:p>
            <a:pPr>
              <a:spcBef>
                <a:spcPts val="675"/>
              </a:spcBef>
            </a:pPr>
            <a:r>
              <a:rPr lang="en-US" altLang="zh-CN" dirty="0"/>
              <a:t>Tracert </a:t>
            </a:r>
          </a:p>
          <a:p>
            <a:pPr lvl="1">
              <a:spcBef>
                <a:spcPts val="675"/>
              </a:spcBef>
            </a:pPr>
            <a:endParaRPr lang="en-US" altLang="zh-CN" dirty="0"/>
          </a:p>
          <a:p>
            <a:pPr>
              <a:spcBef>
                <a:spcPts val="675"/>
              </a:spcBef>
            </a:pPr>
            <a:endParaRPr lang="en-US" altLang="zh-CN" dirty="0"/>
          </a:p>
        </p:txBody>
      </p:sp>
      <p:sp>
        <p:nvSpPr>
          <p:cNvPr id="5" name="Rectangle 2">
            <a:extLst>
              <a:ext uri="{FF2B5EF4-FFF2-40B4-BE49-F238E27FC236}">
                <a16:creationId xmlns:a16="http://schemas.microsoft.com/office/drawing/2014/main" id="{10B0D3C9-42D3-458E-9119-D12CF66857E4}"/>
              </a:ext>
            </a:extLst>
          </p:cNvPr>
          <p:cNvSpPr>
            <a:spLocks noGrp="1" noChangeArrowheads="1"/>
          </p:cNvSpPr>
          <p:nvPr>
            <p:ph type="title"/>
          </p:nvPr>
        </p:nvSpPr>
        <p:spPr>
          <a:xfrm>
            <a:off x="141973" y="521416"/>
            <a:ext cx="8763000" cy="639763"/>
          </a:xfrm>
        </p:spPr>
        <p:txBody>
          <a:bodyPr/>
          <a:lstStyle/>
          <a:p>
            <a:pPr eaLnBrk="1" hangingPunct="1"/>
            <a:r>
              <a:rPr lang="zh-CN" altLang="en-US" dirty="0"/>
              <a:t>网络测试工具</a:t>
            </a:r>
            <a:r>
              <a:rPr lang="en-US" altLang="zh-CN" dirty="0"/>
              <a:t>2-1</a:t>
            </a:r>
            <a:endParaRPr lang="zh-CN" altLang="en-US" dirty="0"/>
          </a:p>
        </p:txBody>
      </p:sp>
    </p:spTree>
    <p:extLst>
      <p:ext uri="{BB962C8B-B14F-4D97-AF65-F5344CB8AC3E}">
        <p14:creationId xmlns:p14="http://schemas.microsoft.com/office/powerpoint/2010/main" val="2653738607"/>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wipe(up)">
                                      <p:cBhvr>
                                        <p:cTn id="7" dur="500"/>
                                        <p:tgtEl>
                                          <p:spTgt spid="4">
                                            <p:txEl>
                                              <p:pRg st="2" end="2"/>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Effect transition="in" filter="wipe(up)">
                                      <p:cBhvr>
                                        <p:cTn id="1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a:extLst>
              <a:ext uri="{FF2B5EF4-FFF2-40B4-BE49-F238E27FC236}">
                <a16:creationId xmlns:a16="http://schemas.microsoft.com/office/drawing/2014/main" id="{1155D60A-F6A2-4A86-B09D-6377C670AB65}"/>
              </a:ext>
            </a:extLst>
          </p:cNvPr>
          <p:cNvSpPr txBox="1">
            <a:spLocks/>
          </p:cNvSpPr>
          <p:nvPr/>
        </p:nvSpPr>
        <p:spPr>
          <a:xfrm>
            <a:off x="1513724" y="1418400"/>
            <a:ext cx="8501062" cy="5143500"/>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75"/>
              </a:spcBef>
            </a:pPr>
            <a:r>
              <a:rPr lang="zh-CN" altLang="en-US"/>
              <a:t>使用</a:t>
            </a:r>
            <a:r>
              <a:rPr lang="en-US" altLang="zh-CN"/>
              <a:t>ping</a:t>
            </a:r>
            <a:r>
              <a:rPr lang="zh-CN" altLang="en-US"/>
              <a:t>命令诊断网络连接</a:t>
            </a:r>
            <a:endParaRPr lang="en-US" altLang="zh-CN"/>
          </a:p>
          <a:p>
            <a:pPr lvl="1">
              <a:spcBef>
                <a:spcPts val="475"/>
              </a:spcBef>
            </a:pPr>
            <a:r>
              <a:rPr lang="en-US" altLang="zh-CN"/>
              <a:t>ping 127.0.0.1</a:t>
            </a:r>
          </a:p>
          <a:p>
            <a:pPr lvl="2">
              <a:spcBef>
                <a:spcPct val="0"/>
              </a:spcBef>
            </a:pPr>
            <a:r>
              <a:rPr lang="zh-CN" altLang="en-US"/>
              <a:t>验证本地计算机上是否正确地配置了</a:t>
            </a:r>
            <a:r>
              <a:rPr lang="en-US" altLang="zh-CN"/>
              <a:t>TCP/IP</a:t>
            </a:r>
            <a:endParaRPr lang="zh-CN" altLang="en-US"/>
          </a:p>
          <a:p>
            <a:pPr lvl="1">
              <a:spcBef>
                <a:spcPts val="475"/>
              </a:spcBef>
            </a:pPr>
            <a:r>
              <a:rPr lang="en-US" altLang="zh-CN"/>
              <a:t>ping </a:t>
            </a:r>
            <a:r>
              <a:rPr lang="zh-CN" altLang="en-US"/>
              <a:t>本地计算机的</a:t>
            </a:r>
            <a:r>
              <a:rPr lang="en-US" altLang="zh-CN"/>
              <a:t>IP</a:t>
            </a:r>
            <a:r>
              <a:rPr lang="zh-CN" altLang="en-US"/>
              <a:t>地址</a:t>
            </a:r>
            <a:endParaRPr lang="en-US" altLang="zh-CN"/>
          </a:p>
          <a:p>
            <a:pPr lvl="2">
              <a:spcBef>
                <a:spcPct val="0"/>
              </a:spcBef>
            </a:pPr>
            <a:r>
              <a:rPr lang="zh-CN" altLang="en-US"/>
              <a:t>验证其是否已正确地添加到网络中</a:t>
            </a:r>
          </a:p>
          <a:p>
            <a:pPr lvl="1">
              <a:spcBef>
                <a:spcPts val="475"/>
              </a:spcBef>
            </a:pPr>
            <a:r>
              <a:rPr lang="en-US" altLang="zh-CN"/>
              <a:t>ping</a:t>
            </a:r>
            <a:r>
              <a:rPr lang="zh-CN" altLang="en-US"/>
              <a:t>默认网关的</a:t>
            </a:r>
            <a:r>
              <a:rPr lang="en-US" altLang="zh-CN"/>
              <a:t>IP</a:t>
            </a:r>
            <a:r>
              <a:rPr lang="zh-CN" altLang="en-US"/>
              <a:t>地址</a:t>
            </a:r>
            <a:endParaRPr lang="en-US" altLang="zh-CN"/>
          </a:p>
          <a:p>
            <a:pPr lvl="2">
              <a:spcBef>
                <a:spcPct val="0"/>
              </a:spcBef>
            </a:pPr>
            <a:r>
              <a:rPr lang="zh-CN" altLang="en-US"/>
              <a:t>验证默认网关是否正常工作</a:t>
            </a:r>
            <a:endParaRPr lang="en-US" altLang="zh-CN"/>
          </a:p>
          <a:p>
            <a:pPr lvl="2">
              <a:spcBef>
                <a:spcPct val="0"/>
              </a:spcBef>
            </a:pPr>
            <a:r>
              <a:rPr lang="zh-CN" altLang="en-US"/>
              <a:t>是否可以与本地网络上的主机进行通信</a:t>
            </a:r>
          </a:p>
          <a:p>
            <a:pPr lvl="1">
              <a:spcBef>
                <a:spcPts val="475"/>
              </a:spcBef>
            </a:pPr>
            <a:r>
              <a:rPr lang="en-US" altLang="zh-CN"/>
              <a:t>ping</a:t>
            </a:r>
            <a:r>
              <a:rPr lang="zh-CN" altLang="en-US"/>
              <a:t>远程主机的</a:t>
            </a:r>
            <a:r>
              <a:rPr lang="en-US" altLang="zh-CN"/>
              <a:t>IP</a:t>
            </a:r>
            <a:r>
              <a:rPr lang="zh-CN" altLang="en-US"/>
              <a:t>地址</a:t>
            </a:r>
            <a:endParaRPr lang="en-US" altLang="zh-CN"/>
          </a:p>
          <a:p>
            <a:pPr lvl="2">
              <a:spcBef>
                <a:spcPct val="0"/>
              </a:spcBef>
            </a:pPr>
            <a:r>
              <a:rPr lang="zh-CN" altLang="en-US"/>
              <a:t>验证是否可以通过路由器进行通信</a:t>
            </a:r>
          </a:p>
          <a:p>
            <a:pPr>
              <a:spcBef>
                <a:spcPts val="675"/>
              </a:spcBef>
            </a:pPr>
            <a:endParaRPr lang="zh-CN" altLang="en-US"/>
          </a:p>
        </p:txBody>
      </p:sp>
      <p:sp>
        <p:nvSpPr>
          <p:cNvPr id="5" name="标题 2">
            <a:extLst>
              <a:ext uri="{FF2B5EF4-FFF2-40B4-BE49-F238E27FC236}">
                <a16:creationId xmlns:a16="http://schemas.microsoft.com/office/drawing/2014/main" id="{852304E7-4E67-44F9-8FED-32696B6E982E}"/>
              </a:ext>
            </a:extLst>
          </p:cNvPr>
          <p:cNvSpPr>
            <a:spLocks noGrp="1"/>
          </p:cNvSpPr>
          <p:nvPr>
            <p:ph type="title"/>
          </p:nvPr>
        </p:nvSpPr>
        <p:spPr>
          <a:xfrm>
            <a:off x="353728" y="521416"/>
            <a:ext cx="8763000" cy="639763"/>
          </a:xfrm>
        </p:spPr>
        <p:txBody>
          <a:bodyPr/>
          <a:lstStyle/>
          <a:p>
            <a:r>
              <a:rPr lang="zh-CN" altLang="en-US" dirty="0"/>
              <a:t>网络测试工具</a:t>
            </a:r>
            <a:r>
              <a:rPr lang="en-US" altLang="zh-CN" dirty="0"/>
              <a:t>2-2</a:t>
            </a:r>
            <a:endParaRPr lang="zh-CN" altLang="en-US" dirty="0"/>
          </a:p>
        </p:txBody>
      </p:sp>
    </p:spTree>
    <p:extLst>
      <p:ext uri="{BB962C8B-B14F-4D97-AF65-F5344CB8AC3E}">
        <p14:creationId xmlns:p14="http://schemas.microsoft.com/office/powerpoint/2010/main" val="1930966418"/>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835318-A86B-4409-944A-1726D62CC60E}"/>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6435D2E-46A2-4568-AD7C-3760BC95CF9D}"/>
              </a:ext>
            </a:extLst>
          </p:cNvPr>
          <p:cNvSpPr>
            <a:spLocks noGrp="1"/>
          </p:cNvSpPr>
          <p:nvPr>
            <p:ph idx="1"/>
          </p:nvPr>
        </p:nvSpPr>
        <p:spPr>
          <a:xfrm>
            <a:off x="491146" y="2551193"/>
            <a:ext cx="10972440" cy="751405"/>
          </a:xfrm>
        </p:spPr>
        <p:txBody>
          <a:bodyPr>
            <a:normAutofit/>
          </a:bodyPr>
          <a:lstStyle/>
          <a:p>
            <a:pPr marL="0" indent="0" algn="ctr">
              <a:buNone/>
            </a:pPr>
            <a:r>
              <a:rPr lang="zh-CN" altLang="en-US" sz="4800" dirty="0"/>
              <a:t>谢谢</a:t>
            </a:r>
          </a:p>
        </p:txBody>
      </p:sp>
    </p:spTree>
    <p:extLst>
      <p:ext uri="{BB962C8B-B14F-4D97-AF65-F5344CB8AC3E}">
        <p14:creationId xmlns:p14="http://schemas.microsoft.com/office/powerpoint/2010/main" val="3404734476"/>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6672</TotalTime>
  <Words>1436</Words>
  <Application>Microsoft Office PowerPoint</Application>
  <PresentationFormat>宽屏</PresentationFormat>
  <Paragraphs>449</Paragraphs>
  <Slides>25</Slides>
  <Notes>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Myriad Pro</vt:lpstr>
      <vt:lpstr>包图粗黑体</vt:lpstr>
      <vt:lpstr>黑体</vt:lpstr>
      <vt:lpstr>楷体_GB2312</vt:lpstr>
      <vt:lpstr>宋体</vt:lpstr>
      <vt:lpstr>微软雅黑</vt:lpstr>
      <vt:lpstr>Arial</vt:lpstr>
      <vt:lpstr>Symbol</vt:lpstr>
      <vt:lpstr>Times New Roman</vt:lpstr>
      <vt:lpstr>Wingdings</vt:lpstr>
      <vt:lpstr>Office Theme</vt:lpstr>
      <vt:lpstr>PowerPoint 演示文稿</vt:lpstr>
      <vt:lpstr>PowerPoint 演示文稿</vt:lpstr>
      <vt:lpstr>PowerPoint 演示文稿</vt:lpstr>
      <vt:lpstr>WAN 与LAN</vt:lpstr>
      <vt:lpstr>网络常见设备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IP地址的分类2-1</vt:lpstr>
      <vt:lpstr>PowerPoint 演示文稿</vt:lpstr>
      <vt:lpstr>私有地址</vt:lpstr>
      <vt:lpstr>网络测试工具2-1</vt:lpstr>
      <vt:lpstr>网络测试工具2-2</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cuiyongxin</dc:creator>
  <dc:description/>
  <cp:lastModifiedBy>Jason Chen</cp:lastModifiedBy>
  <cp:revision>168</cp:revision>
  <dcterms:created xsi:type="dcterms:W3CDTF">2019-12-12T13:30:13Z</dcterms:created>
  <dcterms:modified xsi:type="dcterms:W3CDTF">2021-10-14T12:55:21Z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KSOProductBuildVer">
    <vt:lpwstr>2052-1.2.1.1575</vt:lpwstr>
  </property>
  <property fmtid="{D5CDD505-2E9C-101B-9397-08002B2CF9AE}" pid="6" name="LinksUpToDate">
    <vt:bool>false</vt:bool>
  </property>
  <property fmtid="{D5CDD505-2E9C-101B-9397-08002B2CF9AE}" pid="7" name="MMClips">
    <vt:i4>0</vt:i4>
  </property>
  <property fmtid="{D5CDD505-2E9C-101B-9397-08002B2CF9AE}" pid="8" name="Notes">
    <vt:i4>4</vt:i4>
  </property>
  <property fmtid="{D5CDD505-2E9C-101B-9397-08002B2CF9AE}" pid="9" name="PresentationFormat">
    <vt:lpwstr>宽屏</vt:lpwstr>
  </property>
  <property fmtid="{D5CDD505-2E9C-101B-9397-08002B2CF9AE}" pid="10" name="ScaleCrop">
    <vt:bool>false</vt:bool>
  </property>
  <property fmtid="{D5CDD505-2E9C-101B-9397-08002B2CF9AE}" pid="11" name="ShareDoc">
    <vt:bool>false</vt:bool>
  </property>
  <property fmtid="{D5CDD505-2E9C-101B-9397-08002B2CF9AE}" pid="12" name="Slides">
    <vt:i4>24</vt:i4>
  </property>
</Properties>
</file>