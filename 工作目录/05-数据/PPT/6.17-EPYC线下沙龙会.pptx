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9" r:id="rId4"/>
  </p:sldMasterIdLst>
  <p:sldIdLst>
    <p:sldId id="307" r:id="rId5"/>
    <p:sldId id="308" r:id="rId6"/>
    <p:sldId id="309" r:id="rId7"/>
    <p:sldId id="310" r:id="rId8"/>
    <p:sldId id="311" r:id="rId9"/>
    <p:sldId id="312" r:id="rId10"/>
    <p:sldId id="313" r:id="rId11"/>
    <p:sldId id="314" r:id="rId12"/>
    <p:sldId id="315" r:id="rId13"/>
    <p:sldId id="316" r:id="rId14"/>
    <p:sldId id="317" r:id="rId15"/>
    <p:sldId id="318" r:id="rId16"/>
    <p:sldId id="319" r:id="rId17"/>
    <p:sldId id="320" r:id="rId18"/>
    <p:sldId id="321" r:id="rId19"/>
    <p:sldId id="322" r:id="rId20"/>
    <p:sldId id="323" r:id="rId21"/>
    <p:sldId id="324" r:id="rId22"/>
    <p:sldId id="325" r:id="rId23"/>
    <p:sldId id="326" r:id="rId24"/>
    <p:sldId id="327" r:id="rId25"/>
    <p:sldId id="328" r:id="rId26"/>
    <p:sldId id="329" r:id="rId2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45" userDrawn="1">
          <p15:clr>
            <a:srgbClr val="A4A3A4"/>
          </p15:clr>
        </p15:guide>
        <p15:guide id="2" pos="384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211E1A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245"/>
        <p:guide pos="384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0" Type="http://schemas.openxmlformats.org/officeDocument/2006/relationships/tableStyles" Target="tableStyles.xml"/><Relationship Id="rId3" Type="http://schemas.openxmlformats.org/officeDocument/2006/relationships/slideMaster" Target="slideMasters/slideMaster2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70.xml"/><Relationship Id="rId8" Type="http://schemas.openxmlformats.org/officeDocument/2006/relationships/tags" Target="../tags/tag69.xml"/><Relationship Id="rId7" Type="http://schemas.openxmlformats.org/officeDocument/2006/relationships/tags" Target="../tags/tag68.xml"/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4" Type="http://schemas.openxmlformats.org/officeDocument/2006/relationships/tags" Target="../tags/tag75.xml"/><Relationship Id="rId13" Type="http://schemas.openxmlformats.org/officeDocument/2006/relationships/tags" Target="../tags/tag74.xml"/><Relationship Id="rId12" Type="http://schemas.openxmlformats.org/officeDocument/2006/relationships/tags" Target="../tags/tag73.xml"/><Relationship Id="rId11" Type="http://schemas.openxmlformats.org/officeDocument/2006/relationships/tags" Target="../tags/tag72.xml"/><Relationship Id="rId10" Type="http://schemas.openxmlformats.org/officeDocument/2006/relationships/tags" Target="../tags/tag71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83.xml"/><Relationship Id="rId8" Type="http://schemas.openxmlformats.org/officeDocument/2006/relationships/tags" Target="../tags/tag82.xml"/><Relationship Id="rId7" Type="http://schemas.openxmlformats.org/officeDocument/2006/relationships/tags" Target="../tags/tag81.xml"/><Relationship Id="rId6" Type="http://schemas.openxmlformats.org/officeDocument/2006/relationships/tags" Target="../tags/tag80.xml"/><Relationship Id="rId5" Type="http://schemas.openxmlformats.org/officeDocument/2006/relationships/tags" Target="../tags/tag79.xml"/><Relationship Id="rId4" Type="http://schemas.openxmlformats.org/officeDocument/2006/relationships/tags" Target="../tags/tag78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1" Type="http://schemas.openxmlformats.org/officeDocument/2006/relationships/tags" Target="../tags/tag85.xml"/><Relationship Id="rId10" Type="http://schemas.openxmlformats.org/officeDocument/2006/relationships/tags" Target="../tags/tag84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93.xml"/><Relationship Id="rId8" Type="http://schemas.openxmlformats.org/officeDocument/2006/relationships/tags" Target="../tags/tag92.xml"/><Relationship Id="rId7" Type="http://schemas.openxmlformats.org/officeDocument/2006/relationships/tags" Target="../tags/tag91.xml"/><Relationship Id="rId6" Type="http://schemas.openxmlformats.org/officeDocument/2006/relationships/tags" Target="../tags/tag90.xml"/><Relationship Id="rId5" Type="http://schemas.openxmlformats.org/officeDocument/2006/relationships/tags" Target="../tags/tag89.xml"/><Relationship Id="rId4" Type="http://schemas.openxmlformats.org/officeDocument/2006/relationships/tags" Target="../tags/tag88.xml"/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1" Type="http://schemas.openxmlformats.org/officeDocument/2006/relationships/tags" Target="../tags/tag95.xml"/><Relationship Id="rId10" Type="http://schemas.openxmlformats.org/officeDocument/2006/relationships/tags" Target="../tags/tag94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103.xml"/><Relationship Id="rId8" Type="http://schemas.openxmlformats.org/officeDocument/2006/relationships/tags" Target="../tags/tag102.xml"/><Relationship Id="rId7" Type="http://schemas.openxmlformats.org/officeDocument/2006/relationships/tags" Target="../tags/tag101.xml"/><Relationship Id="rId6" Type="http://schemas.openxmlformats.org/officeDocument/2006/relationships/tags" Target="../tags/tag100.xml"/><Relationship Id="rId5" Type="http://schemas.openxmlformats.org/officeDocument/2006/relationships/tags" Target="../tags/tag99.xml"/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2" Type="http://schemas.openxmlformats.org/officeDocument/2006/relationships/tags" Target="../tags/tag106.xml"/><Relationship Id="rId11" Type="http://schemas.openxmlformats.org/officeDocument/2006/relationships/tags" Target="../tags/tag105.xml"/><Relationship Id="rId10" Type="http://schemas.openxmlformats.org/officeDocument/2006/relationships/tags" Target="../tags/tag104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114.xml"/><Relationship Id="rId8" Type="http://schemas.openxmlformats.org/officeDocument/2006/relationships/tags" Target="../tags/tag113.xml"/><Relationship Id="rId7" Type="http://schemas.openxmlformats.org/officeDocument/2006/relationships/tags" Target="../tags/tag112.xml"/><Relationship Id="rId6" Type="http://schemas.openxmlformats.org/officeDocument/2006/relationships/tags" Target="../tags/tag111.xml"/><Relationship Id="rId5" Type="http://schemas.openxmlformats.org/officeDocument/2006/relationships/tags" Target="../tags/tag110.xml"/><Relationship Id="rId4" Type="http://schemas.openxmlformats.org/officeDocument/2006/relationships/tags" Target="../tags/tag109.xml"/><Relationship Id="rId3" Type="http://schemas.openxmlformats.org/officeDocument/2006/relationships/tags" Target="../tags/tag108.xml"/><Relationship Id="rId2" Type="http://schemas.openxmlformats.org/officeDocument/2006/relationships/tags" Target="../tags/tag107.xml"/><Relationship Id="rId14" Type="http://schemas.openxmlformats.org/officeDocument/2006/relationships/tags" Target="../tags/tag119.xml"/><Relationship Id="rId13" Type="http://schemas.openxmlformats.org/officeDocument/2006/relationships/tags" Target="../tags/tag118.xml"/><Relationship Id="rId12" Type="http://schemas.openxmlformats.org/officeDocument/2006/relationships/tags" Target="../tags/tag117.xml"/><Relationship Id="rId11" Type="http://schemas.openxmlformats.org/officeDocument/2006/relationships/tags" Target="../tags/tag116.xml"/><Relationship Id="rId10" Type="http://schemas.openxmlformats.org/officeDocument/2006/relationships/tags" Target="../tags/tag115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125.xml"/><Relationship Id="rId8" Type="http://schemas.openxmlformats.org/officeDocument/2006/relationships/tags" Target="../tags/tag124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1.png"/><Relationship Id="rId5" Type="http://schemas.openxmlformats.org/officeDocument/2006/relationships/tags" Target="../tags/tag123.xml"/><Relationship Id="rId4" Type="http://schemas.openxmlformats.org/officeDocument/2006/relationships/tags" Target="../tags/tag122.xml"/><Relationship Id="rId3" Type="http://schemas.openxmlformats.org/officeDocument/2006/relationships/tags" Target="../tags/tag121.xml"/><Relationship Id="rId2" Type="http://schemas.openxmlformats.org/officeDocument/2006/relationships/tags" Target="../tags/tag120.xml"/><Relationship Id="rId11" Type="http://schemas.openxmlformats.org/officeDocument/2006/relationships/tags" Target="../tags/tag127.xml"/><Relationship Id="rId10" Type="http://schemas.openxmlformats.org/officeDocument/2006/relationships/tags" Target="../tags/tag126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130.xml"/><Relationship Id="rId3" Type="http://schemas.openxmlformats.org/officeDocument/2006/relationships/tags" Target="../tags/tag129.xml"/><Relationship Id="rId2" Type="http://schemas.openxmlformats.org/officeDocument/2006/relationships/tags" Target="../tags/tag128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138.xml"/><Relationship Id="rId8" Type="http://schemas.openxmlformats.org/officeDocument/2006/relationships/tags" Target="../tags/tag137.xml"/><Relationship Id="rId7" Type="http://schemas.openxmlformats.org/officeDocument/2006/relationships/tags" Target="../tags/tag136.xml"/><Relationship Id="rId6" Type="http://schemas.openxmlformats.org/officeDocument/2006/relationships/tags" Target="../tags/tag135.xml"/><Relationship Id="rId5" Type="http://schemas.openxmlformats.org/officeDocument/2006/relationships/tags" Target="../tags/tag134.xml"/><Relationship Id="rId4" Type="http://schemas.openxmlformats.org/officeDocument/2006/relationships/tags" Target="../tags/tag133.xml"/><Relationship Id="rId3" Type="http://schemas.openxmlformats.org/officeDocument/2006/relationships/tags" Target="../tags/tag132.xml"/><Relationship Id="rId2" Type="http://schemas.openxmlformats.org/officeDocument/2006/relationships/tags" Target="../tags/tag131.xml"/><Relationship Id="rId12" Type="http://schemas.openxmlformats.org/officeDocument/2006/relationships/tags" Target="../tags/tag141.xml"/><Relationship Id="rId11" Type="http://schemas.openxmlformats.org/officeDocument/2006/relationships/tags" Target="../tags/tag140.xml"/><Relationship Id="rId10" Type="http://schemas.openxmlformats.org/officeDocument/2006/relationships/tags" Target="../tags/tag139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149.xml"/><Relationship Id="rId8" Type="http://schemas.openxmlformats.org/officeDocument/2006/relationships/tags" Target="../tags/tag148.xml"/><Relationship Id="rId7" Type="http://schemas.openxmlformats.org/officeDocument/2006/relationships/tags" Target="../tags/tag147.xml"/><Relationship Id="rId6" Type="http://schemas.openxmlformats.org/officeDocument/2006/relationships/tags" Target="../tags/tag146.xml"/><Relationship Id="rId5" Type="http://schemas.openxmlformats.org/officeDocument/2006/relationships/tags" Target="../tags/tag145.xml"/><Relationship Id="rId4" Type="http://schemas.openxmlformats.org/officeDocument/2006/relationships/tags" Target="../tags/tag144.xml"/><Relationship Id="rId3" Type="http://schemas.openxmlformats.org/officeDocument/2006/relationships/tags" Target="../tags/tag143.xml"/><Relationship Id="rId2" Type="http://schemas.openxmlformats.org/officeDocument/2006/relationships/tags" Target="../tags/tag142.xml"/><Relationship Id="rId11" Type="http://schemas.openxmlformats.org/officeDocument/2006/relationships/tags" Target="../tags/tag151.xml"/><Relationship Id="rId10" Type="http://schemas.openxmlformats.org/officeDocument/2006/relationships/tags" Target="../tags/tag150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159.xml"/><Relationship Id="rId8" Type="http://schemas.openxmlformats.org/officeDocument/2006/relationships/tags" Target="../tags/tag158.xml"/><Relationship Id="rId7" Type="http://schemas.openxmlformats.org/officeDocument/2006/relationships/tags" Target="../tags/tag157.xml"/><Relationship Id="rId6" Type="http://schemas.openxmlformats.org/officeDocument/2006/relationships/tags" Target="../tags/tag156.xml"/><Relationship Id="rId5" Type="http://schemas.openxmlformats.org/officeDocument/2006/relationships/tags" Target="../tags/tag155.xml"/><Relationship Id="rId4" Type="http://schemas.openxmlformats.org/officeDocument/2006/relationships/tags" Target="../tags/tag154.xml"/><Relationship Id="rId3" Type="http://schemas.openxmlformats.org/officeDocument/2006/relationships/tags" Target="../tags/tag153.xml"/><Relationship Id="rId2" Type="http://schemas.openxmlformats.org/officeDocument/2006/relationships/tags" Target="../tags/tag152.xml"/><Relationship Id="rId10" Type="http://schemas.openxmlformats.org/officeDocument/2006/relationships/tags" Target="../tags/tag160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168.xml"/><Relationship Id="rId8" Type="http://schemas.openxmlformats.org/officeDocument/2006/relationships/tags" Target="../tags/tag167.xml"/><Relationship Id="rId7" Type="http://schemas.openxmlformats.org/officeDocument/2006/relationships/tags" Target="../tags/tag166.xml"/><Relationship Id="rId6" Type="http://schemas.openxmlformats.org/officeDocument/2006/relationships/tags" Target="../tags/tag165.xml"/><Relationship Id="rId5" Type="http://schemas.openxmlformats.org/officeDocument/2006/relationships/tags" Target="../tags/tag164.xml"/><Relationship Id="rId4" Type="http://schemas.openxmlformats.org/officeDocument/2006/relationships/tags" Target="../tags/tag163.xml"/><Relationship Id="rId3" Type="http://schemas.openxmlformats.org/officeDocument/2006/relationships/tags" Target="../tags/tag162.xml"/><Relationship Id="rId2" Type="http://schemas.openxmlformats.org/officeDocument/2006/relationships/tags" Target="../tags/tag161.xml"/><Relationship Id="rId14" Type="http://schemas.openxmlformats.org/officeDocument/2006/relationships/tags" Target="../tags/tag173.xml"/><Relationship Id="rId13" Type="http://schemas.openxmlformats.org/officeDocument/2006/relationships/tags" Target="../tags/tag172.xml"/><Relationship Id="rId12" Type="http://schemas.openxmlformats.org/officeDocument/2006/relationships/tags" Target="../tags/tag171.xml"/><Relationship Id="rId11" Type="http://schemas.openxmlformats.org/officeDocument/2006/relationships/tags" Target="../tags/tag170.xml"/><Relationship Id="rId10" Type="http://schemas.openxmlformats.org/officeDocument/2006/relationships/tags" Target="../tags/tag169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181.xml"/><Relationship Id="rId8" Type="http://schemas.openxmlformats.org/officeDocument/2006/relationships/tags" Target="../tags/tag180.xml"/><Relationship Id="rId7" Type="http://schemas.openxmlformats.org/officeDocument/2006/relationships/tags" Target="../tags/tag179.xml"/><Relationship Id="rId6" Type="http://schemas.openxmlformats.org/officeDocument/2006/relationships/tags" Target="../tags/tag178.xml"/><Relationship Id="rId5" Type="http://schemas.openxmlformats.org/officeDocument/2006/relationships/tags" Target="../tags/tag177.xml"/><Relationship Id="rId4" Type="http://schemas.openxmlformats.org/officeDocument/2006/relationships/tags" Target="../tags/tag176.xml"/><Relationship Id="rId3" Type="http://schemas.openxmlformats.org/officeDocument/2006/relationships/tags" Target="../tags/tag175.xml"/><Relationship Id="rId2" Type="http://schemas.openxmlformats.org/officeDocument/2006/relationships/tags" Target="../tags/tag174.xml"/><Relationship Id="rId10" Type="http://schemas.openxmlformats.org/officeDocument/2006/relationships/tags" Target="../tags/tag182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9" Type="http://schemas.openxmlformats.org/officeDocument/2006/relationships/tags" Target="../tags/tag190.xml"/><Relationship Id="rId8" Type="http://schemas.openxmlformats.org/officeDocument/2006/relationships/tags" Target="../tags/tag189.xml"/><Relationship Id="rId7" Type="http://schemas.openxmlformats.org/officeDocument/2006/relationships/tags" Target="../tags/tag188.xml"/><Relationship Id="rId6" Type="http://schemas.openxmlformats.org/officeDocument/2006/relationships/tags" Target="../tags/tag187.xml"/><Relationship Id="rId5" Type="http://schemas.openxmlformats.org/officeDocument/2006/relationships/tags" Target="../tags/tag186.xml"/><Relationship Id="rId4" Type="http://schemas.openxmlformats.org/officeDocument/2006/relationships/tags" Target="../tags/tag185.xml"/><Relationship Id="rId3" Type="http://schemas.openxmlformats.org/officeDocument/2006/relationships/tags" Target="../tags/tag184.xml"/><Relationship Id="rId2" Type="http://schemas.openxmlformats.org/officeDocument/2006/relationships/tags" Target="../tags/tag183.xml"/><Relationship Id="rId12" Type="http://schemas.openxmlformats.org/officeDocument/2006/relationships/tags" Target="../tags/tag193.xml"/><Relationship Id="rId11" Type="http://schemas.openxmlformats.org/officeDocument/2006/relationships/tags" Target="../tags/tag192.xml"/><Relationship Id="rId10" Type="http://schemas.openxmlformats.org/officeDocument/2006/relationships/tags" Target="../tags/tag191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tags" Target="../tags/tag201.xml"/><Relationship Id="rId8" Type="http://schemas.openxmlformats.org/officeDocument/2006/relationships/tags" Target="../tags/tag200.xml"/><Relationship Id="rId7" Type="http://schemas.openxmlformats.org/officeDocument/2006/relationships/tags" Target="../tags/tag199.xml"/><Relationship Id="rId6" Type="http://schemas.openxmlformats.org/officeDocument/2006/relationships/tags" Target="../tags/tag198.xml"/><Relationship Id="rId5" Type="http://schemas.openxmlformats.org/officeDocument/2006/relationships/tags" Target="../tags/tag197.xml"/><Relationship Id="rId4" Type="http://schemas.openxmlformats.org/officeDocument/2006/relationships/tags" Target="../tags/tag196.xml"/><Relationship Id="rId3" Type="http://schemas.openxmlformats.org/officeDocument/2006/relationships/tags" Target="../tags/tag195.xml"/><Relationship Id="rId2" Type="http://schemas.openxmlformats.org/officeDocument/2006/relationships/tags" Target="../tags/tag194.xml"/><Relationship Id="rId11" Type="http://schemas.openxmlformats.org/officeDocument/2006/relationships/tags" Target="../tags/tag203.xml"/><Relationship Id="rId10" Type="http://schemas.openxmlformats.org/officeDocument/2006/relationships/tags" Target="../tags/tag202.xml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211.xml"/><Relationship Id="rId8" Type="http://schemas.openxmlformats.org/officeDocument/2006/relationships/tags" Target="../tags/tag210.xml"/><Relationship Id="rId7" Type="http://schemas.openxmlformats.org/officeDocument/2006/relationships/tags" Target="../tags/tag209.xml"/><Relationship Id="rId6" Type="http://schemas.openxmlformats.org/officeDocument/2006/relationships/tags" Target="../tags/tag208.xml"/><Relationship Id="rId5" Type="http://schemas.openxmlformats.org/officeDocument/2006/relationships/tags" Target="../tags/tag207.xml"/><Relationship Id="rId4" Type="http://schemas.openxmlformats.org/officeDocument/2006/relationships/tags" Target="../tags/tag206.xml"/><Relationship Id="rId3" Type="http://schemas.openxmlformats.org/officeDocument/2006/relationships/tags" Target="../tags/tag205.xml"/><Relationship Id="rId2" Type="http://schemas.openxmlformats.org/officeDocument/2006/relationships/tags" Target="../tags/tag204.xml"/><Relationship Id="rId13" Type="http://schemas.openxmlformats.org/officeDocument/2006/relationships/tags" Target="../tags/tag215.xml"/><Relationship Id="rId12" Type="http://schemas.openxmlformats.org/officeDocument/2006/relationships/tags" Target="../tags/tag214.xml"/><Relationship Id="rId11" Type="http://schemas.openxmlformats.org/officeDocument/2006/relationships/tags" Target="../tags/tag213.xml"/><Relationship Id="rId10" Type="http://schemas.openxmlformats.org/officeDocument/2006/relationships/tags" Target="../tags/tag212.xml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9" Type="http://schemas.openxmlformats.org/officeDocument/2006/relationships/tags" Target="../tags/tag223.xml"/><Relationship Id="rId8" Type="http://schemas.openxmlformats.org/officeDocument/2006/relationships/tags" Target="../tags/tag222.xml"/><Relationship Id="rId7" Type="http://schemas.openxmlformats.org/officeDocument/2006/relationships/tags" Target="../tags/tag221.xml"/><Relationship Id="rId6" Type="http://schemas.openxmlformats.org/officeDocument/2006/relationships/tags" Target="../tags/tag220.xml"/><Relationship Id="rId5" Type="http://schemas.openxmlformats.org/officeDocument/2006/relationships/tags" Target="../tags/tag219.xml"/><Relationship Id="rId4" Type="http://schemas.openxmlformats.org/officeDocument/2006/relationships/tags" Target="../tags/tag218.xml"/><Relationship Id="rId3" Type="http://schemas.openxmlformats.org/officeDocument/2006/relationships/tags" Target="../tags/tag217.xml"/><Relationship Id="rId2" Type="http://schemas.openxmlformats.org/officeDocument/2006/relationships/tags" Target="../tags/tag216.xml"/><Relationship Id="rId13" Type="http://schemas.openxmlformats.org/officeDocument/2006/relationships/tags" Target="../tags/tag227.xml"/><Relationship Id="rId12" Type="http://schemas.openxmlformats.org/officeDocument/2006/relationships/tags" Target="../tags/tag226.xml"/><Relationship Id="rId11" Type="http://schemas.openxmlformats.org/officeDocument/2006/relationships/tags" Target="../tags/tag225.xml"/><Relationship Id="rId10" Type="http://schemas.openxmlformats.org/officeDocument/2006/relationships/tags" Target="../tags/tag224.xml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235.xml"/><Relationship Id="rId8" Type="http://schemas.openxmlformats.org/officeDocument/2006/relationships/tags" Target="../tags/tag234.xml"/><Relationship Id="rId7" Type="http://schemas.openxmlformats.org/officeDocument/2006/relationships/tags" Target="../tags/tag233.xml"/><Relationship Id="rId6" Type="http://schemas.openxmlformats.org/officeDocument/2006/relationships/tags" Target="../tags/tag232.xml"/><Relationship Id="rId5" Type="http://schemas.openxmlformats.org/officeDocument/2006/relationships/tags" Target="../tags/tag231.xml"/><Relationship Id="rId4" Type="http://schemas.openxmlformats.org/officeDocument/2006/relationships/tags" Target="../tags/tag230.xml"/><Relationship Id="rId3" Type="http://schemas.openxmlformats.org/officeDocument/2006/relationships/tags" Target="../tags/tag229.xml"/><Relationship Id="rId2" Type="http://schemas.openxmlformats.org/officeDocument/2006/relationships/tags" Target="../tags/tag228.xml"/><Relationship Id="rId15" Type="http://schemas.openxmlformats.org/officeDocument/2006/relationships/tags" Target="../tags/tag241.xml"/><Relationship Id="rId14" Type="http://schemas.openxmlformats.org/officeDocument/2006/relationships/tags" Target="../tags/tag240.xml"/><Relationship Id="rId13" Type="http://schemas.openxmlformats.org/officeDocument/2006/relationships/tags" Target="../tags/tag239.xml"/><Relationship Id="rId12" Type="http://schemas.openxmlformats.org/officeDocument/2006/relationships/tags" Target="../tags/tag238.xml"/><Relationship Id="rId11" Type="http://schemas.openxmlformats.org/officeDocument/2006/relationships/tags" Target="../tags/tag237.xml"/><Relationship Id="rId10" Type="http://schemas.openxmlformats.org/officeDocument/2006/relationships/tags" Target="../tags/tag236.xml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9" Type="http://schemas.openxmlformats.org/officeDocument/2006/relationships/tags" Target="../tags/tag249.xml"/><Relationship Id="rId8" Type="http://schemas.openxmlformats.org/officeDocument/2006/relationships/tags" Target="../tags/tag248.xml"/><Relationship Id="rId7" Type="http://schemas.openxmlformats.org/officeDocument/2006/relationships/tags" Target="../tags/tag247.xml"/><Relationship Id="rId6" Type="http://schemas.openxmlformats.org/officeDocument/2006/relationships/tags" Target="../tags/tag246.xml"/><Relationship Id="rId5" Type="http://schemas.openxmlformats.org/officeDocument/2006/relationships/tags" Target="../tags/tag245.xml"/><Relationship Id="rId4" Type="http://schemas.openxmlformats.org/officeDocument/2006/relationships/tags" Target="../tags/tag244.xml"/><Relationship Id="rId3" Type="http://schemas.openxmlformats.org/officeDocument/2006/relationships/tags" Target="../tags/tag243.xml"/><Relationship Id="rId2" Type="http://schemas.openxmlformats.org/officeDocument/2006/relationships/tags" Target="../tags/tag242.xml"/><Relationship Id="rId12" Type="http://schemas.openxmlformats.org/officeDocument/2006/relationships/tags" Target="../tags/tag252.xml"/><Relationship Id="rId11" Type="http://schemas.openxmlformats.org/officeDocument/2006/relationships/tags" Target="../tags/tag251.xml"/><Relationship Id="rId10" Type="http://schemas.openxmlformats.org/officeDocument/2006/relationships/tags" Target="../tags/tag250.xml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9" Type="http://schemas.openxmlformats.org/officeDocument/2006/relationships/tags" Target="../tags/tag266.xml"/><Relationship Id="rId8" Type="http://schemas.openxmlformats.org/officeDocument/2006/relationships/tags" Target="../tags/tag265.xml"/><Relationship Id="rId7" Type="http://schemas.openxmlformats.org/officeDocument/2006/relationships/tags" Target="../tags/tag264.xml"/><Relationship Id="rId6" Type="http://schemas.openxmlformats.org/officeDocument/2006/relationships/tags" Target="../tags/tag263.xml"/><Relationship Id="rId5" Type="http://schemas.openxmlformats.org/officeDocument/2006/relationships/tags" Target="../tags/tag262.xml"/><Relationship Id="rId4" Type="http://schemas.openxmlformats.org/officeDocument/2006/relationships/tags" Target="../tags/tag261.xml"/><Relationship Id="rId3" Type="http://schemas.openxmlformats.org/officeDocument/2006/relationships/tags" Target="../tags/tag260.xml"/><Relationship Id="rId2" Type="http://schemas.openxmlformats.org/officeDocument/2006/relationships/tags" Target="../tags/tag259.xml"/><Relationship Id="rId14" Type="http://schemas.openxmlformats.org/officeDocument/2006/relationships/tags" Target="../tags/tag271.xml"/><Relationship Id="rId13" Type="http://schemas.openxmlformats.org/officeDocument/2006/relationships/tags" Target="../tags/tag270.xml"/><Relationship Id="rId12" Type="http://schemas.openxmlformats.org/officeDocument/2006/relationships/tags" Target="../tags/tag269.xml"/><Relationship Id="rId11" Type="http://schemas.openxmlformats.org/officeDocument/2006/relationships/tags" Target="../tags/tag268.xml"/><Relationship Id="rId10" Type="http://schemas.openxmlformats.org/officeDocument/2006/relationships/tags" Target="../tags/tag267.xml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9" Type="http://schemas.openxmlformats.org/officeDocument/2006/relationships/tags" Target="../tags/tag279.xml"/><Relationship Id="rId8" Type="http://schemas.openxmlformats.org/officeDocument/2006/relationships/tags" Target="../tags/tag278.xml"/><Relationship Id="rId7" Type="http://schemas.openxmlformats.org/officeDocument/2006/relationships/tags" Target="../tags/tag277.xml"/><Relationship Id="rId6" Type="http://schemas.openxmlformats.org/officeDocument/2006/relationships/tags" Target="../tags/tag276.xml"/><Relationship Id="rId5" Type="http://schemas.openxmlformats.org/officeDocument/2006/relationships/tags" Target="../tags/tag275.xml"/><Relationship Id="rId4" Type="http://schemas.openxmlformats.org/officeDocument/2006/relationships/tags" Target="../tags/tag274.xml"/><Relationship Id="rId3" Type="http://schemas.openxmlformats.org/officeDocument/2006/relationships/tags" Target="../tags/tag273.xml"/><Relationship Id="rId2" Type="http://schemas.openxmlformats.org/officeDocument/2006/relationships/tags" Target="../tags/tag272.xml"/><Relationship Id="rId11" Type="http://schemas.openxmlformats.org/officeDocument/2006/relationships/tags" Target="../tags/tag281.xml"/><Relationship Id="rId10" Type="http://schemas.openxmlformats.org/officeDocument/2006/relationships/tags" Target="../tags/tag280.xml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9" Type="http://schemas.openxmlformats.org/officeDocument/2006/relationships/tags" Target="../tags/tag289.xml"/><Relationship Id="rId8" Type="http://schemas.openxmlformats.org/officeDocument/2006/relationships/tags" Target="../tags/tag288.xml"/><Relationship Id="rId7" Type="http://schemas.openxmlformats.org/officeDocument/2006/relationships/tags" Target="../tags/tag287.xml"/><Relationship Id="rId6" Type="http://schemas.openxmlformats.org/officeDocument/2006/relationships/tags" Target="../tags/tag286.xml"/><Relationship Id="rId5" Type="http://schemas.openxmlformats.org/officeDocument/2006/relationships/tags" Target="../tags/tag285.xml"/><Relationship Id="rId4" Type="http://schemas.openxmlformats.org/officeDocument/2006/relationships/tags" Target="../tags/tag284.xml"/><Relationship Id="rId3" Type="http://schemas.openxmlformats.org/officeDocument/2006/relationships/tags" Target="../tags/tag283.xml"/><Relationship Id="rId2" Type="http://schemas.openxmlformats.org/officeDocument/2006/relationships/tags" Target="../tags/tag282.xml"/><Relationship Id="rId11" Type="http://schemas.openxmlformats.org/officeDocument/2006/relationships/tags" Target="../tags/tag291.xml"/><Relationship Id="rId10" Type="http://schemas.openxmlformats.org/officeDocument/2006/relationships/tags" Target="../tags/tag290.xml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9" Type="http://schemas.openxmlformats.org/officeDocument/2006/relationships/tags" Target="../tags/tag299.xml"/><Relationship Id="rId8" Type="http://schemas.openxmlformats.org/officeDocument/2006/relationships/tags" Target="../tags/tag298.xml"/><Relationship Id="rId7" Type="http://schemas.openxmlformats.org/officeDocument/2006/relationships/tags" Target="../tags/tag297.xml"/><Relationship Id="rId6" Type="http://schemas.openxmlformats.org/officeDocument/2006/relationships/tags" Target="../tags/tag296.xml"/><Relationship Id="rId5" Type="http://schemas.openxmlformats.org/officeDocument/2006/relationships/tags" Target="../tags/tag295.xml"/><Relationship Id="rId4" Type="http://schemas.openxmlformats.org/officeDocument/2006/relationships/tags" Target="../tags/tag294.xml"/><Relationship Id="rId3" Type="http://schemas.openxmlformats.org/officeDocument/2006/relationships/tags" Target="../tags/tag293.xml"/><Relationship Id="rId2" Type="http://schemas.openxmlformats.org/officeDocument/2006/relationships/tags" Target="../tags/tag292.xml"/><Relationship Id="rId12" Type="http://schemas.openxmlformats.org/officeDocument/2006/relationships/tags" Target="../tags/tag302.xml"/><Relationship Id="rId11" Type="http://schemas.openxmlformats.org/officeDocument/2006/relationships/tags" Target="../tags/tag301.xml"/><Relationship Id="rId10" Type="http://schemas.openxmlformats.org/officeDocument/2006/relationships/tags" Target="../tags/tag300.xml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9" Type="http://schemas.openxmlformats.org/officeDocument/2006/relationships/tags" Target="../tags/tag310.xml"/><Relationship Id="rId8" Type="http://schemas.openxmlformats.org/officeDocument/2006/relationships/tags" Target="../tags/tag309.xml"/><Relationship Id="rId7" Type="http://schemas.openxmlformats.org/officeDocument/2006/relationships/tags" Target="../tags/tag308.xml"/><Relationship Id="rId6" Type="http://schemas.openxmlformats.org/officeDocument/2006/relationships/tags" Target="../tags/tag307.xml"/><Relationship Id="rId5" Type="http://schemas.openxmlformats.org/officeDocument/2006/relationships/tags" Target="../tags/tag306.xml"/><Relationship Id="rId4" Type="http://schemas.openxmlformats.org/officeDocument/2006/relationships/tags" Target="../tags/tag305.xml"/><Relationship Id="rId3" Type="http://schemas.openxmlformats.org/officeDocument/2006/relationships/tags" Target="../tags/tag304.xml"/><Relationship Id="rId2" Type="http://schemas.openxmlformats.org/officeDocument/2006/relationships/tags" Target="../tags/tag303.xml"/><Relationship Id="rId14" Type="http://schemas.openxmlformats.org/officeDocument/2006/relationships/tags" Target="../tags/tag315.xml"/><Relationship Id="rId13" Type="http://schemas.openxmlformats.org/officeDocument/2006/relationships/tags" Target="../tags/tag314.xml"/><Relationship Id="rId12" Type="http://schemas.openxmlformats.org/officeDocument/2006/relationships/tags" Target="../tags/tag313.xml"/><Relationship Id="rId11" Type="http://schemas.openxmlformats.org/officeDocument/2006/relationships/tags" Target="../tags/tag312.xml"/><Relationship Id="rId10" Type="http://schemas.openxmlformats.org/officeDocument/2006/relationships/tags" Target="../tags/tag311.xml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9" Type="http://schemas.openxmlformats.org/officeDocument/2006/relationships/tags" Target="../tags/tag321.xml"/><Relationship Id="rId8" Type="http://schemas.openxmlformats.org/officeDocument/2006/relationships/tags" Target="../tags/tag320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1.png"/><Relationship Id="rId5" Type="http://schemas.openxmlformats.org/officeDocument/2006/relationships/tags" Target="../tags/tag319.xml"/><Relationship Id="rId4" Type="http://schemas.openxmlformats.org/officeDocument/2006/relationships/tags" Target="../tags/tag318.xml"/><Relationship Id="rId3" Type="http://schemas.openxmlformats.org/officeDocument/2006/relationships/tags" Target="../tags/tag317.xml"/><Relationship Id="rId2" Type="http://schemas.openxmlformats.org/officeDocument/2006/relationships/tags" Target="../tags/tag316.xml"/><Relationship Id="rId11" Type="http://schemas.openxmlformats.org/officeDocument/2006/relationships/tags" Target="../tags/tag323.xml"/><Relationship Id="rId10" Type="http://schemas.openxmlformats.org/officeDocument/2006/relationships/tags" Target="../tags/tag322.xml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4" Type="http://schemas.openxmlformats.org/officeDocument/2006/relationships/tags" Target="../tags/tag326.xml"/><Relationship Id="rId3" Type="http://schemas.openxmlformats.org/officeDocument/2006/relationships/tags" Target="../tags/tag325.xml"/><Relationship Id="rId2" Type="http://schemas.openxmlformats.org/officeDocument/2006/relationships/tags" Target="../tags/tag324.xml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9" Type="http://schemas.openxmlformats.org/officeDocument/2006/relationships/tags" Target="../tags/tag334.xml"/><Relationship Id="rId8" Type="http://schemas.openxmlformats.org/officeDocument/2006/relationships/tags" Target="../tags/tag333.xml"/><Relationship Id="rId7" Type="http://schemas.openxmlformats.org/officeDocument/2006/relationships/tags" Target="../tags/tag332.xml"/><Relationship Id="rId6" Type="http://schemas.openxmlformats.org/officeDocument/2006/relationships/tags" Target="../tags/tag331.xml"/><Relationship Id="rId5" Type="http://schemas.openxmlformats.org/officeDocument/2006/relationships/tags" Target="../tags/tag330.xml"/><Relationship Id="rId4" Type="http://schemas.openxmlformats.org/officeDocument/2006/relationships/tags" Target="../tags/tag329.xml"/><Relationship Id="rId3" Type="http://schemas.openxmlformats.org/officeDocument/2006/relationships/tags" Target="../tags/tag328.xml"/><Relationship Id="rId2" Type="http://schemas.openxmlformats.org/officeDocument/2006/relationships/tags" Target="../tags/tag327.xml"/><Relationship Id="rId12" Type="http://schemas.openxmlformats.org/officeDocument/2006/relationships/tags" Target="../tags/tag337.xml"/><Relationship Id="rId11" Type="http://schemas.openxmlformats.org/officeDocument/2006/relationships/tags" Target="../tags/tag336.xml"/><Relationship Id="rId10" Type="http://schemas.openxmlformats.org/officeDocument/2006/relationships/tags" Target="../tags/tag335.xml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9" Type="http://schemas.openxmlformats.org/officeDocument/2006/relationships/tags" Target="../tags/tag345.xml"/><Relationship Id="rId8" Type="http://schemas.openxmlformats.org/officeDocument/2006/relationships/tags" Target="../tags/tag344.xml"/><Relationship Id="rId7" Type="http://schemas.openxmlformats.org/officeDocument/2006/relationships/tags" Target="../tags/tag343.xml"/><Relationship Id="rId6" Type="http://schemas.openxmlformats.org/officeDocument/2006/relationships/tags" Target="../tags/tag342.xml"/><Relationship Id="rId5" Type="http://schemas.openxmlformats.org/officeDocument/2006/relationships/tags" Target="../tags/tag341.xml"/><Relationship Id="rId4" Type="http://schemas.openxmlformats.org/officeDocument/2006/relationships/tags" Target="../tags/tag340.xml"/><Relationship Id="rId3" Type="http://schemas.openxmlformats.org/officeDocument/2006/relationships/tags" Target="../tags/tag339.xml"/><Relationship Id="rId2" Type="http://schemas.openxmlformats.org/officeDocument/2006/relationships/tags" Target="../tags/tag338.xml"/><Relationship Id="rId11" Type="http://schemas.openxmlformats.org/officeDocument/2006/relationships/tags" Target="../tags/tag347.xml"/><Relationship Id="rId10" Type="http://schemas.openxmlformats.org/officeDocument/2006/relationships/tags" Target="../tags/tag346.xml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9" Type="http://schemas.openxmlformats.org/officeDocument/2006/relationships/tags" Target="../tags/tag355.xml"/><Relationship Id="rId8" Type="http://schemas.openxmlformats.org/officeDocument/2006/relationships/tags" Target="../tags/tag354.xml"/><Relationship Id="rId7" Type="http://schemas.openxmlformats.org/officeDocument/2006/relationships/tags" Target="../tags/tag353.xml"/><Relationship Id="rId6" Type="http://schemas.openxmlformats.org/officeDocument/2006/relationships/tags" Target="../tags/tag352.xml"/><Relationship Id="rId5" Type="http://schemas.openxmlformats.org/officeDocument/2006/relationships/tags" Target="../tags/tag351.xml"/><Relationship Id="rId4" Type="http://schemas.openxmlformats.org/officeDocument/2006/relationships/tags" Target="../tags/tag350.xml"/><Relationship Id="rId3" Type="http://schemas.openxmlformats.org/officeDocument/2006/relationships/tags" Target="../tags/tag349.xml"/><Relationship Id="rId2" Type="http://schemas.openxmlformats.org/officeDocument/2006/relationships/tags" Target="../tags/tag348.xml"/><Relationship Id="rId10" Type="http://schemas.openxmlformats.org/officeDocument/2006/relationships/tags" Target="../tags/tag356.xml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9" Type="http://schemas.openxmlformats.org/officeDocument/2006/relationships/tags" Target="../tags/tag364.xml"/><Relationship Id="rId8" Type="http://schemas.openxmlformats.org/officeDocument/2006/relationships/tags" Target="../tags/tag363.xml"/><Relationship Id="rId7" Type="http://schemas.openxmlformats.org/officeDocument/2006/relationships/tags" Target="../tags/tag362.xml"/><Relationship Id="rId6" Type="http://schemas.openxmlformats.org/officeDocument/2006/relationships/tags" Target="../tags/tag361.xml"/><Relationship Id="rId5" Type="http://schemas.openxmlformats.org/officeDocument/2006/relationships/tags" Target="../tags/tag360.xml"/><Relationship Id="rId4" Type="http://schemas.openxmlformats.org/officeDocument/2006/relationships/tags" Target="../tags/tag359.xml"/><Relationship Id="rId3" Type="http://schemas.openxmlformats.org/officeDocument/2006/relationships/tags" Target="../tags/tag358.xml"/><Relationship Id="rId2" Type="http://schemas.openxmlformats.org/officeDocument/2006/relationships/tags" Target="../tags/tag357.xml"/><Relationship Id="rId14" Type="http://schemas.openxmlformats.org/officeDocument/2006/relationships/tags" Target="../tags/tag369.xml"/><Relationship Id="rId13" Type="http://schemas.openxmlformats.org/officeDocument/2006/relationships/tags" Target="../tags/tag368.xml"/><Relationship Id="rId12" Type="http://schemas.openxmlformats.org/officeDocument/2006/relationships/tags" Target="../tags/tag367.xml"/><Relationship Id="rId11" Type="http://schemas.openxmlformats.org/officeDocument/2006/relationships/tags" Target="../tags/tag366.xml"/><Relationship Id="rId10" Type="http://schemas.openxmlformats.org/officeDocument/2006/relationships/tags" Target="../tags/tag365.xml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9" Type="http://schemas.openxmlformats.org/officeDocument/2006/relationships/tags" Target="../tags/tag377.xml"/><Relationship Id="rId8" Type="http://schemas.openxmlformats.org/officeDocument/2006/relationships/tags" Target="../tags/tag376.xml"/><Relationship Id="rId7" Type="http://schemas.openxmlformats.org/officeDocument/2006/relationships/tags" Target="../tags/tag375.xml"/><Relationship Id="rId6" Type="http://schemas.openxmlformats.org/officeDocument/2006/relationships/tags" Target="../tags/tag374.xml"/><Relationship Id="rId5" Type="http://schemas.openxmlformats.org/officeDocument/2006/relationships/tags" Target="../tags/tag373.xml"/><Relationship Id="rId4" Type="http://schemas.openxmlformats.org/officeDocument/2006/relationships/tags" Target="../tags/tag372.xml"/><Relationship Id="rId3" Type="http://schemas.openxmlformats.org/officeDocument/2006/relationships/tags" Target="../tags/tag371.xml"/><Relationship Id="rId2" Type="http://schemas.openxmlformats.org/officeDocument/2006/relationships/tags" Target="../tags/tag370.xml"/><Relationship Id="rId10" Type="http://schemas.openxmlformats.org/officeDocument/2006/relationships/tags" Target="../tags/tag378.xml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9" Type="http://schemas.openxmlformats.org/officeDocument/2006/relationships/tags" Target="../tags/tag386.xml"/><Relationship Id="rId8" Type="http://schemas.openxmlformats.org/officeDocument/2006/relationships/tags" Target="../tags/tag385.xml"/><Relationship Id="rId7" Type="http://schemas.openxmlformats.org/officeDocument/2006/relationships/tags" Target="../tags/tag384.xml"/><Relationship Id="rId6" Type="http://schemas.openxmlformats.org/officeDocument/2006/relationships/tags" Target="../tags/tag383.xml"/><Relationship Id="rId5" Type="http://schemas.openxmlformats.org/officeDocument/2006/relationships/tags" Target="../tags/tag382.xml"/><Relationship Id="rId4" Type="http://schemas.openxmlformats.org/officeDocument/2006/relationships/tags" Target="../tags/tag381.xml"/><Relationship Id="rId3" Type="http://schemas.openxmlformats.org/officeDocument/2006/relationships/tags" Target="../tags/tag380.xml"/><Relationship Id="rId2" Type="http://schemas.openxmlformats.org/officeDocument/2006/relationships/tags" Target="../tags/tag379.xml"/><Relationship Id="rId12" Type="http://schemas.openxmlformats.org/officeDocument/2006/relationships/tags" Target="../tags/tag389.xml"/><Relationship Id="rId11" Type="http://schemas.openxmlformats.org/officeDocument/2006/relationships/tags" Target="../tags/tag388.xml"/><Relationship Id="rId10" Type="http://schemas.openxmlformats.org/officeDocument/2006/relationships/tags" Target="../tags/tag387.xml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9" Type="http://schemas.openxmlformats.org/officeDocument/2006/relationships/tags" Target="../tags/tag397.xml"/><Relationship Id="rId8" Type="http://schemas.openxmlformats.org/officeDocument/2006/relationships/tags" Target="../tags/tag396.xml"/><Relationship Id="rId7" Type="http://schemas.openxmlformats.org/officeDocument/2006/relationships/tags" Target="../tags/tag395.xml"/><Relationship Id="rId6" Type="http://schemas.openxmlformats.org/officeDocument/2006/relationships/tags" Target="../tags/tag394.xml"/><Relationship Id="rId5" Type="http://schemas.openxmlformats.org/officeDocument/2006/relationships/tags" Target="../tags/tag393.xml"/><Relationship Id="rId4" Type="http://schemas.openxmlformats.org/officeDocument/2006/relationships/tags" Target="../tags/tag392.xml"/><Relationship Id="rId3" Type="http://schemas.openxmlformats.org/officeDocument/2006/relationships/tags" Target="../tags/tag391.xml"/><Relationship Id="rId2" Type="http://schemas.openxmlformats.org/officeDocument/2006/relationships/tags" Target="../tags/tag390.xml"/><Relationship Id="rId11" Type="http://schemas.openxmlformats.org/officeDocument/2006/relationships/tags" Target="../tags/tag399.xml"/><Relationship Id="rId10" Type="http://schemas.openxmlformats.org/officeDocument/2006/relationships/tags" Target="../tags/tag398.xml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9" Type="http://schemas.openxmlformats.org/officeDocument/2006/relationships/tags" Target="../tags/tag407.xml"/><Relationship Id="rId8" Type="http://schemas.openxmlformats.org/officeDocument/2006/relationships/tags" Target="../tags/tag406.xml"/><Relationship Id="rId7" Type="http://schemas.openxmlformats.org/officeDocument/2006/relationships/tags" Target="../tags/tag405.xml"/><Relationship Id="rId6" Type="http://schemas.openxmlformats.org/officeDocument/2006/relationships/tags" Target="../tags/tag404.xml"/><Relationship Id="rId5" Type="http://schemas.openxmlformats.org/officeDocument/2006/relationships/tags" Target="../tags/tag403.xml"/><Relationship Id="rId4" Type="http://schemas.openxmlformats.org/officeDocument/2006/relationships/tags" Target="../tags/tag402.xml"/><Relationship Id="rId3" Type="http://schemas.openxmlformats.org/officeDocument/2006/relationships/tags" Target="../tags/tag401.xml"/><Relationship Id="rId2" Type="http://schemas.openxmlformats.org/officeDocument/2006/relationships/tags" Target="../tags/tag400.xml"/><Relationship Id="rId13" Type="http://schemas.openxmlformats.org/officeDocument/2006/relationships/tags" Target="../tags/tag411.xml"/><Relationship Id="rId12" Type="http://schemas.openxmlformats.org/officeDocument/2006/relationships/tags" Target="../tags/tag410.xml"/><Relationship Id="rId11" Type="http://schemas.openxmlformats.org/officeDocument/2006/relationships/tags" Target="../tags/tag409.xml"/><Relationship Id="rId10" Type="http://schemas.openxmlformats.org/officeDocument/2006/relationships/tags" Target="../tags/tag408.xml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9" Type="http://schemas.openxmlformats.org/officeDocument/2006/relationships/tags" Target="../tags/tag419.xml"/><Relationship Id="rId8" Type="http://schemas.openxmlformats.org/officeDocument/2006/relationships/tags" Target="../tags/tag418.xml"/><Relationship Id="rId7" Type="http://schemas.openxmlformats.org/officeDocument/2006/relationships/tags" Target="../tags/tag417.xml"/><Relationship Id="rId6" Type="http://schemas.openxmlformats.org/officeDocument/2006/relationships/tags" Target="../tags/tag416.xml"/><Relationship Id="rId5" Type="http://schemas.openxmlformats.org/officeDocument/2006/relationships/tags" Target="../tags/tag415.xml"/><Relationship Id="rId4" Type="http://schemas.openxmlformats.org/officeDocument/2006/relationships/tags" Target="../tags/tag414.xml"/><Relationship Id="rId3" Type="http://schemas.openxmlformats.org/officeDocument/2006/relationships/tags" Target="../tags/tag413.xml"/><Relationship Id="rId2" Type="http://schemas.openxmlformats.org/officeDocument/2006/relationships/tags" Target="../tags/tag412.xml"/><Relationship Id="rId13" Type="http://schemas.openxmlformats.org/officeDocument/2006/relationships/tags" Target="../tags/tag423.xml"/><Relationship Id="rId12" Type="http://schemas.openxmlformats.org/officeDocument/2006/relationships/tags" Target="../tags/tag422.xml"/><Relationship Id="rId11" Type="http://schemas.openxmlformats.org/officeDocument/2006/relationships/tags" Target="../tags/tag421.xml"/><Relationship Id="rId10" Type="http://schemas.openxmlformats.org/officeDocument/2006/relationships/tags" Target="../tags/tag420.xml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9" Type="http://schemas.openxmlformats.org/officeDocument/2006/relationships/tags" Target="../tags/tag431.xml"/><Relationship Id="rId8" Type="http://schemas.openxmlformats.org/officeDocument/2006/relationships/tags" Target="../tags/tag430.xml"/><Relationship Id="rId7" Type="http://schemas.openxmlformats.org/officeDocument/2006/relationships/tags" Target="../tags/tag429.xml"/><Relationship Id="rId6" Type="http://schemas.openxmlformats.org/officeDocument/2006/relationships/tags" Target="../tags/tag428.xml"/><Relationship Id="rId5" Type="http://schemas.openxmlformats.org/officeDocument/2006/relationships/tags" Target="../tags/tag427.xml"/><Relationship Id="rId4" Type="http://schemas.openxmlformats.org/officeDocument/2006/relationships/tags" Target="../tags/tag426.xml"/><Relationship Id="rId3" Type="http://schemas.openxmlformats.org/officeDocument/2006/relationships/tags" Target="../tags/tag425.xml"/><Relationship Id="rId2" Type="http://schemas.openxmlformats.org/officeDocument/2006/relationships/tags" Target="../tags/tag424.xml"/><Relationship Id="rId15" Type="http://schemas.openxmlformats.org/officeDocument/2006/relationships/tags" Target="../tags/tag437.xml"/><Relationship Id="rId14" Type="http://schemas.openxmlformats.org/officeDocument/2006/relationships/tags" Target="../tags/tag436.xml"/><Relationship Id="rId13" Type="http://schemas.openxmlformats.org/officeDocument/2006/relationships/tags" Target="../tags/tag435.xml"/><Relationship Id="rId12" Type="http://schemas.openxmlformats.org/officeDocument/2006/relationships/tags" Target="../tags/tag434.xml"/><Relationship Id="rId11" Type="http://schemas.openxmlformats.org/officeDocument/2006/relationships/tags" Target="../tags/tag433.xml"/><Relationship Id="rId10" Type="http://schemas.openxmlformats.org/officeDocument/2006/relationships/tags" Target="../tags/tag432.xml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9" Type="http://schemas.openxmlformats.org/officeDocument/2006/relationships/tags" Target="../tags/tag445.xml"/><Relationship Id="rId8" Type="http://schemas.openxmlformats.org/officeDocument/2006/relationships/tags" Target="../tags/tag444.xml"/><Relationship Id="rId7" Type="http://schemas.openxmlformats.org/officeDocument/2006/relationships/tags" Target="../tags/tag443.xml"/><Relationship Id="rId6" Type="http://schemas.openxmlformats.org/officeDocument/2006/relationships/tags" Target="../tags/tag442.xml"/><Relationship Id="rId5" Type="http://schemas.openxmlformats.org/officeDocument/2006/relationships/tags" Target="../tags/tag441.xml"/><Relationship Id="rId4" Type="http://schemas.openxmlformats.org/officeDocument/2006/relationships/tags" Target="../tags/tag440.xml"/><Relationship Id="rId3" Type="http://schemas.openxmlformats.org/officeDocument/2006/relationships/tags" Target="../tags/tag439.xml"/><Relationship Id="rId2" Type="http://schemas.openxmlformats.org/officeDocument/2006/relationships/tags" Target="../tags/tag438.xml"/><Relationship Id="rId12" Type="http://schemas.openxmlformats.org/officeDocument/2006/relationships/tags" Target="../tags/tag448.xml"/><Relationship Id="rId11" Type="http://schemas.openxmlformats.org/officeDocument/2006/relationships/tags" Target="../tags/tag447.xml"/><Relationship Id="rId10" Type="http://schemas.openxmlformats.org/officeDocument/2006/relationships/tags" Target="../tags/tag446.xml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 userDrawn="1">
            <p:custDataLst>
              <p:tags r:id="rId2"/>
            </p:custDataLst>
          </p:nvPr>
        </p:nvGrpSpPr>
        <p:grpSpPr>
          <a:xfrm>
            <a:off x="0" y="-1"/>
            <a:ext cx="12192000" cy="6858001"/>
            <a:chOff x="0" y="-1"/>
            <a:chExt cx="12192000" cy="6858001"/>
          </a:xfrm>
        </p:grpSpPr>
        <p:sp>
          <p:nvSpPr>
            <p:cNvPr id="19" name="任意多边形: 形状 18"/>
            <p:cNvSpPr/>
            <p:nvPr userDrawn="1">
              <p:custDataLst>
                <p:tags r:id="rId3"/>
              </p:custDataLst>
            </p:nvPr>
          </p:nvSpPr>
          <p:spPr>
            <a:xfrm>
              <a:off x="10499884" y="1619250"/>
              <a:ext cx="1347787" cy="5238750"/>
            </a:xfrm>
            <a:custGeom>
              <a:avLst/>
              <a:gdLst>
                <a:gd name="connsiteX0" fmla="*/ 0 w 1343025"/>
                <a:gd name="connsiteY0" fmla="*/ 0 h 5238750"/>
                <a:gd name="connsiteX1" fmla="*/ 17045 w 1343025"/>
                <a:gd name="connsiteY1" fmla="*/ 0 h 5238750"/>
                <a:gd name="connsiteX2" fmla="*/ 1343025 w 1343025"/>
                <a:gd name="connsiteY2" fmla="*/ 1081491 h 5238750"/>
                <a:gd name="connsiteX3" fmla="*/ 1343025 w 1343025"/>
                <a:gd name="connsiteY3" fmla="*/ 5238750 h 5238750"/>
                <a:gd name="connsiteX4" fmla="*/ 0 w 1343025"/>
                <a:gd name="connsiteY4" fmla="*/ 5238750 h 523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3025" h="5238750">
                  <a:moveTo>
                    <a:pt x="0" y="0"/>
                  </a:moveTo>
                  <a:lnTo>
                    <a:pt x="17045" y="0"/>
                  </a:lnTo>
                  <a:lnTo>
                    <a:pt x="1343025" y="1081491"/>
                  </a:lnTo>
                  <a:lnTo>
                    <a:pt x="1343025" y="5238750"/>
                  </a:lnTo>
                  <a:lnTo>
                    <a:pt x="0" y="523875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1" name="任意多边形: 形状 20"/>
            <p:cNvSpPr/>
            <p:nvPr userDrawn="1">
              <p:custDataLst>
                <p:tags r:id="rId4"/>
              </p:custDataLst>
            </p:nvPr>
          </p:nvSpPr>
          <p:spPr>
            <a:xfrm rot="10800000">
              <a:off x="10903516" y="-1"/>
              <a:ext cx="1288484" cy="3893820"/>
            </a:xfrm>
            <a:custGeom>
              <a:avLst/>
              <a:gdLst>
                <a:gd name="connsiteX0" fmla="*/ 1288484 w 1288484"/>
                <a:gd name="connsiteY0" fmla="*/ 3893820 h 3893820"/>
                <a:gd name="connsiteX1" fmla="*/ 0 w 1288484"/>
                <a:gd name="connsiteY1" fmla="*/ 3893820 h 3893820"/>
                <a:gd name="connsiteX2" fmla="*/ 0 w 1288484"/>
                <a:gd name="connsiteY2" fmla="*/ 0 h 3893820"/>
                <a:gd name="connsiteX3" fmla="*/ 16353 w 1288484"/>
                <a:gd name="connsiteY3" fmla="*/ 0 h 3893820"/>
                <a:gd name="connsiteX4" fmla="*/ 1288484 w 1288484"/>
                <a:gd name="connsiteY4" fmla="*/ 1033906 h 3893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8484" h="3893820">
                  <a:moveTo>
                    <a:pt x="1288484" y="3893820"/>
                  </a:moveTo>
                  <a:lnTo>
                    <a:pt x="0" y="3893820"/>
                  </a:lnTo>
                  <a:lnTo>
                    <a:pt x="0" y="0"/>
                  </a:lnTo>
                  <a:lnTo>
                    <a:pt x="16353" y="0"/>
                  </a:lnTo>
                  <a:lnTo>
                    <a:pt x="1288484" y="1033906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3" name="任意多边形: 形状 22"/>
            <p:cNvSpPr/>
            <p:nvPr userDrawn="1">
              <p:custDataLst>
                <p:tags r:id="rId5"/>
              </p:custDataLst>
            </p:nvPr>
          </p:nvSpPr>
          <p:spPr>
            <a:xfrm rot="10800000">
              <a:off x="1453513" y="0"/>
              <a:ext cx="616586" cy="2385344"/>
            </a:xfrm>
            <a:custGeom>
              <a:avLst/>
              <a:gdLst>
                <a:gd name="connsiteX0" fmla="*/ 616586 w 616586"/>
                <a:gd name="connsiteY0" fmla="*/ 2385344 h 2385344"/>
                <a:gd name="connsiteX1" fmla="*/ 0 w 616586"/>
                <a:gd name="connsiteY1" fmla="*/ 2385344 h 2385344"/>
                <a:gd name="connsiteX2" fmla="*/ 0 w 616586"/>
                <a:gd name="connsiteY2" fmla="*/ 0 h 2385344"/>
                <a:gd name="connsiteX3" fmla="*/ 616586 w 616586"/>
                <a:gd name="connsiteY3" fmla="*/ 501122 h 2385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6586" h="2385344">
                  <a:moveTo>
                    <a:pt x="616586" y="2385344"/>
                  </a:moveTo>
                  <a:lnTo>
                    <a:pt x="0" y="2385344"/>
                  </a:lnTo>
                  <a:lnTo>
                    <a:pt x="0" y="0"/>
                  </a:lnTo>
                  <a:lnTo>
                    <a:pt x="616586" y="50112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6" name="任意多边形: 形状 25"/>
            <p:cNvSpPr/>
            <p:nvPr userDrawn="1">
              <p:custDataLst>
                <p:tags r:id="rId6"/>
              </p:custDataLst>
            </p:nvPr>
          </p:nvSpPr>
          <p:spPr>
            <a:xfrm>
              <a:off x="525780" y="2938463"/>
              <a:ext cx="2279650" cy="3919537"/>
            </a:xfrm>
            <a:custGeom>
              <a:avLst/>
              <a:gdLst>
                <a:gd name="connsiteX0" fmla="*/ 0 w 2279650"/>
                <a:gd name="connsiteY0" fmla="*/ 0 h 3919537"/>
                <a:gd name="connsiteX1" fmla="*/ 3038 w 2279650"/>
                <a:gd name="connsiteY1" fmla="*/ 0 h 3919537"/>
                <a:gd name="connsiteX2" fmla="*/ 2279650 w 2279650"/>
                <a:gd name="connsiteY2" fmla="*/ 1864626 h 3919537"/>
                <a:gd name="connsiteX3" fmla="*/ 2279650 w 2279650"/>
                <a:gd name="connsiteY3" fmla="*/ 3919537 h 3919537"/>
                <a:gd name="connsiteX4" fmla="*/ 0 w 2279650"/>
                <a:gd name="connsiteY4" fmla="*/ 3919537 h 3919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9650" h="3919537">
                  <a:moveTo>
                    <a:pt x="0" y="0"/>
                  </a:moveTo>
                  <a:lnTo>
                    <a:pt x="3038" y="0"/>
                  </a:lnTo>
                  <a:lnTo>
                    <a:pt x="2279650" y="1864626"/>
                  </a:lnTo>
                  <a:lnTo>
                    <a:pt x="2279650" y="3919537"/>
                  </a:lnTo>
                  <a:lnTo>
                    <a:pt x="0" y="3919537"/>
                  </a:lnTo>
                  <a:close/>
                </a:path>
              </a:pathLst>
            </a:custGeom>
            <a:solidFill>
              <a:schemeClr val="tx2">
                <a:lumMod val="90000"/>
                <a:lumOff val="1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5" name="任意多边形: 形状 24"/>
            <p:cNvSpPr/>
            <p:nvPr userDrawn="1">
              <p:custDataLst>
                <p:tags r:id="rId7"/>
              </p:custDataLst>
            </p:nvPr>
          </p:nvSpPr>
          <p:spPr>
            <a:xfrm>
              <a:off x="0" y="2938463"/>
              <a:ext cx="2279650" cy="3919537"/>
            </a:xfrm>
            <a:custGeom>
              <a:avLst/>
              <a:gdLst>
                <a:gd name="connsiteX0" fmla="*/ 0 w 2279650"/>
                <a:gd name="connsiteY0" fmla="*/ 0 h 3919537"/>
                <a:gd name="connsiteX1" fmla="*/ 3038 w 2279650"/>
                <a:gd name="connsiteY1" fmla="*/ 0 h 3919537"/>
                <a:gd name="connsiteX2" fmla="*/ 2279650 w 2279650"/>
                <a:gd name="connsiteY2" fmla="*/ 1864626 h 3919537"/>
                <a:gd name="connsiteX3" fmla="*/ 2279650 w 2279650"/>
                <a:gd name="connsiteY3" fmla="*/ 3919537 h 3919537"/>
                <a:gd name="connsiteX4" fmla="*/ 0 w 2279650"/>
                <a:gd name="connsiteY4" fmla="*/ 3919537 h 3919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9650" h="3919537">
                  <a:moveTo>
                    <a:pt x="0" y="0"/>
                  </a:moveTo>
                  <a:lnTo>
                    <a:pt x="3038" y="0"/>
                  </a:lnTo>
                  <a:lnTo>
                    <a:pt x="2279650" y="1864626"/>
                  </a:lnTo>
                  <a:lnTo>
                    <a:pt x="2279650" y="3919537"/>
                  </a:lnTo>
                  <a:lnTo>
                    <a:pt x="0" y="3919537"/>
                  </a:lnTo>
                  <a:close/>
                </a:path>
              </a:pathLst>
            </a:custGeom>
            <a:solidFill>
              <a:schemeClr val="tx2">
                <a:lumMod val="90000"/>
                <a:lumOff val="10000"/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 idx="13" hasCustomPrompt="1"/>
            <p:custDataLst>
              <p:tags r:id="rId11"/>
            </p:custDataLst>
          </p:nvPr>
        </p:nvSpPr>
        <p:spPr>
          <a:xfrm>
            <a:off x="2921000" y="2610486"/>
            <a:ext cx="6350000" cy="1398905"/>
          </a:xfrm>
        </p:spPr>
        <p:txBody>
          <a:bodyPr vert="horz" wrap="square" lIns="90170" tIns="46990" rIns="90170" bIns="0" rtlCol="0" anchor="b" anchorCtr="0">
            <a:normAutofit/>
          </a:bodyPr>
          <a:lstStyle>
            <a:lvl1pPr>
              <a:defRPr lang="zh-CN" altLang="en-US" sz="7200" b="0" spc="700" baseline="0">
                <a:solidFill>
                  <a:schemeClr val="bg1"/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pPr marL="0" lvl="0" algn="dist"/>
            <a:r>
              <a:rPr lang="zh-CN" altLang="en-US"/>
              <a:t>编辑标题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4" hasCustomPrompt="1"/>
            <p:custDataLst>
              <p:tags r:id="rId12"/>
            </p:custDataLst>
          </p:nvPr>
        </p:nvSpPr>
        <p:spPr>
          <a:xfrm>
            <a:off x="2921000" y="4080510"/>
            <a:ext cx="6350000" cy="412750"/>
          </a:xfrm>
        </p:spPr>
        <p:txBody>
          <a:bodyPr vert="horz" wrap="square" lIns="90170" tIns="0" rIns="90170" bIns="46990" rtlCol="0" anchor="t" anchorCtr="0">
            <a:normAutofit/>
          </a:bodyPr>
          <a:lstStyle>
            <a:lvl1pPr marL="0" indent="0" algn="ctr">
              <a:buNone/>
              <a:defRPr lang="zh-CN" altLang="en-US" sz="2000" spc="200">
                <a:ln>
                  <a:noFill/>
                </a:ln>
                <a:solidFill>
                  <a:schemeClr val="bg1"/>
                </a:solidFill>
                <a:effectLst/>
                <a:uLnTx/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228600" lvl="0" indent="-228600" algn="ctr">
              <a:lnSpc>
                <a:spcPct val="100000"/>
              </a:lnSpc>
              <a:spcAft>
                <a:spcPts val="0"/>
              </a:spcAft>
              <a:buClrTx/>
              <a:buSzTx/>
            </a:pPr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29" name="文本占位符 28"/>
          <p:cNvSpPr>
            <a:spLocks noGrp="1"/>
          </p:cNvSpPr>
          <p:nvPr>
            <p:ph type="body" sz="quarter" idx="15" hasCustomPrompt="1"/>
            <p:custDataLst>
              <p:tags r:id="rId13"/>
            </p:custDataLst>
          </p:nvPr>
        </p:nvSpPr>
        <p:spPr>
          <a:xfrm>
            <a:off x="6457806" y="4565073"/>
            <a:ext cx="2813194" cy="512763"/>
          </a:xfrm>
        </p:spPr>
        <p:txBody>
          <a:bodyPr anchor="ctr">
            <a:normAutofit/>
          </a:bodyPr>
          <a:lstStyle>
            <a:lvl1pPr marL="0" indent="0" algn="r">
              <a:buNone/>
              <a:defRPr sz="2000"/>
            </a:lvl1pPr>
          </a:lstStyle>
          <a:p>
            <a:pPr lvl="0"/>
            <a:r>
              <a:rPr lang="zh-CN" altLang="en-US" dirty="0"/>
              <a:t>编辑副标题</a:t>
            </a:r>
            <a:endParaRPr lang="zh-CN" altLang="en-US" dirty="0"/>
          </a:p>
        </p:txBody>
      </p:sp>
      <p:sp>
        <p:nvSpPr>
          <p:cNvPr id="30" name="文本占位符 28"/>
          <p:cNvSpPr>
            <a:spLocks noGrp="1"/>
          </p:cNvSpPr>
          <p:nvPr>
            <p:ph type="body" sz="quarter" idx="16" hasCustomPrompt="1"/>
            <p:custDataLst>
              <p:tags r:id="rId14"/>
            </p:custDataLst>
          </p:nvPr>
        </p:nvSpPr>
        <p:spPr>
          <a:xfrm>
            <a:off x="2921000" y="4565073"/>
            <a:ext cx="2813194" cy="512763"/>
          </a:xfrm>
        </p:spPr>
        <p:txBody>
          <a:bodyPr anchor="ctr"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zh-CN" altLang="en-US" dirty="0"/>
              <a:t>编辑副标题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 userDrawn="1">
            <p:custDataLst>
              <p:tags r:id="rId2"/>
            </p:custDataLst>
          </p:nvPr>
        </p:nvGrpSpPr>
        <p:grpSpPr>
          <a:xfrm>
            <a:off x="205978" y="83342"/>
            <a:ext cx="11788853" cy="688181"/>
            <a:chOff x="205978" y="83342"/>
            <a:chExt cx="11788853" cy="688181"/>
          </a:xfrm>
        </p:grpSpPr>
        <p:sp>
          <p:nvSpPr>
            <p:cNvPr id="9" name="平行四边形 8"/>
            <p:cNvSpPr/>
            <p:nvPr userDrawn="1">
              <p:custDataLst>
                <p:tags r:id="rId3"/>
              </p:custDataLst>
            </p:nvPr>
          </p:nvSpPr>
          <p:spPr>
            <a:xfrm rot="16200000" flipV="1">
              <a:off x="7739" y="422075"/>
              <a:ext cx="547687" cy="151209"/>
            </a:xfrm>
            <a:prstGeom prst="parallelogram">
              <a:avLst>
                <a:gd name="adj" fmla="val 611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/>
            <p:cNvSpPr/>
            <p:nvPr userDrawn="1">
              <p:custDataLst>
                <p:tags r:id="rId4"/>
              </p:custDataLst>
            </p:nvPr>
          </p:nvSpPr>
          <p:spPr>
            <a:xfrm rot="16200000" flipV="1">
              <a:off x="238720" y="250624"/>
              <a:ext cx="464342" cy="129778"/>
            </a:xfrm>
            <a:prstGeom prst="parallelogram">
              <a:avLst>
                <a:gd name="adj" fmla="val 61117"/>
              </a:avLst>
            </a:pr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任意多边形: 形状 12"/>
            <p:cNvSpPr/>
            <p:nvPr userDrawn="1">
              <p:custDataLst>
                <p:tags r:id="rId5"/>
              </p:custDataLst>
            </p:nvPr>
          </p:nvSpPr>
          <p:spPr>
            <a:xfrm flipH="1">
              <a:off x="11669220" y="185737"/>
              <a:ext cx="220836" cy="379696"/>
            </a:xfrm>
            <a:custGeom>
              <a:avLst/>
              <a:gdLst>
                <a:gd name="connsiteX0" fmla="*/ 0 w 2279650"/>
                <a:gd name="connsiteY0" fmla="*/ 0 h 3919537"/>
                <a:gd name="connsiteX1" fmla="*/ 3038 w 2279650"/>
                <a:gd name="connsiteY1" fmla="*/ 0 h 3919537"/>
                <a:gd name="connsiteX2" fmla="*/ 2279650 w 2279650"/>
                <a:gd name="connsiteY2" fmla="*/ 1864626 h 3919537"/>
                <a:gd name="connsiteX3" fmla="*/ 2279650 w 2279650"/>
                <a:gd name="connsiteY3" fmla="*/ 3919537 h 3919537"/>
                <a:gd name="connsiteX4" fmla="*/ 0 w 2279650"/>
                <a:gd name="connsiteY4" fmla="*/ 3919537 h 3919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9650" h="3919537">
                  <a:moveTo>
                    <a:pt x="0" y="0"/>
                  </a:moveTo>
                  <a:lnTo>
                    <a:pt x="3038" y="0"/>
                  </a:lnTo>
                  <a:lnTo>
                    <a:pt x="2279650" y="1864626"/>
                  </a:lnTo>
                  <a:lnTo>
                    <a:pt x="2279650" y="3919537"/>
                  </a:lnTo>
                  <a:lnTo>
                    <a:pt x="0" y="3919537"/>
                  </a:lnTo>
                  <a:close/>
                </a:path>
              </a:pathLst>
            </a:custGeom>
            <a:solidFill>
              <a:schemeClr val="tx2">
                <a:lumMod val="90000"/>
                <a:lumOff val="10000"/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2" name="任意多边形: 形状 11"/>
            <p:cNvSpPr/>
            <p:nvPr userDrawn="1">
              <p:custDataLst>
                <p:tags r:id="rId6"/>
              </p:custDataLst>
            </p:nvPr>
          </p:nvSpPr>
          <p:spPr>
            <a:xfrm flipH="1">
              <a:off x="11773995" y="147637"/>
              <a:ext cx="220836" cy="379696"/>
            </a:xfrm>
            <a:custGeom>
              <a:avLst/>
              <a:gdLst>
                <a:gd name="connsiteX0" fmla="*/ 0 w 2279650"/>
                <a:gd name="connsiteY0" fmla="*/ 0 h 3919537"/>
                <a:gd name="connsiteX1" fmla="*/ 3038 w 2279650"/>
                <a:gd name="connsiteY1" fmla="*/ 0 h 3919537"/>
                <a:gd name="connsiteX2" fmla="*/ 2279650 w 2279650"/>
                <a:gd name="connsiteY2" fmla="*/ 1864626 h 3919537"/>
                <a:gd name="connsiteX3" fmla="*/ 2279650 w 2279650"/>
                <a:gd name="connsiteY3" fmla="*/ 3919537 h 3919537"/>
                <a:gd name="connsiteX4" fmla="*/ 0 w 2279650"/>
                <a:gd name="connsiteY4" fmla="*/ 3919537 h 3919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9650" h="3919537">
                  <a:moveTo>
                    <a:pt x="0" y="0"/>
                  </a:moveTo>
                  <a:lnTo>
                    <a:pt x="3038" y="0"/>
                  </a:lnTo>
                  <a:lnTo>
                    <a:pt x="2279650" y="1864626"/>
                  </a:lnTo>
                  <a:lnTo>
                    <a:pt x="2279650" y="3919537"/>
                  </a:lnTo>
                  <a:lnTo>
                    <a:pt x="0" y="3919537"/>
                  </a:lnTo>
                  <a:close/>
                </a:path>
              </a:pathLst>
            </a:custGeom>
            <a:solidFill>
              <a:schemeClr val="tx2">
                <a:lumMod val="90000"/>
                <a:lumOff val="1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8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 userDrawn="1">
            <p:custDataLst>
              <p:tags r:id="rId2"/>
            </p:custDataLst>
          </p:nvPr>
        </p:nvGrpSpPr>
        <p:grpSpPr>
          <a:xfrm>
            <a:off x="5716505" y="6010274"/>
            <a:ext cx="814804" cy="847724"/>
            <a:chOff x="5716505" y="6010274"/>
            <a:chExt cx="814804" cy="847724"/>
          </a:xfrm>
        </p:grpSpPr>
        <p:sp>
          <p:nvSpPr>
            <p:cNvPr id="15" name="任意多边形: 形状 14"/>
            <p:cNvSpPr/>
            <p:nvPr userDrawn="1">
              <p:custDataLst>
                <p:tags r:id="rId3"/>
              </p:custDataLst>
            </p:nvPr>
          </p:nvSpPr>
          <p:spPr>
            <a:xfrm rot="16200000" flipV="1">
              <a:off x="5652982" y="6420900"/>
              <a:ext cx="500621" cy="373576"/>
            </a:xfrm>
            <a:custGeom>
              <a:avLst/>
              <a:gdLst>
                <a:gd name="connsiteX0" fmla="*/ 500621 w 500621"/>
                <a:gd name="connsiteY0" fmla="*/ 0 h 373576"/>
                <a:gd name="connsiteX1" fmla="*/ 0 w 500621"/>
                <a:gd name="connsiteY1" fmla="*/ 0 h 373576"/>
                <a:gd name="connsiteX2" fmla="*/ 0 w 500621"/>
                <a:gd name="connsiteY2" fmla="*/ 373576 h 373576"/>
                <a:gd name="connsiteX3" fmla="*/ 272303 w 500621"/>
                <a:gd name="connsiteY3" fmla="*/ 373576 h 373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621" h="373576">
                  <a:moveTo>
                    <a:pt x="500621" y="0"/>
                  </a:moveTo>
                  <a:lnTo>
                    <a:pt x="0" y="0"/>
                  </a:lnTo>
                  <a:lnTo>
                    <a:pt x="0" y="373576"/>
                  </a:lnTo>
                  <a:lnTo>
                    <a:pt x="272303" y="37357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7" name="任意多边形: 形状 16"/>
            <p:cNvSpPr/>
            <p:nvPr userDrawn="1">
              <p:custDataLst>
                <p:tags r:id="rId4"/>
              </p:custDataLst>
            </p:nvPr>
          </p:nvSpPr>
          <p:spPr>
            <a:xfrm rot="16200000" flipV="1">
              <a:off x="5947133" y="6273822"/>
              <a:ext cx="847724" cy="320628"/>
            </a:xfrm>
            <a:custGeom>
              <a:avLst/>
              <a:gdLst>
                <a:gd name="connsiteX0" fmla="*/ 847724 w 847724"/>
                <a:gd name="connsiteY0" fmla="*/ 0 h 320628"/>
                <a:gd name="connsiteX1" fmla="*/ 0 w 847724"/>
                <a:gd name="connsiteY1" fmla="*/ 0 h 320628"/>
                <a:gd name="connsiteX2" fmla="*/ 0 w 847724"/>
                <a:gd name="connsiteY2" fmla="*/ 320628 h 320628"/>
                <a:gd name="connsiteX3" fmla="*/ 651766 w 847724"/>
                <a:gd name="connsiteY3" fmla="*/ 320628 h 32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7724" h="320628">
                  <a:moveTo>
                    <a:pt x="847724" y="0"/>
                  </a:moveTo>
                  <a:lnTo>
                    <a:pt x="0" y="0"/>
                  </a:lnTo>
                  <a:lnTo>
                    <a:pt x="0" y="320628"/>
                  </a:lnTo>
                  <a:lnTo>
                    <a:pt x="651766" y="320628"/>
                  </a:lnTo>
                  <a:close/>
                </a:path>
              </a:pathLst>
            </a:cu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cxnSp>
        <p:nvCxnSpPr>
          <p:cNvPr id="8" name="直接连接符 7"/>
          <p:cNvCxnSpPr/>
          <p:nvPr userDrawn="1">
            <p:custDataLst>
              <p:tags r:id="rId5"/>
            </p:custDataLst>
          </p:nvPr>
        </p:nvCxnSpPr>
        <p:spPr>
          <a:xfrm>
            <a:off x="2935605" y="1463357"/>
            <a:ext cx="6320790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 userDrawn="1">
            <p:custDataLst>
              <p:tags r:id="rId6"/>
            </p:custDataLst>
          </p:nvPr>
        </p:nvCxnSpPr>
        <p:spPr>
          <a:xfrm>
            <a:off x="2935605" y="3616642"/>
            <a:ext cx="6320790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副标题 1"/>
          <p:cNvSpPr>
            <a:spLocks noGrp="1"/>
          </p:cNvSpPr>
          <p:nvPr>
            <p:ph type="subTitle" idx="13" hasCustomPrompt="1"/>
            <p:custDataLst>
              <p:tags r:id="rId10"/>
            </p:custDataLst>
          </p:nvPr>
        </p:nvSpPr>
        <p:spPr>
          <a:xfrm>
            <a:off x="4702175" y="2778760"/>
            <a:ext cx="4536440" cy="435610"/>
          </a:xfrm>
        </p:spPr>
        <p:txBody>
          <a:bodyPr vert="horz" wrap="square" lIns="90170" tIns="46990" rIns="90170" bIns="46990" rtlCol="0" anchor="t" anchorCtr="0">
            <a:normAutofit/>
          </a:bodyPr>
          <a:lstStyle>
            <a:lvl1pPr>
              <a:defRPr kumimoji="0" lang="zh-CN" altLang="en-US" sz="1800" b="0" i="0" spc="200">
                <a:ln>
                  <a:noFill/>
                </a:ln>
                <a:solidFill>
                  <a:schemeClr val="bg1"/>
                </a:solidFill>
                <a:effectLst/>
                <a:uLn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marL="0" marR="0" lvl="0" indent="0">
              <a:lnSpc>
                <a:spcPct val="100000"/>
              </a:lnSpc>
              <a:spcAft>
                <a:spcPts val="0"/>
              </a:spcAft>
              <a:buClrTx/>
              <a:buSzTx/>
              <a:buNone/>
            </a:pPr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ctrTitle" idx="14" hasCustomPrompt="1"/>
            <p:custDataLst>
              <p:tags r:id="rId11"/>
            </p:custDataLst>
          </p:nvPr>
        </p:nvSpPr>
        <p:spPr>
          <a:xfrm>
            <a:off x="4702175" y="1801177"/>
            <a:ext cx="4536440" cy="835660"/>
          </a:xfrm>
        </p:spPr>
        <p:txBody>
          <a:bodyPr vert="horz" wrap="square" lIns="90170" tIns="46990" rIns="90170" bIns="46990" rtlCol="0" anchor="b" anchorCtr="0">
            <a:normAutofit/>
          </a:bodyPr>
          <a:lstStyle>
            <a:lvl1pPr>
              <a:defRPr kumimoji="0" lang="zh-CN" altLang="en-US" sz="4000" b="0" i="0" spc="400" baseline="0">
                <a:ln>
                  <a:noFill/>
                </a:ln>
                <a:solidFill>
                  <a:schemeClr val="bg1"/>
                </a:solidFill>
                <a:effectLst/>
                <a:uLnTx/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pPr marL="0" marR="0" lvl="0" indent="0">
              <a:spcAft>
                <a:spcPts val="0"/>
              </a:spcAft>
              <a:buClrTx/>
              <a:buSzTx/>
              <a:buFontTx/>
            </a:pPr>
            <a:r>
              <a:rPr lang="zh-CN" altLang="en-US"/>
              <a:t>编辑标题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>
            <p:custDataLst>
              <p:tags r:id="rId2"/>
            </p:custDataLst>
          </p:nvPr>
        </p:nvGrpSpPr>
        <p:grpSpPr>
          <a:xfrm>
            <a:off x="205978" y="83342"/>
            <a:ext cx="11788853" cy="688181"/>
            <a:chOff x="205978" y="83342"/>
            <a:chExt cx="11788853" cy="688181"/>
          </a:xfrm>
        </p:grpSpPr>
        <p:sp>
          <p:nvSpPr>
            <p:cNvPr id="11" name="平行四边形 10"/>
            <p:cNvSpPr/>
            <p:nvPr userDrawn="1">
              <p:custDataLst>
                <p:tags r:id="rId3"/>
              </p:custDataLst>
            </p:nvPr>
          </p:nvSpPr>
          <p:spPr>
            <a:xfrm rot="16200000" flipV="1">
              <a:off x="7739" y="422075"/>
              <a:ext cx="547687" cy="151209"/>
            </a:xfrm>
            <a:prstGeom prst="parallelogram">
              <a:avLst>
                <a:gd name="adj" fmla="val 611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/>
            <p:cNvSpPr/>
            <p:nvPr userDrawn="1">
              <p:custDataLst>
                <p:tags r:id="rId4"/>
              </p:custDataLst>
            </p:nvPr>
          </p:nvSpPr>
          <p:spPr>
            <a:xfrm rot="16200000" flipV="1">
              <a:off x="238720" y="250624"/>
              <a:ext cx="464342" cy="129778"/>
            </a:xfrm>
            <a:prstGeom prst="parallelogram">
              <a:avLst>
                <a:gd name="adj" fmla="val 61117"/>
              </a:avLst>
            </a:pr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任意多边形: 形状 12"/>
            <p:cNvSpPr/>
            <p:nvPr userDrawn="1">
              <p:custDataLst>
                <p:tags r:id="rId5"/>
              </p:custDataLst>
            </p:nvPr>
          </p:nvSpPr>
          <p:spPr>
            <a:xfrm flipH="1">
              <a:off x="11669220" y="185737"/>
              <a:ext cx="220836" cy="379696"/>
            </a:xfrm>
            <a:custGeom>
              <a:avLst/>
              <a:gdLst>
                <a:gd name="connsiteX0" fmla="*/ 0 w 2279650"/>
                <a:gd name="connsiteY0" fmla="*/ 0 h 3919537"/>
                <a:gd name="connsiteX1" fmla="*/ 3038 w 2279650"/>
                <a:gd name="connsiteY1" fmla="*/ 0 h 3919537"/>
                <a:gd name="connsiteX2" fmla="*/ 2279650 w 2279650"/>
                <a:gd name="connsiteY2" fmla="*/ 1864626 h 3919537"/>
                <a:gd name="connsiteX3" fmla="*/ 2279650 w 2279650"/>
                <a:gd name="connsiteY3" fmla="*/ 3919537 h 3919537"/>
                <a:gd name="connsiteX4" fmla="*/ 0 w 2279650"/>
                <a:gd name="connsiteY4" fmla="*/ 3919537 h 3919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9650" h="3919537">
                  <a:moveTo>
                    <a:pt x="0" y="0"/>
                  </a:moveTo>
                  <a:lnTo>
                    <a:pt x="3038" y="0"/>
                  </a:lnTo>
                  <a:lnTo>
                    <a:pt x="2279650" y="1864626"/>
                  </a:lnTo>
                  <a:lnTo>
                    <a:pt x="2279650" y="3919537"/>
                  </a:lnTo>
                  <a:lnTo>
                    <a:pt x="0" y="3919537"/>
                  </a:lnTo>
                  <a:close/>
                </a:path>
              </a:pathLst>
            </a:custGeom>
            <a:solidFill>
              <a:schemeClr val="tx2">
                <a:lumMod val="90000"/>
                <a:lumOff val="10000"/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4" name="任意多边形: 形状 13"/>
            <p:cNvSpPr/>
            <p:nvPr userDrawn="1">
              <p:custDataLst>
                <p:tags r:id="rId6"/>
              </p:custDataLst>
            </p:nvPr>
          </p:nvSpPr>
          <p:spPr>
            <a:xfrm flipH="1">
              <a:off x="11773995" y="147637"/>
              <a:ext cx="220836" cy="379696"/>
            </a:xfrm>
            <a:custGeom>
              <a:avLst/>
              <a:gdLst>
                <a:gd name="connsiteX0" fmla="*/ 0 w 2279650"/>
                <a:gd name="connsiteY0" fmla="*/ 0 h 3919537"/>
                <a:gd name="connsiteX1" fmla="*/ 3038 w 2279650"/>
                <a:gd name="connsiteY1" fmla="*/ 0 h 3919537"/>
                <a:gd name="connsiteX2" fmla="*/ 2279650 w 2279650"/>
                <a:gd name="connsiteY2" fmla="*/ 1864626 h 3919537"/>
                <a:gd name="connsiteX3" fmla="*/ 2279650 w 2279650"/>
                <a:gd name="connsiteY3" fmla="*/ 3919537 h 3919537"/>
                <a:gd name="connsiteX4" fmla="*/ 0 w 2279650"/>
                <a:gd name="connsiteY4" fmla="*/ 3919537 h 3919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9650" h="3919537">
                  <a:moveTo>
                    <a:pt x="0" y="0"/>
                  </a:moveTo>
                  <a:lnTo>
                    <a:pt x="3038" y="0"/>
                  </a:lnTo>
                  <a:lnTo>
                    <a:pt x="2279650" y="1864626"/>
                  </a:lnTo>
                  <a:lnTo>
                    <a:pt x="2279650" y="3919537"/>
                  </a:lnTo>
                  <a:lnTo>
                    <a:pt x="0" y="3919537"/>
                  </a:lnTo>
                  <a:close/>
                </a:path>
              </a:pathLst>
            </a:custGeom>
            <a:solidFill>
              <a:schemeClr val="tx2">
                <a:lumMod val="90000"/>
                <a:lumOff val="1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8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9"/>
            </p:custDataLst>
          </p:nvPr>
        </p:nvSpPr>
        <p:spPr>
          <a:xfrm>
            <a:off x="6238877" y="952508"/>
            <a:ext cx="5283242" cy="5388907"/>
          </a:xfrm>
        </p:spPr>
        <p:txBody>
          <a:bodyPr wrap="square" lIns="90170" tIns="46990" rIns="90170" bIns="46990">
            <a:normAutofit/>
          </a:bodyPr>
          <a:lstStyle>
            <a:lvl1pPr eaLnBrk="1" fontAlgn="auto" latinLnBrk="0" hangingPunct="1">
              <a:defRPr sz="16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eaLnBrk="1" fontAlgn="auto" latinLnBrk="0" hangingPunct="1">
              <a:defRPr sz="16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eaLnBrk="1" fontAlgn="auto" latinLnBrk="0" hangingPunct="1">
              <a:defRPr sz="16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eaLnBrk="1" fontAlgn="auto" latinLnBrk="0" hangingPunct="1">
              <a:defRPr sz="16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eaLnBrk="1" fontAlgn="auto" latinLnBrk="0" hangingPunct="1">
              <a:defRPr sz="16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 userDrawn="1">
            <p:custDataLst>
              <p:tags r:id="rId2"/>
            </p:custDataLst>
          </p:nvPr>
        </p:nvGrpSpPr>
        <p:grpSpPr>
          <a:xfrm>
            <a:off x="205978" y="83342"/>
            <a:ext cx="11788853" cy="688181"/>
            <a:chOff x="205978" y="83342"/>
            <a:chExt cx="11788853" cy="688181"/>
          </a:xfrm>
        </p:grpSpPr>
        <p:sp>
          <p:nvSpPr>
            <p:cNvPr id="13" name="平行四边形 12"/>
            <p:cNvSpPr/>
            <p:nvPr userDrawn="1">
              <p:custDataLst>
                <p:tags r:id="rId3"/>
              </p:custDataLst>
            </p:nvPr>
          </p:nvSpPr>
          <p:spPr>
            <a:xfrm rot="16200000" flipV="1">
              <a:off x="7739" y="422075"/>
              <a:ext cx="547687" cy="151209"/>
            </a:xfrm>
            <a:prstGeom prst="parallelogram">
              <a:avLst>
                <a:gd name="adj" fmla="val 611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平行四边形 13"/>
            <p:cNvSpPr/>
            <p:nvPr userDrawn="1">
              <p:custDataLst>
                <p:tags r:id="rId4"/>
              </p:custDataLst>
            </p:nvPr>
          </p:nvSpPr>
          <p:spPr>
            <a:xfrm rot="16200000" flipV="1">
              <a:off x="238720" y="250624"/>
              <a:ext cx="464342" cy="129778"/>
            </a:xfrm>
            <a:prstGeom prst="parallelogram">
              <a:avLst>
                <a:gd name="adj" fmla="val 61117"/>
              </a:avLst>
            </a:pr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任意多边形: 形状 14"/>
            <p:cNvSpPr/>
            <p:nvPr userDrawn="1">
              <p:custDataLst>
                <p:tags r:id="rId5"/>
              </p:custDataLst>
            </p:nvPr>
          </p:nvSpPr>
          <p:spPr>
            <a:xfrm flipH="1">
              <a:off x="11669220" y="185737"/>
              <a:ext cx="220836" cy="379696"/>
            </a:xfrm>
            <a:custGeom>
              <a:avLst/>
              <a:gdLst>
                <a:gd name="connsiteX0" fmla="*/ 0 w 2279650"/>
                <a:gd name="connsiteY0" fmla="*/ 0 h 3919537"/>
                <a:gd name="connsiteX1" fmla="*/ 3038 w 2279650"/>
                <a:gd name="connsiteY1" fmla="*/ 0 h 3919537"/>
                <a:gd name="connsiteX2" fmla="*/ 2279650 w 2279650"/>
                <a:gd name="connsiteY2" fmla="*/ 1864626 h 3919537"/>
                <a:gd name="connsiteX3" fmla="*/ 2279650 w 2279650"/>
                <a:gd name="connsiteY3" fmla="*/ 3919537 h 3919537"/>
                <a:gd name="connsiteX4" fmla="*/ 0 w 2279650"/>
                <a:gd name="connsiteY4" fmla="*/ 3919537 h 3919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9650" h="3919537">
                  <a:moveTo>
                    <a:pt x="0" y="0"/>
                  </a:moveTo>
                  <a:lnTo>
                    <a:pt x="3038" y="0"/>
                  </a:lnTo>
                  <a:lnTo>
                    <a:pt x="2279650" y="1864626"/>
                  </a:lnTo>
                  <a:lnTo>
                    <a:pt x="2279650" y="3919537"/>
                  </a:lnTo>
                  <a:lnTo>
                    <a:pt x="0" y="3919537"/>
                  </a:lnTo>
                  <a:close/>
                </a:path>
              </a:pathLst>
            </a:custGeom>
            <a:solidFill>
              <a:schemeClr val="tx2">
                <a:lumMod val="90000"/>
                <a:lumOff val="10000"/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: 形状 15"/>
            <p:cNvSpPr/>
            <p:nvPr userDrawn="1">
              <p:custDataLst>
                <p:tags r:id="rId6"/>
              </p:custDataLst>
            </p:nvPr>
          </p:nvSpPr>
          <p:spPr>
            <a:xfrm flipH="1">
              <a:off x="11773995" y="147637"/>
              <a:ext cx="220836" cy="379696"/>
            </a:xfrm>
            <a:custGeom>
              <a:avLst/>
              <a:gdLst>
                <a:gd name="connsiteX0" fmla="*/ 0 w 2279650"/>
                <a:gd name="connsiteY0" fmla="*/ 0 h 3919537"/>
                <a:gd name="connsiteX1" fmla="*/ 3038 w 2279650"/>
                <a:gd name="connsiteY1" fmla="*/ 0 h 3919537"/>
                <a:gd name="connsiteX2" fmla="*/ 2279650 w 2279650"/>
                <a:gd name="connsiteY2" fmla="*/ 1864626 h 3919537"/>
                <a:gd name="connsiteX3" fmla="*/ 2279650 w 2279650"/>
                <a:gd name="connsiteY3" fmla="*/ 3919537 h 3919537"/>
                <a:gd name="connsiteX4" fmla="*/ 0 w 2279650"/>
                <a:gd name="connsiteY4" fmla="*/ 3919537 h 3919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9650" h="3919537">
                  <a:moveTo>
                    <a:pt x="0" y="0"/>
                  </a:moveTo>
                  <a:lnTo>
                    <a:pt x="3038" y="0"/>
                  </a:lnTo>
                  <a:lnTo>
                    <a:pt x="2279650" y="1864626"/>
                  </a:lnTo>
                  <a:lnTo>
                    <a:pt x="2279650" y="3919537"/>
                  </a:lnTo>
                  <a:lnTo>
                    <a:pt x="0" y="3919537"/>
                  </a:lnTo>
                  <a:close/>
                </a:path>
              </a:pathLst>
            </a:custGeom>
            <a:solidFill>
              <a:schemeClr val="tx2">
                <a:lumMod val="90000"/>
                <a:lumOff val="1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8"/>
            </p:custDataLst>
          </p:nvPr>
        </p:nvSpPr>
        <p:spPr>
          <a:xfrm>
            <a:off x="669930" y="952508"/>
            <a:ext cx="5283242" cy="381003"/>
          </a:xfrm>
        </p:spPr>
        <p:txBody>
          <a:bodyPr wrap="square" lIns="90170" tIns="46990" rIns="90170" bIns="46990" anchor="ctr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9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10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11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 userDrawn="1">
            <p:custDataLst>
              <p:tags r:id="rId2"/>
            </p:custDataLst>
          </p:nvPr>
        </p:nvGrpSpPr>
        <p:grpSpPr>
          <a:xfrm>
            <a:off x="2054848" y="2478427"/>
            <a:ext cx="942352" cy="1966357"/>
            <a:chOff x="205978" y="83342"/>
            <a:chExt cx="329802" cy="688181"/>
          </a:xfrm>
        </p:grpSpPr>
        <p:sp>
          <p:nvSpPr>
            <p:cNvPr id="9" name="平行四边形 8"/>
            <p:cNvSpPr/>
            <p:nvPr userDrawn="1">
              <p:custDataLst>
                <p:tags r:id="rId3"/>
              </p:custDataLst>
            </p:nvPr>
          </p:nvSpPr>
          <p:spPr>
            <a:xfrm rot="16200000" flipV="1">
              <a:off x="7739" y="422075"/>
              <a:ext cx="547687" cy="151209"/>
            </a:xfrm>
            <a:prstGeom prst="parallelogram">
              <a:avLst>
                <a:gd name="adj" fmla="val 611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/>
            <p:cNvSpPr/>
            <p:nvPr userDrawn="1">
              <p:custDataLst>
                <p:tags r:id="rId4"/>
              </p:custDataLst>
            </p:nvPr>
          </p:nvSpPr>
          <p:spPr>
            <a:xfrm rot="16200000" flipV="1">
              <a:off x="238720" y="250624"/>
              <a:ext cx="464342" cy="129778"/>
            </a:xfrm>
            <a:prstGeom prst="parallelogram">
              <a:avLst>
                <a:gd name="adj" fmla="val 61117"/>
              </a:avLst>
            </a:pr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6" name="图片 5"/>
          <p:cNvPicPr/>
          <p:nvPr userDrawn="1">
            <p:custDataLst>
              <p:tags r:id="rId5"/>
            </p:custDataLst>
          </p:nvPr>
        </p:nvPicPr>
        <p:blipFill>
          <a:blip r:embed="rId6" r:link="rId7" cstate="email"/>
          <a:stretch>
            <a:fillRect/>
          </a:stretch>
        </p:blipFill>
        <p:spPr>
          <a:xfrm>
            <a:off x="11471910" y="6159898"/>
            <a:ext cx="720090" cy="69810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>
            <p:custDataLst>
              <p:tags r:id="rId2"/>
            </p:custDataLst>
          </p:nvPr>
        </p:nvGrpSpPr>
        <p:grpSpPr>
          <a:xfrm>
            <a:off x="205978" y="83342"/>
            <a:ext cx="11788853" cy="688181"/>
            <a:chOff x="205978" y="83342"/>
            <a:chExt cx="11788853" cy="688181"/>
          </a:xfrm>
        </p:grpSpPr>
        <p:sp>
          <p:nvSpPr>
            <p:cNvPr id="11" name="平行四边形 10"/>
            <p:cNvSpPr/>
            <p:nvPr userDrawn="1">
              <p:custDataLst>
                <p:tags r:id="rId3"/>
              </p:custDataLst>
            </p:nvPr>
          </p:nvSpPr>
          <p:spPr>
            <a:xfrm rot="16200000" flipV="1">
              <a:off x="7739" y="422075"/>
              <a:ext cx="547687" cy="151209"/>
            </a:xfrm>
            <a:prstGeom prst="parallelogram">
              <a:avLst>
                <a:gd name="adj" fmla="val 611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/>
            <p:cNvSpPr/>
            <p:nvPr userDrawn="1">
              <p:custDataLst>
                <p:tags r:id="rId4"/>
              </p:custDataLst>
            </p:nvPr>
          </p:nvSpPr>
          <p:spPr>
            <a:xfrm rot="16200000" flipV="1">
              <a:off x="238720" y="250624"/>
              <a:ext cx="464342" cy="129778"/>
            </a:xfrm>
            <a:prstGeom prst="parallelogram">
              <a:avLst>
                <a:gd name="adj" fmla="val 61117"/>
              </a:avLst>
            </a:pr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任意多边形: 形状 12"/>
            <p:cNvSpPr/>
            <p:nvPr userDrawn="1">
              <p:custDataLst>
                <p:tags r:id="rId5"/>
              </p:custDataLst>
            </p:nvPr>
          </p:nvSpPr>
          <p:spPr>
            <a:xfrm flipH="1">
              <a:off x="11669220" y="185737"/>
              <a:ext cx="220836" cy="379696"/>
            </a:xfrm>
            <a:custGeom>
              <a:avLst/>
              <a:gdLst>
                <a:gd name="connsiteX0" fmla="*/ 0 w 2279650"/>
                <a:gd name="connsiteY0" fmla="*/ 0 h 3919537"/>
                <a:gd name="connsiteX1" fmla="*/ 3038 w 2279650"/>
                <a:gd name="connsiteY1" fmla="*/ 0 h 3919537"/>
                <a:gd name="connsiteX2" fmla="*/ 2279650 w 2279650"/>
                <a:gd name="connsiteY2" fmla="*/ 1864626 h 3919537"/>
                <a:gd name="connsiteX3" fmla="*/ 2279650 w 2279650"/>
                <a:gd name="connsiteY3" fmla="*/ 3919537 h 3919537"/>
                <a:gd name="connsiteX4" fmla="*/ 0 w 2279650"/>
                <a:gd name="connsiteY4" fmla="*/ 3919537 h 3919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9650" h="3919537">
                  <a:moveTo>
                    <a:pt x="0" y="0"/>
                  </a:moveTo>
                  <a:lnTo>
                    <a:pt x="3038" y="0"/>
                  </a:lnTo>
                  <a:lnTo>
                    <a:pt x="2279650" y="1864626"/>
                  </a:lnTo>
                  <a:lnTo>
                    <a:pt x="2279650" y="3919537"/>
                  </a:lnTo>
                  <a:lnTo>
                    <a:pt x="0" y="3919537"/>
                  </a:lnTo>
                  <a:close/>
                </a:path>
              </a:pathLst>
            </a:custGeom>
            <a:solidFill>
              <a:schemeClr val="tx2">
                <a:lumMod val="90000"/>
                <a:lumOff val="10000"/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4" name="任意多边形: 形状 13"/>
            <p:cNvSpPr/>
            <p:nvPr userDrawn="1">
              <p:custDataLst>
                <p:tags r:id="rId6"/>
              </p:custDataLst>
            </p:nvPr>
          </p:nvSpPr>
          <p:spPr>
            <a:xfrm flipH="1">
              <a:off x="11773995" y="147637"/>
              <a:ext cx="220836" cy="379696"/>
            </a:xfrm>
            <a:custGeom>
              <a:avLst/>
              <a:gdLst>
                <a:gd name="connsiteX0" fmla="*/ 0 w 2279650"/>
                <a:gd name="connsiteY0" fmla="*/ 0 h 3919537"/>
                <a:gd name="connsiteX1" fmla="*/ 3038 w 2279650"/>
                <a:gd name="connsiteY1" fmla="*/ 0 h 3919537"/>
                <a:gd name="connsiteX2" fmla="*/ 2279650 w 2279650"/>
                <a:gd name="connsiteY2" fmla="*/ 1864626 h 3919537"/>
                <a:gd name="connsiteX3" fmla="*/ 2279650 w 2279650"/>
                <a:gd name="connsiteY3" fmla="*/ 3919537 h 3919537"/>
                <a:gd name="connsiteX4" fmla="*/ 0 w 2279650"/>
                <a:gd name="connsiteY4" fmla="*/ 3919537 h 3919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9650" h="3919537">
                  <a:moveTo>
                    <a:pt x="0" y="0"/>
                  </a:moveTo>
                  <a:lnTo>
                    <a:pt x="3038" y="0"/>
                  </a:lnTo>
                  <a:lnTo>
                    <a:pt x="2279650" y="1864626"/>
                  </a:lnTo>
                  <a:lnTo>
                    <a:pt x="2279650" y="3919537"/>
                  </a:lnTo>
                  <a:lnTo>
                    <a:pt x="0" y="3919537"/>
                  </a:lnTo>
                  <a:close/>
                </a:path>
              </a:pathLst>
            </a:custGeom>
            <a:solidFill>
              <a:schemeClr val="tx2">
                <a:lumMod val="90000"/>
                <a:lumOff val="1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8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9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 userDrawn="1">
            <p:custDataLst>
              <p:tags r:id="rId2"/>
            </p:custDataLst>
          </p:nvPr>
        </p:nvGrpSpPr>
        <p:grpSpPr>
          <a:xfrm>
            <a:off x="205978" y="83342"/>
            <a:ext cx="11788853" cy="688181"/>
            <a:chOff x="205978" y="83342"/>
            <a:chExt cx="11788853" cy="688181"/>
          </a:xfrm>
        </p:grpSpPr>
        <p:sp>
          <p:nvSpPr>
            <p:cNvPr id="10" name="平行四边形 9"/>
            <p:cNvSpPr/>
            <p:nvPr userDrawn="1">
              <p:custDataLst>
                <p:tags r:id="rId3"/>
              </p:custDataLst>
            </p:nvPr>
          </p:nvSpPr>
          <p:spPr>
            <a:xfrm rot="16200000" flipV="1">
              <a:off x="7739" y="422075"/>
              <a:ext cx="547687" cy="151209"/>
            </a:xfrm>
            <a:prstGeom prst="parallelogram">
              <a:avLst>
                <a:gd name="adj" fmla="val 611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/>
            <p:cNvSpPr/>
            <p:nvPr userDrawn="1">
              <p:custDataLst>
                <p:tags r:id="rId4"/>
              </p:custDataLst>
            </p:nvPr>
          </p:nvSpPr>
          <p:spPr>
            <a:xfrm rot="16200000" flipV="1">
              <a:off x="238720" y="250624"/>
              <a:ext cx="464342" cy="129778"/>
            </a:xfrm>
            <a:prstGeom prst="parallelogram">
              <a:avLst>
                <a:gd name="adj" fmla="val 61117"/>
              </a:avLst>
            </a:pr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任意多边形: 形状 11"/>
            <p:cNvSpPr/>
            <p:nvPr userDrawn="1">
              <p:custDataLst>
                <p:tags r:id="rId5"/>
              </p:custDataLst>
            </p:nvPr>
          </p:nvSpPr>
          <p:spPr>
            <a:xfrm flipH="1">
              <a:off x="11669220" y="185737"/>
              <a:ext cx="220836" cy="379696"/>
            </a:xfrm>
            <a:custGeom>
              <a:avLst/>
              <a:gdLst>
                <a:gd name="connsiteX0" fmla="*/ 0 w 2279650"/>
                <a:gd name="connsiteY0" fmla="*/ 0 h 3919537"/>
                <a:gd name="connsiteX1" fmla="*/ 3038 w 2279650"/>
                <a:gd name="connsiteY1" fmla="*/ 0 h 3919537"/>
                <a:gd name="connsiteX2" fmla="*/ 2279650 w 2279650"/>
                <a:gd name="connsiteY2" fmla="*/ 1864626 h 3919537"/>
                <a:gd name="connsiteX3" fmla="*/ 2279650 w 2279650"/>
                <a:gd name="connsiteY3" fmla="*/ 3919537 h 3919537"/>
                <a:gd name="connsiteX4" fmla="*/ 0 w 2279650"/>
                <a:gd name="connsiteY4" fmla="*/ 3919537 h 3919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9650" h="3919537">
                  <a:moveTo>
                    <a:pt x="0" y="0"/>
                  </a:moveTo>
                  <a:lnTo>
                    <a:pt x="3038" y="0"/>
                  </a:lnTo>
                  <a:lnTo>
                    <a:pt x="2279650" y="1864626"/>
                  </a:lnTo>
                  <a:lnTo>
                    <a:pt x="2279650" y="3919537"/>
                  </a:lnTo>
                  <a:lnTo>
                    <a:pt x="0" y="3919537"/>
                  </a:lnTo>
                  <a:close/>
                </a:path>
              </a:pathLst>
            </a:custGeom>
            <a:solidFill>
              <a:schemeClr val="tx2">
                <a:lumMod val="90000"/>
                <a:lumOff val="10000"/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3" name="任意多边形: 形状 12"/>
            <p:cNvSpPr/>
            <p:nvPr userDrawn="1">
              <p:custDataLst>
                <p:tags r:id="rId6"/>
              </p:custDataLst>
            </p:nvPr>
          </p:nvSpPr>
          <p:spPr>
            <a:xfrm flipH="1">
              <a:off x="11773995" y="147637"/>
              <a:ext cx="220836" cy="379696"/>
            </a:xfrm>
            <a:custGeom>
              <a:avLst/>
              <a:gdLst>
                <a:gd name="connsiteX0" fmla="*/ 0 w 2279650"/>
                <a:gd name="connsiteY0" fmla="*/ 0 h 3919537"/>
                <a:gd name="connsiteX1" fmla="*/ 3038 w 2279650"/>
                <a:gd name="connsiteY1" fmla="*/ 0 h 3919537"/>
                <a:gd name="connsiteX2" fmla="*/ 2279650 w 2279650"/>
                <a:gd name="connsiteY2" fmla="*/ 1864626 h 3919537"/>
                <a:gd name="connsiteX3" fmla="*/ 2279650 w 2279650"/>
                <a:gd name="connsiteY3" fmla="*/ 3919537 h 3919537"/>
                <a:gd name="connsiteX4" fmla="*/ 0 w 2279650"/>
                <a:gd name="connsiteY4" fmla="*/ 3919537 h 3919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9650" h="3919537">
                  <a:moveTo>
                    <a:pt x="0" y="0"/>
                  </a:moveTo>
                  <a:lnTo>
                    <a:pt x="3038" y="0"/>
                  </a:lnTo>
                  <a:lnTo>
                    <a:pt x="2279650" y="1864626"/>
                  </a:lnTo>
                  <a:lnTo>
                    <a:pt x="2279650" y="3919537"/>
                  </a:lnTo>
                  <a:lnTo>
                    <a:pt x="0" y="3919537"/>
                  </a:lnTo>
                  <a:close/>
                </a:path>
              </a:pathLst>
            </a:custGeom>
            <a:solidFill>
              <a:schemeClr val="tx2">
                <a:lumMod val="90000"/>
                <a:lumOff val="1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7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8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 wrap="square">
            <a:normAutofit/>
          </a:bodyPr>
          <a:lstStyle>
            <a:lvl1pPr indent="0" eaLnBrk="1" fontAlgn="auto" latinLnBrk="0" hangingPunct="1"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 userDrawn="1">
            <p:custDataLst>
              <p:tags r:id="rId2"/>
            </p:custDataLst>
          </p:nvPr>
        </p:nvGrpSpPr>
        <p:grpSpPr>
          <a:xfrm>
            <a:off x="205978" y="83342"/>
            <a:ext cx="11788853" cy="688181"/>
            <a:chOff x="205978" y="83342"/>
            <a:chExt cx="11788853" cy="688181"/>
          </a:xfrm>
        </p:grpSpPr>
        <p:sp>
          <p:nvSpPr>
            <p:cNvPr id="10" name="平行四边形 9"/>
            <p:cNvSpPr/>
            <p:nvPr userDrawn="1">
              <p:custDataLst>
                <p:tags r:id="rId3"/>
              </p:custDataLst>
            </p:nvPr>
          </p:nvSpPr>
          <p:spPr>
            <a:xfrm rot="16200000" flipV="1">
              <a:off x="7739" y="422075"/>
              <a:ext cx="547687" cy="151209"/>
            </a:xfrm>
            <a:prstGeom prst="parallelogram">
              <a:avLst>
                <a:gd name="adj" fmla="val 611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/>
            <p:cNvSpPr/>
            <p:nvPr userDrawn="1">
              <p:custDataLst>
                <p:tags r:id="rId4"/>
              </p:custDataLst>
            </p:nvPr>
          </p:nvSpPr>
          <p:spPr>
            <a:xfrm rot="16200000" flipV="1">
              <a:off x="238720" y="250624"/>
              <a:ext cx="464342" cy="129778"/>
            </a:xfrm>
            <a:prstGeom prst="parallelogram">
              <a:avLst>
                <a:gd name="adj" fmla="val 61117"/>
              </a:avLst>
            </a:pr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任意多边形: 形状 11"/>
            <p:cNvSpPr/>
            <p:nvPr userDrawn="1">
              <p:custDataLst>
                <p:tags r:id="rId5"/>
              </p:custDataLst>
            </p:nvPr>
          </p:nvSpPr>
          <p:spPr>
            <a:xfrm flipH="1">
              <a:off x="11669220" y="185737"/>
              <a:ext cx="220836" cy="379696"/>
            </a:xfrm>
            <a:custGeom>
              <a:avLst/>
              <a:gdLst>
                <a:gd name="connsiteX0" fmla="*/ 0 w 2279650"/>
                <a:gd name="connsiteY0" fmla="*/ 0 h 3919537"/>
                <a:gd name="connsiteX1" fmla="*/ 3038 w 2279650"/>
                <a:gd name="connsiteY1" fmla="*/ 0 h 3919537"/>
                <a:gd name="connsiteX2" fmla="*/ 2279650 w 2279650"/>
                <a:gd name="connsiteY2" fmla="*/ 1864626 h 3919537"/>
                <a:gd name="connsiteX3" fmla="*/ 2279650 w 2279650"/>
                <a:gd name="connsiteY3" fmla="*/ 3919537 h 3919537"/>
                <a:gd name="connsiteX4" fmla="*/ 0 w 2279650"/>
                <a:gd name="connsiteY4" fmla="*/ 3919537 h 3919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9650" h="3919537">
                  <a:moveTo>
                    <a:pt x="0" y="0"/>
                  </a:moveTo>
                  <a:lnTo>
                    <a:pt x="3038" y="0"/>
                  </a:lnTo>
                  <a:lnTo>
                    <a:pt x="2279650" y="1864626"/>
                  </a:lnTo>
                  <a:lnTo>
                    <a:pt x="2279650" y="3919537"/>
                  </a:lnTo>
                  <a:lnTo>
                    <a:pt x="0" y="3919537"/>
                  </a:lnTo>
                  <a:close/>
                </a:path>
              </a:pathLst>
            </a:custGeom>
            <a:solidFill>
              <a:schemeClr val="tx2">
                <a:lumMod val="90000"/>
                <a:lumOff val="10000"/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3" name="任意多边形: 形状 12"/>
            <p:cNvSpPr/>
            <p:nvPr userDrawn="1">
              <p:custDataLst>
                <p:tags r:id="rId6"/>
              </p:custDataLst>
            </p:nvPr>
          </p:nvSpPr>
          <p:spPr>
            <a:xfrm flipH="1">
              <a:off x="11773995" y="147637"/>
              <a:ext cx="220836" cy="379696"/>
            </a:xfrm>
            <a:custGeom>
              <a:avLst/>
              <a:gdLst>
                <a:gd name="connsiteX0" fmla="*/ 0 w 2279650"/>
                <a:gd name="connsiteY0" fmla="*/ 0 h 3919537"/>
                <a:gd name="connsiteX1" fmla="*/ 3038 w 2279650"/>
                <a:gd name="connsiteY1" fmla="*/ 0 h 3919537"/>
                <a:gd name="connsiteX2" fmla="*/ 2279650 w 2279650"/>
                <a:gd name="connsiteY2" fmla="*/ 1864626 h 3919537"/>
                <a:gd name="connsiteX3" fmla="*/ 2279650 w 2279650"/>
                <a:gd name="connsiteY3" fmla="*/ 3919537 h 3919537"/>
                <a:gd name="connsiteX4" fmla="*/ 0 w 2279650"/>
                <a:gd name="connsiteY4" fmla="*/ 3919537 h 3919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9650" h="3919537">
                  <a:moveTo>
                    <a:pt x="0" y="0"/>
                  </a:moveTo>
                  <a:lnTo>
                    <a:pt x="3038" y="0"/>
                  </a:lnTo>
                  <a:lnTo>
                    <a:pt x="2279650" y="1864626"/>
                  </a:lnTo>
                  <a:lnTo>
                    <a:pt x="2279650" y="3919537"/>
                  </a:lnTo>
                  <a:lnTo>
                    <a:pt x="0" y="3919537"/>
                  </a:lnTo>
                  <a:close/>
                </a:path>
              </a:pathLst>
            </a:custGeom>
            <a:solidFill>
              <a:schemeClr val="tx2">
                <a:lumMod val="90000"/>
                <a:lumOff val="1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</p:grp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0"/>
            </p:custDataLst>
          </p:nvPr>
        </p:nvSpPr>
        <p:spPr>
          <a:xfrm>
            <a:off x="669930" y="952508"/>
            <a:ext cx="10852237" cy="5388907"/>
          </a:xfrm>
        </p:spPr>
        <p:txBody>
          <a:bodyPr wrap="square">
            <a:norm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/>
          <p:cNvGrpSpPr/>
          <p:nvPr userDrawn="1">
            <p:custDataLst>
              <p:tags r:id="rId2"/>
            </p:custDataLst>
          </p:nvPr>
        </p:nvGrpSpPr>
        <p:grpSpPr>
          <a:xfrm>
            <a:off x="0" y="-1"/>
            <a:ext cx="12192000" cy="6858001"/>
            <a:chOff x="0" y="-1"/>
            <a:chExt cx="12192000" cy="6858001"/>
          </a:xfrm>
        </p:grpSpPr>
        <p:cxnSp>
          <p:nvCxnSpPr>
            <p:cNvPr id="8" name="直接连接符 7"/>
            <p:cNvCxnSpPr/>
            <p:nvPr userDrawn="1">
              <p:custDataLst>
                <p:tags r:id="rId3"/>
              </p:custDataLst>
            </p:nvPr>
          </p:nvCxnSpPr>
          <p:spPr>
            <a:xfrm>
              <a:off x="9121140" y="2667000"/>
              <a:ext cx="0" cy="1524000"/>
            </a:xfrm>
            <a:prstGeom prst="line">
              <a:avLst/>
            </a:prstGeom>
            <a:ln w="12700">
              <a:solidFill>
                <a:schemeClr val="accent1"/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 userDrawn="1">
              <p:custDataLst>
                <p:tags r:id="rId4"/>
              </p:custDataLst>
            </p:nvPr>
          </p:nvCxnSpPr>
          <p:spPr>
            <a:xfrm>
              <a:off x="3025775" y="2754630"/>
              <a:ext cx="0" cy="1524000"/>
            </a:xfrm>
            <a:prstGeom prst="line">
              <a:avLst/>
            </a:prstGeom>
            <a:ln w="12700">
              <a:solidFill>
                <a:schemeClr val="accent1"/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任意多边形: 形状 10"/>
            <p:cNvSpPr/>
            <p:nvPr userDrawn="1">
              <p:custDataLst>
                <p:tags r:id="rId5"/>
              </p:custDataLst>
            </p:nvPr>
          </p:nvSpPr>
          <p:spPr>
            <a:xfrm>
              <a:off x="10499884" y="1619250"/>
              <a:ext cx="1347787" cy="5238750"/>
            </a:xfrm>
            <a:custGeom>
              <a:avLst/>
              <a:gdLst>
                <a:gd name="connsiteX0" fmla="*/ 0 w 1343025"/>
                <a:gd name="connsiteY0" fmla="*/ 0 h 5238750"/>
                <a:gd name="connsiteX1" fmla="*/ 17045 w 1343025"/>
                <a:gd name="connsiteY1" fmla="*/ 0 h 5238750"/>
                <a:gd name="connsiteX2" fmla="*/ 1343025 w 1343025"/>
                <a:gd name="connsiteY2" fmla="*/ 1081491 h 5238750"/>
                <a:gd name="connsiteX3" fmla="*/ 1343025 w 1343025"/>
                <a:gd name="connsiteY3" fmla="*/ 5238750 h 5238750"/>
                <a:gd name="connsiteX4" fmla="*/ 0 w 1343025"/>
                <a:gd name="connsiteY4" fmla="*/ 5238750 h 523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3025" h="5238750">
                  <a:moveTo>
                    <a:pt x="0" y="0"/>
                  </a:moveTo>
                  <a:lnTo>
                    <a:pt x="17045" y="0"/>
                  </a:lnTo>
                  <a:lnTo>
                    <a:pt x="1343025" y="1081491"/>
                  </a:lnTo>
                  <a:lnTo>
                    <a:pt x="1343025" y="5238750"/>
                  </a:lnTo>
                  <a:lnTo>
                    <a:pt x="0" y="523875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2" name="任意多边形: 形状 11"/>
            <p:cNvSpPr/>
            <p:nvPr userDrawn="1">
              <p:custDataLst>
                <p:tags r:id="rId6"/>
              </p:custDataLst>
            </p:nvPr>
          </p:nvSpPr>
          <p:spPr>
            <a:xfrm rot="10800000">
              <a:off x="10903516" y="-1"/>
              <a:ext cx="1288484" cy="3893820"/>
            </a:xfrm>
            <a:custGeom>
              <a:avLst/>
              <a:gdLst>
                <a:gd name="connsiteX0" fmla="*/ 1288484 w 1288484"/>
                <a:gd name="connsiteY0" fmla="*/ 3893820 h 3893820"/>
                <a:gd name="connsiteX1" fmla="*/ 0 w 1288484"/>
                <a:gd name="connsiteY1" fmla="*/ 3893820 h 3893820"/>
                <a:gd name="connsiteX2" fmla="*/ 0 w 1288484"/>
                <a:gd name="connsiteY2" fmla="*/ 0 h 3893820"/>
                <a:gd name="connsiteX3" fmla="*/ 16353 w 1288484"/>
                <a:gd name="connsiteY3" fmla="*/ 0 h 3893820"/>
                <a:gd name="connsiteX4" fmla="*/ 1288484 w 1288484"/>
                <a:gd name="connsiteY4" fmla="*/ 1033906 h 3893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8484" h="3893820">
                  <a:moveTo>
                    <a:pt x="1288484" y="3893820"/>
                  </a:moveTo>
                  <a:lnTo>
                    <a:pt x="0" y="3893820"/>
                  </a:lnTo>
                  <a:lnTo>
                    <a:pt x="0" y="0"/>
                  </a:lnTo>
                  <a:lnTo>
                    <a:pt x="16353" y="0"/>
                  </a:lnTo>
                  <a:lnTo>
                    <a:pt x="1288484" y="1033906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3" name="任意多边形: 形状 12"/>
            <p:cNvSpPr/>
            <p:nvPr userDrawn="1">
              <p:custDataLst>
                <p:tags r:id="rId7"/>
              </p:custDataLst>
            </p:nvPr>
          </p:nvSpPr>
          <p:spPr>
            <a:xfrm rot="10800000">
              <a:off x="1453513" y="0"/>
              <a:ext cx="616586" cy="2385344"/>
            </a:xfrm>
            <a:custGeom>
              <a:avLst/>
              <a:gdLst>
                <a:gd name="connsiteX0" fmla="*/ 616586 w 616586"/>
                <a:gd name="connsiteY0" fmla="*/ 2385344 h 2385344"/>
                <a:gd name="connsiteX1" fmla="*/ 0 w 616586"/>
                <a:gd name="connsiteY1" fmla="*/ 2385344 h 2385344"/>
                <a:gd name="connsiteX2" fmla="*/ 0 w 616586"/>
                <a:gd name="connsiteY2" fmla="*/ 0 h 2385344"/>
                <a:gd name="connsiteX3" fmla="*/ 616586 w 616586"/>
                <a:gd name="connsiteY3" fmla="*/ 501122 h 2385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6586" h="2385344">
                  <a:moveTo>
                    <a:pt x="616586" y="2385344"/>
                  </a:moveTo>
                  <a:lnTo>
                    <a:pt x="0" y="2385344"/>
                  </a:lnTo>
                  <a:lnTo>
                    <a:pt x="0" y="0"/>
                  </a:lnTo>
                  <a:lnTo>
                    <a:pt x="616586" y="50112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4" name="任意多边形: 形状 13"/>
            <p:cNvSpPr/>
            <p:nvPr userDrawn="1">
              <p:custDataLst>
                <p:tags r:id="rId8"/>
              </p:custDataLst>
            </p:nvPr>
          </p:nvSpPr>
          <p:spPr>
            <a:xfrm>
              <a:off x="525780" y="2938463"/>
              <a:ext cx="2279650" cy="3919537"/>
            </a:xfrm>
            <a:custGeom>
              <a:avLst/>
              <a:gdLst>
                <a:gd name="connsiteX0" fmla="*/ 0 w 2279650"/>
                <a:gd name="connsiteY0" fmla="*/ 0 h 3919537"/>
                <a:gd name="connsiteX1" fmla="*/ 3038 w 2279650"/>
                <a:gd name="connsiteY1" fmla="*/ 0 h 3919537"/>
                <a:gd name="connsiteX2" fmla="*/ 2279650 w 2279650"/>
                <a:gd name="connsiteY2" fmla="*/ 1864626 h 3919537"/>
                <a:gd name="connsiteX3" fmla="*/ 2279650 w 2279650"/>
                <a:gd name="connsiteY3" fmla="*/ 3919537 h 3919537"/>
                <a:gd name="connsiteX4" fmla="*/ 0 w 2279650"/>
                <a:gd name="connsiteY4" fmla="*/ 3919537 h 3919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9650" h="3919537">
                  <a:moveTo>
                    <a:pt x="0" y="0"/>
                  </a:moveTo>
                  <a:lnTo>
                    <a:pt x="3038" y="0"/>
                  </a:lnTo>
                  <a:lnTo>
                    <a:pt x="2279650" y="1864626"/>
                  </a:lnTo>
                  <a:lnTo>
                    <a:pt x="2279650" y="3919537"/>
                  </a:lnTo>
                  <a:lnTo>
                    <a:pt x="0" y="3919537"/>
                  </a:lnTo>
                  <a:close/>
                </a:path>
              </a:pathLst>
            </a:custGeom>
            <a:solidFill>
              <a:schemeClr val="tx2">
                <a:lumMod val="90000"/>
                <a:lumOff val="1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5" name="任意多边形: 形状 14"/>
            <p:cNvSpPr/>
            <p:nvPr userDrawn="1">
              <p:custDataLst>
                <p:tags r:id="rId9"/>
              </p:custDataLst>
            </p:nvPr>
          </p:nvSpPr>
          <p:spPr>
            <a:xfrm>
              <a:off x="0" y="2938463"/>
              <a:ext cx="2279650" cy="3919537"/>
            </a:xfrm>
            <a:custGeom>
              <a:avLst/>
              <a:gdLst>
                <a:gd name="connsiteX0" fmla="*/ 0 w 2279650"/>
                <a:gd name="connsiteY0" fmla="*/ 0 h 3919537"/>
                <a:gd name="connsiteX1" fmla="*/ 3038 w 2279650"/>
                <a:gd name="connsiteY1" fmla="*/ 0 h 3919537"/>
                <a:gd name="connsiteX2" fmla="*/ 2279650 w 2279650"/>
                <a:gd name="connsiteY2" fmla="*/ 1864626 h 3919537"/>
                <a:gd name="connsiteX3" fmla="*/ 2279650 w 2279650"/>
                <a:gd name="connsiteY3" fmla="*/ 3919537 h 3919537"/>
                <a:gd name="connsiteX4" fmla="*/ 0 w 2279650"/>
                <a:gd name="connsiteY4" fmla="*/ 3919537 h 3919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9650" h="3919537">
                  <a:moveTo>
                    <a:pt x="0" y="0"/>
                  </a:moveTo>
                  <a:lnTo>
                    <a:pt x="3038" y="0"/>
                  </a:lnTo>
                  <a:lnTo>
                    <a:pt x="2279650" y="1864626"/>
                  </a:lnTo>
                  <a:lnTo>
                    <a:pt x="2279650" y="3919537"/>
                  </a:lnTo>
                  <a:lnTo>
                    <a:pt x="0" y="3919537"/>
                  </a:lnTo>
                  <a:close/>
                </a:path>
              </a:pathLst>
            </a:custGeom>
            <a:solidFill>
              <a:schemeClr val="tx2">
                <a:lumMod val="90000"/>
                <a:lumOff val="10000"/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idx="13" hasCustomPrompt="1"/>
            <p:custDataLst>
              <p:tags r:id="rId13"/>
            </p:custDataLst>
          </p:nvPr>
        </p:nvSpPr>
        <p:spPr>
          <a:xfrm>
            <a:off x="3413125" y="2430780"/>
            <a:ext cx="5365750" cy="1398905"/>
          </a:xfrm>
        </p:spPr>
        <p:txBody>
          <a:bodyPr vert="horz" wrap="square" lIns="90170" tIns="46990" rIns="90170" bIns="0" rtlCol="0" anchor="b" anchorCtr="0">
            <a:normAutofit/>
          </a:bodyPr>
          <a:lstStyle>
            <a:lvl1pPr>
              <a:defRPr lang="zh-CN" altLang="en-US" sz="8000" b="0" spc="1000" baseline="0">
                <a:solidFill>
                  <a:schemeClr val="bg1"/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pPr marL="0" lvl="0" algn="dist"/>
            <a:r>
              <a:rPr lang="zh-CN" altLang="en-US"/>
              <a:t>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4" hasCustomPrompt="1"/>
            <p:custDataLst>
              <p:tags r:id="rId14"/>
            </p:custDataLst>
          </p:nvPr>
        </p:nvSpPr>
        <p:spPr>
          <a:xfrm>
            <a:off x="3413760" y="3907155"/>
            <a:ext cx="5364480" cy="371475"/>
          </a:xfrm>
        </p:spPr>
        <p:txBody>
          <a:bodyPr vert="horz" wrap="square" lIns="90170" tIns="0" rIns="90170" bIns="46990" rtlCol="0" anchor="t" anchorCtr="0">
            <a:normAutofit/>
          </a:bodyPr>
          <a:lstStyle>
            <a:lvl1pPr>
              <a:defRPr lang="zh-CN" altLang="en-US" sz="2000" spc="200">
                <a:ln>
                  <a:noFill/>
                </a:ln>
                <a:solidFill>
                  <a:schemeClr val="bg1"/>
                </a:solidFill>
                <a:effectLst/>
                <a:uLnTx/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0" lvl="0" indent="0" algn="ctr">
              <a:lnSpc>
                <a:spcPct val="100000"/>
              </a:lnSpc>
              <a:spcAft>
                <a:spcPts val="0"/>
              </a:spcAft>
              <a:buClrTx/>
              <a:buSzTx/>
              <a:buNone/>
            </a:pPr>
            <a:r>
              <a:rPr lang="zh-CN" altLang="en-US"/>
              <a:t>单击此处编辑文本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>
            <p:custDataLst>
              <p:tags r:id="rId2"/>
            </p:custDataLst>
          </p:nvPr>
        </p:nvGrpSpPr>
        <p:grpSpPr>
          <a:xfrm>
            <a:off x="205978" y="83342"/>
            <a:ext cx="11788853" cy="688181"/>
            <a:chOff x="205978" y="83342"/>
            <a:chExt cx="11788853" cy="688181"/>
          </a:xfrm>
        </p:grpSpPr>
        <p:sp>
          <p:nvSpPr>
            <p:cNvPr id="9" name="平行四边形 8"/>
            <p:cNvSpPr/>
            <p:nvPr userDrawn="1">
              <p:custDataLst>
                <p:tags r:id="rId3"/>
              </p:custDataLst>
            </p:nvPr>
          </p:nvSpPr>
          <p:spPr>
            <a:xfrm rot="16200000" flipV="1">
              <a:off x="7739" y="422075"/>
              <a:ext cx="547687" cy="151209"/>
            </a:xfrm>
            <a:prstGeom prst="parallelogram">
              <a:avLst>
                <a:gd name="adj" fmla="val 611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/>
            <p:cNvSpPr/>
            <p:nvPr userDrawn="1">
              <p:custDataLst>
                <p:tags r:id="rId4"/>
              </p:custDataLst>
            </p:nvPr>
          </p:nvSpPr>
          <p:spPr>
            <a:xfrm rot="16200000" flipV="1">
              <a:off x="238720" y="250624"/>
              <a:ext cx="464342" cy="129778"/>
            </a:xfrm>
            <a:prstGeom prst="parallelogram">
              <a:avLst>
                <a:gd name="adj" fmla="val 61117"/>
              </a:avLst>
            </a:pr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任意多边形: 形状 10"/>
            <p:cNvSpPr/>
            <p:nvPr userDrawn="1">
              <p:custDataLst>
                <p:tags r:id="rId5"/>
              </p:custDataLst>
            </p:nvPr>
          </p:nvSpPr>
          <p:spPr>
            <a:xfrm flipH="1">
              <a:off x="11669220" y="185737"/>
              <a:ext cx="220836" cy="379696"/>
            </a:xfrm>
            <a:custGeom>
              <a:avLst/>
              <a:gdLst>
                <a:gd name="connsiteX0" fmla="*/ 0 w 2279650"/>
                <a:gd name="connsiteY0" fmla="*/ 0 h 3919537"/>
                <a:gd name="connsiteX1" fmla="*/ 3038 w 2279650"/>
                <a:gd name="connsiteY1" fmla="*/ 0 h 3919537"/>
                <a:gd name="connsiteX2" fmla="*/ 2279650 w 2279650"/>
                <a:gd name="connsiteY2" fmla="*/ 1864626 h 3919537"/>
                <a:gd name="connsiteX3" fmla="*/ 2279650 w 2279650"/>
                <a:gd name="connsiteY3" fmla="*/ 3919537 h 3919537"/>
                <a:gd name="connsiteX4" fmla="*/ 0 w 2279650"/>
                <a:gd name="connsiteY4" fmla="*/ 3919537 h 3919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9650" h="3919537">
                  <a:moveTo>
                    <a:pt x="0" y="0"/>
                  </a:moveTo>
                  <a:lnTo>
                    <a:pt x="3038" y="0"/>
                  </a:lnTo>
                  <a:lnTo>
                    <a:pt x="2279650" y="1864626"/>
                  </a:lnTo>
                  <a:lnTo>
                    <a:pt x="2279650" y="3919537"/>
                  </a:lnTo>
                  <a:lnTo>
                    <a:pt x="0" y="3919537"/>
                  </a:lnTo>
                  <a:close/>
                </a:path>
              </a:pathLst>
            </a:custGeom>
            <a:solidFill>
              <a:schemeClr val="tx2">
                <a:lumMod val="90000"/>
                <a:lumOff val="10000"/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2" name="任意多边形: 形状 11"/>
            <p:cNvSpPr/>
            <p:nvPr userDrawn="1">
              <p:custDataLst>
                <p:tags r:id="rId6"/>
              </p:custDataLst>
            </p:nvPr>
          </p:nvSpPr>
          <p:spPr>
            <a:xfrm flipH="1">
              <a:off x="11773995" y="147637"/>
              <a:ext cx="220836" cy="379696"/>
            </a:xfrm>
            <a:custGeom>
              <a:avLst/>
              <a:gdLst>
                <a:gd name="connsiteX0" fmla="*/ 0 w 2279650"/>
                <a:gd name="connsiteY0" fmla="*/ 0 h 3919537"/>
                <a:gd name="connsiteX1" fmla="*/ 3038 w 2279650"/>
                <a:gd name="connsiteY1" fmla="*/ 0 h 3919537"/>
                <a:gd name="connsiteX2" fmla="*/ 2279650 w 2279650"/>
                <a:gd name="connsiteY2" fmla="*/ 1864626 h 3919537"/>
                <a:gd name="connsiteX3" fmla="*/ 2279650 w 2279650"/>
                <a:gd name="connsiteY3" fmla="*/ 3919537 h 3919537"/>
                <a:gd name="connsiteX4" fmla="*/ 0 w 2279650"/>
                <a:gd name="connsiteY4" fmla="*/ 3919537 h 3919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9650" h="3919537">
                  <a:moveTo>
                    <a:pt x="0" y="0"/>
                  </a:moveTo>
                  <a:lnTo>
                    <a:pt x="3038" y="0"/>
                  </a:lnTo>
                  <a:lnTo>
                    <a:pt x="2279650" y="1864626"/>
                  </a:lnTo>
                  <a:lnTo>
                    <a:pt x="2279650" y="3919537"/>
                  </a:lnTo>
                  <a:lnTo>
                    <a:pt x="0" y="3919537"/>
                  </a:lnTo>
                  <a:close/>
                </a:path>
              </a:pathLst>
            </a:custGeom>
            <a:solidFill>
              <a:schemeClr val="tx2">
                <a:lumMod val="90000"/>
                <a:lumOff val="1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292075" y="303809"/>
            <a:ext cx="11607851" cy="6250382"/>
          </a:xfrm>
          <a:prstGeom prst="rect">
            <a:avLst/>
          </a:prstGeom>
          <a:solidFill>
            <a:schemeClr val="bg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11" name="组合 10"/>
          <p:cNvGrpSpPr/>
          <p:nvPr userDrawn="1">
            <p:custDataLst>
              <p:tags r:id="rId3"/>
            </p:custDataLst>
          </p:nvPr>
        </p:nvGrpSpPr>
        <p:grpSpPr>
          <a:xfrm>
            <a:off x="205978" y="83342"/>
            <a:ext cx="11788853" cy="688181"/>
            <a:chOff x="205978" y="83342"/>
            <a:chExt cx="11788853" cy="688181"/>
          </a:xfrm>
        </p:grpSpPr>
        <p:sp>
          <p:nvSpPr>
            <p:cNvPr id="12" name="平行四边形 11"/>
            <p:cNvSpPr/>
            <p:nvPr userDrawn="1">
              <p:custDataLst>
                <p:tags r:id="rId4"/>
              </p:custDataLst>
            </p:nvPr>
          </p:nvSpPr>
          <p:spPr>
            <a:xfrm rot="16200000" flipV="1">
              <a:off x="7739" y="422075"/>
              <a:ext cx="547687" cy="151209"/>
            </a:xfrm>
            <a:prstGeom prst="parallelogram">
              <a:avLst>
                <a:gd name="adj" fmla="val 611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/>
            <p:cNvSpPr/>
            <p:nvPr userDrawn="1">
              <p:custDataLst>
                <p:tags r:id="rId5"/>
              </p:custDataLst>
            </p:nvPr>
          </p:nvSpPr>
          <p:spPr>
            <a:xfrm rot="16200000" flipV="1">
              <a:off x="238720" y="250624"/>
              <a:ext cx="464342" cy="129778"/>
            </a:xfrm>
            <a:prstGeom prst="parallelogram">
              <a:avLst>
                <a:gd name="adj" fmla="val 61117"/>
              </a:avLst>
            </a:pr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任意多边形: 形状 13"/>
            <p:cNvSpPr/>
            <p:nvPr userDrawn="1">
              <p:custDataLst>
                <p:tags r:id="rId6"/>
              </p:custDataLst>
            </p:nvPr>
          </p:nvSpPr>
          <p:spPr>
            <a:xfrm flipH="1">
              <a:off x="11669220" y="185737"/>
              <a:ext cx="220836" cy="379696"/>
            </a:xfrm>
            <a:custGeom>
              <a:avLst/>
              <a:gdLst>
                <a:gd name="connsiteX0" fmla="*/ 0 w 2279650"/>
                <a:gd name="connsiteY0" fmla="*/ 0 h 3919537"/>
                <a:gd name="connsiteX1" fmla="*/ 3038 w 2279650"/>
                <a:gd name="connsiteY1" fmla="*/ 0 h 3919537"/>
                <a:gd name="connsiteX2" fmla="*/ 2279650 w 2279650"/>
                <a:gd name="connsiteY2" fmla="*/ 1864626 h 3919537"/>
                <a:gd name="connsiteX3" fmla="*/ 2279650 w 2279650"/>
                <a:gd name="connsiteY3" fmla="*/ 3919537 h 3919537"/>
                <a:gd name="connsiteX4" fmla="*/ 0 w 2279650"/>
                <a:gd name="connsiteY4" fmla="*/ 3919537 h 3919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9650" h="3919537">
                  <a:moveTo>
                    <a:pt x="0" y="0"/>
                  </a:moveTo>
                  <a:lnTo>
                    <a:pt x="3038" y="0"/>
                  </a:lnTo>
                  <a:lnTo>
                    <a:pt x="2279650" y="1864626"/>
                  </a:lnTo>
                  <a:lnTo>
                    <a:pt x="2279650" y="3919537"/>
                  </a:lnTo>
                  <a:lnTo>
                    <a:pt x="0" y="3919537"/>
                  </a:lnTo>
                  <a:close/>
                </a:path>
              </a:pathLst>
            </a:custGeom>
            <a:solidFill>
              <a:schemeClr val="tx2">
                <a:lumMod val="90000"/>
                <a:lumOff val="10000"/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5" name="任意多边形: 形状 14"/>
            <p:cNvSpPr/>
            <p:nvPr userDrawn="1">
              <p:custDataLst>
                <p:tags r:id="rId7"/>
              </p:custDataLst>
            </p:nvPr>
          </p:nvSpPr>
          <p:spPr>
            <a:xfrm flipH="1">
              <a:off x="11773995" y="147637"/>
              <a:ext cx="220836" cy="379696"/>
            </a:xfrm>
            <a:custGeom>
              <a:avLst/>
              <a:gdLst>
                <a:gd name="connsiteX0" fmla="*/ 0 w 2279650"/>
                <a:gd name="connsiteY0" fmla="*/ 0 h 3919537"/>
                <a:gd name="connsiteX1" fmla="*/ 3038 w 2279650"/>
                <a:gd name="connsiteY1" fmla="*/ 0 h 3919537"/>
                <a:gd name="connsiteX2" fmla="*/ 2279650 w 2279650"/>
                <a:gd name="connsiteY2" fmla="*/ 1864626 h 3919537"/>
                <a:gd name="connsiteX3" fmla="*/ 2279650 w 2279650"/>
                <a:gd name="connsiteY3" fmla="*/ 3919537 h 3919537"/>
                <a:gd name="connsiteX4" fmla="*/ 0 w 2279650"/>
                <a:gd name="connsiteY4" fmla="*/ 3919537 h 3919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9650" h="3919537">
                  <a:moveTo>
                    <a:pt x="0" y="0"/>
                  </a:moveTo>
                  <a:lnTo>
                    <a:pt x="3038" y="0"/>
                  </a:lnTo>
                  <a:lnTo>
                    <a:pt x="2279650" y="1864626"/>
                  </a:lnTo>
                  <a:lnTo>
                    <a:pt x="2279650" y="3919537"/>
                  </a:lnTo>
                  <a:lnTo>
                    <a:pt x="0" y="3919537"/>
                  </a:lnTo>
                  <a:close/>
                </a:path>
              </a:pathLst>
            </a:custGeom>
            <a:solidFill>
              <a:schemeClr val="tx2">
                <a:lumMod val="90000"/>
                <a:lumOff val="1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"/>
            </p:custDataLst>
          </p:nvPr>
        </p:nvSpPr>
        <p:spPr>
          <a:xfrm>
            <a:off x="1281600" y="1249200"/>
            <a:ext cx="9626400" cy="723600"/>
          </a:xfrm>
        </p:spPr>
        <p:txBody>
          <a:bodyPr wrap="square" anchor="ctr">
            <a:normAutofit/>
          </a:bodyPr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1281113" y="2163600"/>
            <a:ext cx="9626600" cy="3445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4603" cy="6858000"/>
          </a:xfrm>
          <a:prstGeom prst="rect">
            <a:avLst/>
          </a:prstGeom>
          <a:solidFill>
            <a:schemeClr val="bg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6" name="组合 5"/>
          <p:cNvGrpSpPr/>
          <p:nvPr userDrawn="1">
            <p:custDataLst>
              <p:tags r:id="rId3"/>
            </p:custDataLst>
          </p:nvPr>
        </p:nvGrpSpPr>
        <p:grpSpPr>
          <a:xfrm>
            <a:off x="11681872" y="83342"/>
            <a:ext cx="329802" cy="688181"/>
            <a:chOff x="205978" y="83342"/>
            <a:chExt cx="329802" cy="688181"/>
          </a:xfrm>
        </p:grpSpPr>
        <p:sp>
          <p:nvSpPr>
            <p:cNvPr id="12" name="平行四边形 11"/>
            <p:cNvSpPr/>
            <p:nvPr userDrawn="1">
              <p:custDataLst>
                <p:tags r:id="rId4"/>
              </p:custDataLst>
            </p:nvPr>
          </p:nvSpPr>
          <p:spPr>
            <a:xfrm rot="16200000" flipV="1">
              <a:off x="7739" y="422075"/>
              <a:ext cx="547687" cy="151209"/>
            </a:xfrm>
            <a:prstGeom prst="parallelogram">
              <a:avLst>
                <a:gd name="adj" fmla="val 611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/>
            <p:cNvSpPr/>
            <p:nvPr userDrawn="1">
              <p:custDataLst>
                <p:tags r:id="rId5"/>
              </p:custDataLst>
            </p:nvPr>
          </p:nvSpPr>
          <p:spPr>
            <a:xfrm rot="16200000" flipV="1">
              <a:off x="238720" y="250624"/>
              <a:ext cx="464342" cy="129778"/>
            </a:xfrm>
            <a:prstGeom prst="parallelogram">
              <a:avLst>
                <a:gd name="adj" fmla="val 61117"/>
              </a:avLst>
            </a:pr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583200" y="770400"/>
            <a:ext cx="3960000" cy="882000"/>
          </a:xfrm>
        </p:spPr>
        <p:txBody>
          <a:bodyPr wrap="square" anchor="ctr" anchorCtr="0">
            <a:normAutofit/>
          </a:bodyPr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0"/>
            </p:custDataLst>
          </p:nvPr>
        </p:nvSpPr>
        <p:spPr>
          <a:xfrm>
            <a:off x="586800" y="1764000"/>
            <a:ext cx="3956400" cy="4093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1"/>
            </p:custDataLst>
          </p:nvPr>
        </p:nvSpPr>
        <p:spPr>
          <a:xfrm>
            <a:off x="5101200" y="769938"/>
            <a:ext cx="6480000" cy="5087937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333"/>
          </a:xfrm>
          <a:prstGeom prst="rect">
            <a:avLst/>
          </a:prstGeom>
          <a:solidFill>
            <a:schemeClr val="bg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12" name="组合 11"/>
          <p:cNvGrpSpPr/>
          <p:nvPr userDrawn="1">
            <p:custDataLst>
              <p:tags r:id="rId3"/>
            </p:custDataLst>
          </p:nvPr>
        </p:nvGrpSpPr>
        <p:grpSpPr>
          <a:xfrm>
            <a:off x="205978" y="83342"/>
            <a:ext cx="11788853" cy="688181"/>
            <a:chOff x="205978" y="83342"/>
            <a:chExt cx="11788853" cy="688181"/>
          </a:xfrm>
        </p:grpSpPr>
        <p:sp>
          <p:nvSpPr>
            <p:cNvPr id="13" name="平行四边形 12"/>
            <p:cNvSpPr/>
            <p:nvPr userDrawn="1">
              <p:custDataLst>
                <p:tags r:id="rId4"/>
              </p:custDataLst>
            </p:nvPr>
          </p:nvSpPr>
          <p:spPr>
            <a:xfrm rot="16200000" flipV="1">
              <a:off x="7739" y="422075"/>
              <a:ext cx="547687" cy="151209"/>
            </a:xfrm>
            <a:prstGeom prst="parallelogram">
              <a:avLst>
                <a:gd name="adj" fmla="val 611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平行四边形 13"/>
            <p:cNvSpPr/>
            <p:nvPr userDrawn="1">
              <p:custDataLst>
                <p:tags r:id="rId5"/>
              </p:custDataLst>
            </p:nvPr>
          </p:nvSpPr>
          <p:spPr>
            <a:xfrm rot="16200000" flipV="1">
              <a:off x="238720" y="250624"/>
              <a:ext cx="464342" cy="129778"/>
            </a:xfrm>
            <a:prstGeom prst="parallelogram">
              <a:avLst>
                <a:gd name="adj" fmla="val 61117"/>
              </a:avLst>
            </a:pr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任意多边形: 形状 14"/>
            <p:cNvSpPr/>
            <p:nvPr userDrawn="1">
              <p:custDataLst>
                <p:tags r:id="rId6"/>
              </p:custDataLst>
            </p:nvPr>
          </p:nvSpPr>
          <p:spPr>
            <a:xfrm flipH="1">
              <a:off x="11669220" y="185737"/>
              <a:ext cx="220836" cy="379696"/>
            </a:xfrm>
            <a:custGeom>
              <a:avLst/>
              <a:gdLst>
                <a:gd name="connsiteX0" fmla="*/ 0 w 2279650"/>
                <a:gd name="connsiteY0" fmla="*/ 0 h 3919537"/>
                <a:gd name="connsiteX1" fmla="*/ 3038 w 2279650"/>
                <a:gd name="connsiteY1" fmla="*/ 0 h 3919537"/>
                <a:gd name="connsiteX2" fmla="*/ 2279650 w 2279650"/>
                <a:gd name="connsiteY2" fmla="*/ 1864626 h 3919537"/>
                <a:gd name="connsiteX3" fmla="*/ 2279650 w 2279650"/>
                <a:gd name="connsiteY3" fmla="*/ 3919537 h 3919537"/>
                <a:gd name="connsiteX4" fmla="*/ 0 w 2279650"/>
                <a:gd name="connsiteY4" fmla="*/ 3919537 h 3919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9650" h="3919537">
                  <a:moveTo>
                    <a:pt x="0" y="0"/>
                  </a:moveTo>
                  <a:lnTo>
                    <a:pt x="3038" y="0"/>
                  </a:lnTo>
                  <a:lnTo>
                    <a:pt x="2279650" y="1864626"/>
                  </a:lnTo>
                  <a:lnTo>
                    <a:pt x="2279650" y="3919537"/>
                  </a:lnTo>
                  <a:lnTo>
                    <a:pt x="0" y="3919537"/>
                  </a:lnTo>
                  <a:close/>
                </a:path>
              </a:pathLst>
            </a:custGeom>
            <a:solidFill>
              <a:schemeClr val="tx2">
                <a:lumMod val="90000"/>
                <a:lumOff val="10000"/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: 形状 15"/>
            <p:cNvSpPr/>
            <p:nvPr userDrawn="1">
              <p:custDataLst>
                <p:tags r:id="rId7"/>
              </p:custDataLst>
            </p:nvPr>
          </p:nvSpPr>
          <p:spPr>
            <a:xfrm flipH="1">
              <a:off x="11773995" y="147637"/>
              <a:ext cx="220836" cy="379696"/>
            </a:xfrm>
            <a:custGeom>
              <a:avLst/>
              <a:gdLst>
                <a:gd name="connsiteX0" fmla="*/ 0 w 2279650"/>
                <a:gd name="connsiteY0" fmla="*/ 0 h 3919537"/>
                <a:gd name="connsiteX1" fmla="*/ 3038 w 2279650"/>
                <a:gd name="connsiteY1" fmla="*/ 0 h 3919537"/>
                <a:gd name="connsiteX2" fmla="*/ 2279650 w 2279650"/>
                <a:gd name="connsiteY2" fmla="*/ 1864626 h 3919537"/>
                <a:gd name="connsiteX3" fmla="*/ 2279650 w 2279650"/>
                <a:gd name="connsiteY3" fmla="*/ 3919537 h 3919537"/>
                <a:gd name="connsiteX4" fmla="*/ 0 w 2279650"/>
                <a:gd name="connsiteY4" fmla="*/ 3919537 h 3919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9650" h="3919537">
                  <a:moveTo>
                    <a:pt x="0" y="0"/>
                  </a:moveTo>
                  <a:lnTo>
                    <a:pt x="3038" y="0"/>
                  </a:lnTo>
                  <a:lnTo>
                    <a:pt x="2279650" y="1864626"/>
                  </a:lnTo>
                  <a:lnTo>
                    <a:pt x="2279650" y="3919537"/>
                  </a:lnTo>
                  <a:lnTo>
                    <a:pt x="0" y="3919537"/>
                  </a:lnTo>
                  <a:close/>
                </a:path>
              </a:pathLst>
            </a:custGeom>
            <a:solidFill>
              <a:schemeClr val="tx2">
                <a:lumMod val="90000"/>
                <a:lumOff val="1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12000" y="781200"/>
            <a:ext cx="10976400" cy="626400"/>
          </a:xfrm>
        </p:spPr>
        <p:txBody>
          <a:bodyPr wrap="square" anchor="ctr">
            <a:normAutofit/>
          </a:bodyPr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2"/>
            </p:custDataLst>
          </p:nvPr>
        </p:nvSpPr>
        <p:spPr>
          <a:xfrm>
            <a:off x="612000" y="1659600"/>
            <a:ext cx="10975975" cy="828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3"/>
            </p:custDataLst>
          </p:nvPr>
        </p:nvSpPr>
        <p:spPr>
          <a:xfrm>
            <a:off x="612775" y="2808000"/>
            <a:ext cx="10965600" cy="34308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5028971"/>
            <a:ext cx="12192000" cy="1829029"/>
          </a:xfrm>
          <a:prstGeom prst="rect">
            <a:avLst/>
          </a:prstGeom>
          <a:solidFill>
            <a:schemeClr val="bg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grpSp>
        <p:nvGrpSpPr>
          <p:cNvPr id="12" name="组合 11"/>
          <p:cNvGrpSpPr/>
          <p:nvPr userDrawn="1">
            <p:custDataLst>
              <p:tags r:id="rId3"/>
            </p:custDataLst>
          </p:nvPr>
        </p:nvGrpSpPr>
        <p:grpSpPr>
          <a:xfrm>
            <a:off x="205978" y="83342"/>
            <a:ext cx="11788853" cy="688181"/>
            <a:chOff x="205978" y="83342"/>
            <a:chExt cx="11788853" cy="688181"/>
          </a:xfrm>
        </p:grpSpPr>
        <p:sp>
          <p:nvSpPr>
            <p:cNvPr id="13" name="平行四边形 12"/>
            <p:cNvSpPr/>
            <p:nvPr userDrawn="1">
              <p:custDataLst>
                <p:tags r:id="rId4"/>
              </p:custDataLst>
            </p:nvPr>
          </p:nvSpPr>
          <p:spPr>
            <a:xfrm rot="16200000" flipV="1">
              <a:off x="7739" y="422075"/>
              <a:ext cx="547687" cy="151209"/>
            </a:xfrm>
            <a:prstGeom prst="parallelogram">
              <a:avLst>
                <a:gd name="adj" fmla="val 611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平行四边形 13"/>
            <p:cNvSpPr/>
            <p:nvPr userDrawn="1">
              <p:custDataLst>
                <p:tags r:id="rId5"/>
              </p:custDataLst>
            </p:nvPr>
          </p:nvSpPr>
          <p:spPr>
            <a:xfrm rot="16200000" flipV="1">
              <a:off x="238720" y="250624"/>
              <a:ext cx="464342" cy="129778"/>
            </a:xfrm>
            <a:prstGeom prst="parallelogram">
              <a:avLst>
                <a:gd name="adj" fmla="val 61117"/>
              </a:avLst>
            </a:pr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任意多边形: 形状 14"/>
            <p:cNvSpPr/>
            <p:nvPr userDrawn="1">
              <p:custDataLst>
                <p:tags r:id="rId6"/>
              </p:custDataLst>
            </p:nvPr>
          </p:nvSpPr>
          <p:spPr>
            <a:xfrm flipH="1">
              <a:off x="11669220" y="185737"/>
              <a:ext cx="220836" cy="379696"/>
            </a:xfrm>
            <a:custGeom>
              <a:avLst/>
              <a:gdLst>
                <a:gd name="connsiteX0" fmla="*/ 0 w 2279650"/>
                <a:gd name="connsiteY0" fmla="*/ 0 h 3919537"/>
                <a:gd name="connsiteX1" fmla="*/ 3038 w 2279650"/>
                <a:gd name="connsiteY1" fmla="*/ 0 h 3919537"/>
                <a:gd name="connsiteX2" fmla="*/ 2279650 w 2279650"/>
                <a:gd name="connsiteY2" fmla="*/ 1864626 h 3919537"/>
                <a:gd name="connsiteX3" fmla="*/ 2279650 w 2279650"/>
                <a:gd name="connsiteY3" fmla="*/ 3919537 h 3919537"/>
                <a:gd name="connsiteX4" fmla="*/ 0 w 2279650"/>
                <a:gd name="connsiteY4" fmla="*/ 3919537 h 3919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9650" h="3919537">
                  <a:moveTo>
                    <a:pt x="0" y="0"/>
                  </a:moveTo>
                  <a:lnTo>
                    <a:pt x="3038" y="0"/>
                  </a:lnTo>
                  <a:lnTo>
                    <a:pt x="2279650" y="1864626"/>
                  </a:lnTo>
                  <a:lnTo>
                    <a:pt x="2279650" y="3919537"/>
                  </a:lnTo>
                  <a:lnTo>
                    <a:pt x="0" y="3919537"/>
                  </a:lnTo>
                  <a:close/>
                </a:path>
              </a:pathLst>
            </a:custGeom>
            <a:solidFill>
              <a:schemeClr val="tx2">
                <a:lumMod val="90000"/>
                <a:lumOff val="10000"/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: 形状 15"/>
            <p:cNvSpPr/>
            <p:nvPr userDrawn="1">
              <p:custDataLst>
                <p:tags r:id="rId7"/>
              </p:custDataLst>
            </p:nvPr>
          </p:nvSpPr>
          <p:spPr>
            <a:xfrm flipH="1">
              <a:off x="11773995" y="147637"/>
              <a:ext cx="220836" cy="379696"/>
            </a:xfrm>
            <a:custGeom>
              <a:avLst/>
              <a:gdLst>
                <a:gd name="connsiteX0" fmla="*/ 0 w 2279650"/>
                <a:gd name="connsiteY0" fmla="*/ 0 h 3919537"/>
                <a:gd name="connsiteX1" fmla="*/ 3038 w 2279650"/>
                <a:gd name="connsiteY1" fmla="*/ 0 h 3919537"/>
                <a:gd name="connsiteX2" fmla="*/ 2279650 w 2279650"/>
                <a:gd name="connsiteY2" fmla="*/ 1864626 h 3919537"/>
                <a:gd name="connsiteX3" fmla="*/ 2279650 w 2279650"/>
                <a:gd name="connsiteY3" fmla="*/ 3919537 h 3919537"/>
                <a:gd name="connsiteX4" fmla="*/ 0 w 2279650"/>
                <a:gd name="connsiteY4" fmla="*/ 3919537 h 3919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9650" h="3919537">
                  <a:moveTo>
                    <a:pt x="0" y="0"/>
                  </a:moveTo>
                  <a:lnTo>
                    <a:pt x="3038" y="0"/>
                  </a:lnTo>
                  <a:lnTo>
                    <a:pt x="2279650" y="1864626"/>
                  </a:lnTo>
                  <a:lnTo>
                    <a:pt x="2279650" y="3919537"/>
                  </a:lnTo>
                  <a:lnTo>
                    <a:pt x="0" y="3919537"/>
                  </a:lnTo>
                  <a:close/>
                </a:path>
              </a:pathLst>
            </a:custGeom>
            <a:solidFill>
              <a:schemeClr val="tx2">
                <a:lumMod val="90000"/>
                <a:lumOff val="1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04800" y="669600"/>
            <a:ext cx="10976400" cy="565200"/>
          </a:xfrm>
        </p:spPr>
        <p:txBody>
          <a:bodyPr wrap="square" anchor="ctr" anchorCtr="0">
            <a:normAutofit/>
          </a:bodyPr>
          <a:lstStyle>
            <a:lvl1pPr algn="ctr">
              <a:defRPr sz="32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2"/>
            </p:custDataLst>
          </p:nvPr>
        </p:nvSpPr>
        <p:spPr>
          <a:xfrm>
            <a:off x="604837" y="1681200"/>
            <a:ext cx="10990800" cy="321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3"/>
            </p:custDataLst>
          </p:nvPr>
        </p:nvSpPr>
        <p:spPr>
          <a:xfrm>
            <a:off x="594000" y="5180400"/>
            <a:ext cx="11001600" cy="10116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bg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grpSp>
        <p:nvGrpSpPr>
          <p:cNvPr id="8" name="组合 7"/>
          <p:cNvGrpSpPr/>
          <p:nvPr userDrawn="1">
            <p:custDataLst>
              <p:tags r:id="rId3"/>
            </p:custDataLst>
          </p:nvPr>
        </p:nvGrpSpPr>
        <p:grpSpPr>
          <a:xfrm>
            <a:off x="198306" y="6091238"/>
            <a:ext cx="11816119" cy="688181"/>
            <a:chOff x="198306" y="6091238"/>
            <a:chExt cx="11816119" cy="688181"/>
          </a:xfrm>
        </p:grpSpPr>
        <p:sp>
          <p:nvSpPr>
            <p:cNvPr id="16" name="平行四边形 15"/>
            <p:cNvSpPr/>
            <p:nvPr userDrawn="1">
              <p:custDataLst>
                <p:tags r:id="rId4"/>
              </p:custDataLst>
            </p:nvPr>
          </p:nvSpPr>
          <p:spPr>
            <a:xfrm rot="16200000" flipV="1">
              <a:off x="11486384" y="6429971"/>
              <a:ext cx="547687" cy="151209"/>
            </a:xfrm>
            <a:prstGeom prst="parallelogram">
              <a:avLst>
                <a:gd name="adj" fmla="val 611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平行四边形 16"/>
            <p:cNvSpPr/>
            <p:nvPr userDrawn="1">
              <p:custDataLst>
                <p:tags r:id="rId5"/>
              </p:custDataLst>
            </p:nvPr>
          </p:nvSpPr>
          <p:spPr>
            <a:xfrm rot="16200000" flipV="1">
              <a:off x="11717365" y="6258520"/>
              <a:ext cx="464342" cy="129778"/>
            </a:xfrm>
            <a:prstGeom prst="parallelogram">
              <a:avLst>
                <a:gd name="adj" fmla="val 61117"/>
              </a:avLst>
            </a:pr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任意多边形: 形状 17"/>
            <p:cNvSpPr/>
            <p:nvPr userDrawn="1">
              <p:custDataLst>
                <p:tags r:id="rId6"/>
              </p:custDataLst>
            </p:nvPr>
          </p:nvSpPr>
          <p:spPr>
            <a:xfrm flipH="1">
              <a:off x="198306" y="6341268"/>
              <a:ext cx="220836" cy="379696"/>
            </a:xfrm>
            <a:custGeom>
              <a:avLst/>
              <a:gdLst>
                <a:gd name="connsiteX0" fmla="*/ 0 w 2279650"/>
                <a:gd name="connsiteY0" fmla="*/ 0 h 3919537"/>
                <a:gd name="connsiteX1" fmla="*/ 3038 w 2279650"/>
                <a:gd name="connsiteY1" fmla="*/ 0 h 3919537"/>
                <a:gd name="connsiteX2" fmla="*/ 2279650 w 2279650"/>
                <a:gd name="connsiteY2" fmla="*/ 1864626 h 3919537"/>
                <a:gd name="connsiteX3" fmla="*/ 2279650 w 2279650"/>
                <a:gd name="connsiteY3" fmla="*/ 3919537 h 3919537"/>
                <a:gd name="connsiteX4" fmla="*/ 0 w 2279650"/>
                <a:gd name="connsiteY4" fmla="*/ 3919537 h 3919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9650" h="3919537">
                  <a:moveTo>
                    <a:pt x="0" y="0"/>
                  </a:moveTo>
                  <a:lnTo>
                    <a:pt x="3038" y="0"/>
                  </a:lnTo>
                  <a:lnTo>
                    <a:pt x="2279650" y="1864626"/>
                  </a:lnTo>
                  <a:lnTo>
                    <a:pt x="2279650" y="3919537"/>
                  </a:lnTo>
                  <a:lnTo>
                    <a:pt x="0" y="3919537"/>
                  </a:lnTo>
                  <a:close/>
                </a:path>
              </a:pathLst>
            </a:custGeom>
            <a:solidFill>
              <a:schemeClr val="tx2">
                <a:lumMod val="90000"/>
                <a:lumOff val="10000"/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9" name="任意多边形: 形状 18"/>
            <p:cNvSpPr/>
            <p:nvPr userDrawn="1">
              <p:custDataLst>
                <p:tags r:id="rId7"/>
              </p:custDataLst>
            </p:nvPr>
          </p:nvSpPr>
          <p:spPr>
            <a:xfrm flipH="1">
              <a:off x="303081" y="6303168"/>
              <a:ext cx="220836" cy="379696"/>
            </a:xfrm>
            <a:custGeom>
              <a:avLst/>
              <a:gdLst>
                <a:gd name="connsiteX0" fmla="*/ 0 w 2279650"/>
                <a:gd name="connsiteY0" fmla="*/ 0 h 3919537"/>
                <a:gd name="connsiteX1" fmla="*/ 3038 w 2279650"/>
                <a:gd name="connsiteY1" fmla="*/ 0 h 3919537"/>
                <a:gd name="connsiteX2" fmla="*/ 2279650 w 2279650"/>
                <a:gd name="connsiteY2" fmla="*/ 1864626 h 3919537"/>
                <a:gd name="connsiteX3" fmla="*/ 2279650 w 2279650"/>
                <a:gd name="connsiteY3" fmla="*/ 3919537 h 3919537"/>
                <a:gd name="connsiteX4" fmla="*/ 0 w 2279650"/>
                <a:gd name="connsiteY4" fmla="*/ 3919537 h 3919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9650" h="3919537">
                  <a:moveTo>
                    <a:pt x="0" y="0"/>
                  </a:moveTo>
                  <a:lnTo>
                    <a:pt x="3038" y="0"/>
                  </a:lnTo>
                  <a:lnTo>
                    <a:pt x="2279650" y="1864626"/>
                  </a:lnTo>
                  <a:lnTo>
                    <a:pt x="2279650" y="3919537"/>
                  </a:lnTo>
                  <a:lnTo>
                    <a:pt x="0" y="3919537"/>
                  </a:lnTo>
                  <a:close/>
                </a:path>
              </a:pathLst>
            </a:custGeom>
            <a:solidFill>
              <a:schemeClr val="tx2">
                <a:lumMod val="90000"/>
                <a:lumOff val="1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79600" y="237600"/>
            <a:ext cx="11037600" cy="441964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2"/>
            </p:custDataLst>
          </p:nvPr>
        </p:nvSpPr>
        <p:spPr>
          <a:xfrm>
            <a:off x="579600" y="1663200"/>
            <a:ext cx="53424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3"/>
            </p:custDataLst>
          </p:nvPr>
        </p:nvSpPr>
        <p:spPr>
          <a:xfrm>
            <a:off x="6242400" y="1663200"/>
            <a:ext cx="53676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4"/>
            </p:custDataLst>
          </p:nvPr>
        </p:nvSpPr>
        <p:spPr>
          <a:xfrm>
            <a:off x="572400" y="4816800"/>
            <a:ext cx="53424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5"/>
            </p:custDataLst>
          </p:nvPr>
        </p:nvSpPr>
        <p:spPr>
          <a:xfrm>
            <a:off x="6253200" y="4813200"/>
            <a:ext cx="53676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3691"/>
            <a:ext cx="12192000" cy="4950618"/>
          </a:xfrm>
          <a:prstGeom prst="rect">
            <a:avLst/>
          </a:prstGeom>
          <a:solidFill>
            <a:schemeClr val="bg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grpSp>
        <p:nvGrpSpPr>
          <p:cNvPr id="17" name="组合 16"/>
          <p:cNvGrpSpPr/>
          <p:nvPr userDrawn="1">
            <p:custDataLst>
              <p:tags r:id="rId3"/>
            </p:custDataLst>
          </p:nvPr>
        </p:nvGrpSpPr>
        <p:grpSpPr>
          <a:xfrm>
            <a:off x="441194" y="5133976"/>
            <a:ext cx="11341815" cy="1550195"/>
            <a:chOff x="441194" y="5133976"/>
            <a:chExt cx="11341815" cy="1550195"/>
          </a:xfrm>
        </p:grpSpPr>
        <p:sp>
          <p:nvSpPr>
            <p:cNvPr id="12" name="平行四边形 11"/>
            <p:cNvSpPr/>
            <p:nvPr userDrawn="1">
              <p:custDataLst>
                <p:tags r:id="rId4"/>
              </p:custDataLst>
            </p:nvPr>
          </p:nvSpPr>
          <p:spPr>
            <a:xfrm rot="16200000" flipV="1">
              <a:off x="10593545" y="5897005"/>
              <a:ext cx="1233718" cy="340613"/>
            </a:xfrm>
            <a:prstGeom prst="parallelogram">
              <a:avLst>
                <a:gd name="adj" fmla="val 611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/>
            <p:cNvSpPr/>
            <p:nvPr userDrawn="1">
              <p:custDataLst>
                <p:tags r:id="rId5"/>
              </p:custDataLst>
            </p:nvPr>
          </p:nvSpPr>
          <p:spPr>
            <a:xfrm rot="16200000" flipV="1">
              <a:off x="11113852" y="5510795"/>
              <a:ext cx="1045975" cy="292338"/>
            </a:xfrm>
            <a:prstGeom prst="parallelogram">
              <a:avLst>
                <a:gd name="adj" fmla="val 61117"/>
              </a:avLst>
            </a:pr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任意多边形: 形状 13"/>
            <p:cNvSpPr/>
            <p:nvPr userDrawn="1">
              <p:custDataLst>
                <p:tags r:id="rId6"/>
              </p:custDataLst>
            </p:nvPr>
          </p:nvSpPr>
          <p:spPr>
            <a:xfrm flipH="1">
              <a:off x="441194" y="5685513"/>
              <a:ext cx="496974" cy="854476"/>
            </a:xfrm>
            <a:custGeom>
              <a:avLst/>
              <a:gdLst>
                <a:gd name="connsiteX0" fmla="*/ 0 w 2279650"/>
                <a:gd name="connsiteY0" fmla="*/ 0 h 3919537"/>
                <a:gd name="connsiteX1" fmla="*/ 3038 w 2279650"/>
                <a:gd name="connsiteY1" fmla="*/ 0 h 3919537"/>
                <a:gd name="connsiteX2" fmla="*/ 2279650 w 2279650"/>
                <a:gd name="connsiteY2" fmla="*/ 1864626 h 3919537"/>
                <a:gd name="connsiteX3" fmla="*/ 2279650 w 2279650"/>
                <a:gd name="connsiteY3" fmla="*/ 3919537 h 3919537"/>
                <a:gd name="connsiteX4" fmla="*/ 0 w 2279650"/>
                <a:gd name="connsiteY4" fmla="*/ 3919537 h 3919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9650" h="3919537">
                  <a:moveTo>
                    <a:pt x="0" y="0"/>
                  </a:moveTo>
                  <a:lnTo>
                    <a:pt x="3038" y="0"/>
                  </a:lnTo>
                  <a:lnTo>
                    <a:pt x="2279650" y="1864626"/>
                  </a:lnTo>
                  <a:lnTo>
                    <a:pt x="2279650" y="3919537"/>
                  </a:lnTo>
                  <a:lnTo>
                    <a:pt x="0" y="3919537"/>
                  </a:lnTo>
                  <a:close/>
                </a:path>
              </a:pathLst>
            </a:custGeom>
            <a:solidFill>
              <a:schemeClr val="tx2">
                <a:lumMod val="90000"/>
                <a:lumOff val="10000"/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5" name="任意多边形: 形状 14"/>
            <p:cNvSpPr/>
            <p:nvPr userDrawn="1">
              <p:custDataLst>
                <p:tags r:id="rId7"/>
              </p:custDataLst>
            </p:nvPr>
          </p:nvSpPr>
          <p:spPr>
            <a:xfrm flipH="1">
              <a:off x="676982" y="5599772"/>
              <a:ext cx="496974" cy="854476"/>
            </a:xfrm>
            <a:custGeom>
              <a:avLst/>
              <a:gdLst>
                <a:gd name="connsiteX0" fmla="*/ 0 w 2279650"/>
                <a:gd name="connsiteY0" fmla="*/ 0 h 3919537"/>
                <a:gd name="connsiteX1" fmla="*/ 3038 w 2279650"/>
                <a:gd name="connsiteY1" fmla="*/ 0 h 3919537"/>
                <a:gd name="connsiteX2" fmla="*/ 2279650 w 2279650"/>
                <a:gd name="connsiteY2" fmla="*/ 1864626 h 3919537"/>
                <a:gd name="connsiteX3" fmla="*/ 2279650 w 2279650"/>
                <a:gd name="connsiteY3" fmla="*/ 3919537 h 3919537"/>
                <a:gd name="connsiteX4" fmla="*/ 0 w 2279650"/>
                <a:gd name="connsiteY4" fmla="*/ 3919537 h 3919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9650" h="3919537">
                  <a:moveTo>
                    <a:pt x="0" y="0"/>
                  </a:moveTo>
                  <a:lnTo>
                    <a:pt x="3038" y="0"/>
                  </a:lnTo>
                  <a:lnTo>
                    <a:pt x="2279650" y="1864626"/>
                  </a:lnTo>
                  <a:lnTo>
                    <a:pt x="2279650" y="3919537"/>
                  </a:lnTo>
                  <a:lnTo>
                    <a:pt x="0" y="3919537"/>
                  </a:lnTo>
                  <a:close/>
                </a:path>
              </a:pathLst>
            </a:custGeom>
            <a:solidFill>
              <a:schemeClr val="tx2">
                <a:lumMod val="90000"/>
                <a:lumOff val="1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"/>
            </p:custDataLst>
          </p:nvPr>
        </p:nvSpPr>
        <p:spPr>
          <a:xfrm>
            <a:off x="1522800" y="1339200"/>
            <a:ext cx="9144000" cy="2386800"/>
          </a:xfrm>
        </p:spPr>
        <p:txBody>
          <a:bodyPr wrap="square" anchor="b">
            <a:normAutofit/>
          </a:bodyPr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2"/>
            </p:custDataLst>
          </p:nvPr>
        </p:nvSpPr>
        <p:spPr>
          <a:xfrm>
            <a:off x="1522413" y="3862800"/>
            <a:ext cx="9144000" cy="1656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 userDrawn="1">
            <p:custDataLst>
              <p:tags r:id="rId2"/>
            </p:custDataLst>
          </p:nvPr>
        </p:nvGrpSpPr>
        <p:grpSpPr>
          <a:xfrm>
            <a:off x="0" y="-1"/>
            <a:ext cx="12192000" cy="6858001"/>
            <a:chOff x="0" y="-1"/>
            <a:chExt cx="12192000" cy="6858001"/>
          </a:xfrm>
        </p:grpSpPr>
        <p:sp>
          <p:nvSpPr>
            <p:cNvPr id="19" name="任意多边形: 形状 18"/>
            <p:cNvSpPr/>
            <p:nvPr userDrawn="1">
              <p:custDataLst>
                <p:tags r:id="rId3"/>
              </p:custDataLst>
            </p:nvPr>
          </p:nvSpPr>
          <p:spPr>
            <a:xfrm>
              <a:off x="10499884" y="1619250"/>
              <a:ext cx="1347787" cy="5238750"/>
            </a:xfrm>
            <a:custGeom>
              <a:avLst/>
              <a:gdLst>
                <a:gd name="connsiteX0" fmla="*/ 0 w 1343025"/>
                <a:gd name="connsiteY0" fmla="*/ 0 h 5238750"/>
                <a:gd name="connsiteX1" fmla="*/ 17045 w 1343025"/>
                <a:gd name="connsiteY1" fmla="*/ 0 h 5238750"/>
                <a:gd name="connsiteX2" fmla="*/ 1343025 w 1343025"/>
                <a:gd name="connsiteY2" fmla="*/ 1081491 h 5238750"/>
                <a:gd name="connsiteX3" fmla="*/ 1343025 w 1343025"/>
                <a:gd name="connsiteY3" fmla="*/ 5238750 h 5238750"/>
                <a:gd name="connsiteX4" fmla="*/ 0 w 1343025"/>
                <a:gd name="connsiteY4" fmla="*/ 5238750 h 523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3025" h="5238750">
                  <a:moveTo>
                    <a:pt x="0" y="0"/>
                  </a:moveTo>
                  <a:lnTo>
                    <a:pt x="17045" y="0"/>
                  </a:lnTo>
                  <a:lnTo>
                    <a:pt x="1343025" y="1081491"/>
                  </a:lnTo>
                  <a:lnTo>
                    <a:pt x="1343025" y="5238750"/>
                  </a:lnTo>
                  <a:lnTo>
                    <a:pt x="0" y="523875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1" name="任意多边形: 形状 20"/>
            <p:cNvSpPr/>
            <p:nvPr userDrawn="1">
              <p:custDataLst>
                <p:tags r:id="rId4"/>
              </p:custDataLst>
            </p:nvPr>
          </p:nvSpPr>
          <p:spPr>
            <a:xfrm rot="10800000">
              <a:off x="10903516" y="-1"/>
              <a:ext cx="1288484" cy="3893820"/>
            </a:xfrm>
            <a:custGeom>
              <a:avLst/>
              <a:gdLst>
                <a:gd name="connsiteX0" fmla="*/ 1288484 w 1288484"/>
                <a:gd name="connsiteY0" fmla="*/ 3893820 h 3893820"/>
                <a:gd name="connsiteX1" fmla="*/ 0 w 1288484"/>
                <a:gd name="connsiteY1" fmla="*/ 3893820 h 3893820"/>
                <a:gd name="connsiteX2" fmla="*/ 0 w 1288484"/>
                <a:gd name="connsiteY2" fmla="*/ 0 h 3893820"/>
                <a:gd name="connsiteX3" fmla="*/ 16353 w 1288484"/>
                <a:gd name="connsiteY3" fmla="*/ 0 h 3893820"/>
                <a:gd name="connsiteX4" fmla="*/ 1288484 w 1288484"/>
                <a:gd name="connsiteY4" fmla="*/ 1033906 h 3893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8484" h="3893820">
                  <a:moveTo>
                    <a:pt x="1288484" y="3893820"/>
                  </a:moveTo>
                  <a:lnTo>
                    <a:pt x="0" y="3893820"/>
                  </a:lnTo>
                  <a:lnTo>
                    <a:pt x="0" y="0"/>
                  </a:lnTo>
                  <a:lnTo>
                    <a:pt x="16353" y="0"/>
                  </a:lnTo>
                  <a:lnTo>
                    <a:pt x="1288484" y="1033906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3" name="任意多边形: 形状 22"/>
            <p:cNvSpPr/>
            <p:nvPr userDrawn="1">
              <p:custDataLst>
                <p:tags r:id="rId5"/>
              </p:custDataLst>
            </p:nvPr>
          </p:nvSpPr>
          <p:spPr>
            <a:xfrm rot="10800000">
              <a:off x="1453513" y="0"/>
              <a:ext cx="616586" cy="2385344"/>
            </a:xfrm>
            <a:custGeom>
              <a:avLst/>
              <a:gdLst>
                <a:gd name="connsiteX0" fmla="*/ 616586 w 616586"/>
                <a:gd name="connsiteY0" fmla="*/ 2385344 h 2385344"/>
                <a:gd name="connsiteX1" fmla="*/ 0 w 616586"/>
                <a:gd name="connsiteY1" fmla="*/ 2385344 h 2385344"/>
                <a:gd name="connsiteX2" fmla="*/ 0 w 616586"/>
                <a:gd name="connsiteY2" fmla="*/ 0 h 2385344"/>
                <a:gd name="connsiteX3" fmla="*/ 616586 w 616586"/>
                <a:gd name="connsiteY3" fmla="*/ 501122 h 2385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6586" h="2385344">
                  <a:moveTo>
                    <a:pt x="616586" y="2385344"/>
                  </a:moveTo>
                  <a:lnTo>
                    <a:pt x="0" y="2385344"/>
                  </a:lnTo>
                  <a:lnTo>
                    <a:pt x="0" y="0"/>
                  </a:lnTo>
                  <a:lnTo>
                    <a:pt x="616586" y="50112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6" name="任意多边形: 形状 25"/>
            <p:cNvSpPr/>
            <p:nvPr userDrawn="1">
              <p:custDataLst>
                <p:tags r:id="rId6"/>
              </p:custDataLst>
            </p:nvPr>
          </p:nvSpPr>
          <p:spPr>
            <a:xfrm>
              <a:off x="525780" y="2938463"/>
              <a:ext cx="2279650" cy="3919537"/>
            </a:xfrm>
            <a:custGeom>
              <a:avLst/>
              <a:gdLst>
                <a:gd name="connsiteX0" fmla="*/ 0 w 2279650"/>
                <a:gd name="connsiteY0" fmla="*/ 0 h 3919537"/>
                <a:gd name="connsiteX1" fmla="*/ 3038 w 2279650"/>
                <a:gd name="connsiteY1" fmla="*/ 0 h 3919537"/>
                <a:gd name="connsiteX2" fmla="*/ 2279650 w 2279650"/>
                <a:gd name="connsiteY2" fmla="*/ 1864626 h 3919537"/>
                <a:gd name="connsiteX3" fmla="*/ 2279650 w 2279650"/>
                <a:gd name="connsiteY3" fmla="*/ 3919537 h 3919537"/>
                <a:gd name="connsiteX4" fmla="*/ 0 w 2279650"/>
                <a:gd name="connsiteY4" fmla="*/ 3919537 h 3919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9650" h="3919537">
                  <a:moveTo>
                    <a:pt x="0" y="0"/>
                  </a:moveTo>
                  <a:lnTo>
                    <a:pt x="3038" y="0"/>
                  </a:lnTo>
                  <a:lnTo>
                    <a:pt x="2279650" y="1864626"/>
                  </a:lnTo>
                  <a:lnTo>
                    <a:pt x="2279650" y="3919537"/>
                  </a:lnTo>
                  <a:lnTo>
                    <a:pt x="0" y="3919537"/>
                  </a:lnTo>
                  <a:close/>
                </a:path>
              </a:pathLst>
            </a:custGeom>
            <a:solidFill>
              <a:schemeClr val="tx2">
                <a:lumMod val="90000"/>
                <a:lumOff val="1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5" name="任意多边形: 形状 24"/>
            <p:cNvSpPr/>
            <p:nvPr userDrawn="1">
              <p:custDataLst>
                <p:tags r:id="rId7"/>
              </p:custDataLst>
            </p:nvPr>
          </p:nvSpPr>
          <p:spPr>
            <a:xfrm>
              <a:off x="0" y="2938463"/>
              <a:ext cx="2279650" cy="3919537"/>
            </a:xfrm>
            <a:custGeom>
              <a:avLst/>
              <a:gdLst>
                <a:gd name="connsiteX0" fmla="*/ 0 w 2279650"/>
                <a:gd name="connsiteY0" fmla="*/ 0 h 3919537"/>
                <a:gd name="connsiteX1" fmla="*/ 3038 w 2279650"/>
                <a:gd name="connsiteY1" fmla="*/ 0 h 3919537"/>
                <a:gd name="connsiteX2" fmla="*/ 2279650 w 2279650"/>
                <a:gd name="connsiteY2" fmla="*/ 1864626 h 3919537"/>
                <a:gd name="connsiteX3" fmla="*/ 2279650 w 2279650"/>
                <a:gd name="connsiteY3" fmla="*/ 3919537 h 3919537"/>
                <a:gd name="connsiteX4" fmla="*/ 0 w 2279650"/>
                <a:gd name="connsiteY4" fmla="*/ 3919537 h 3919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9650" h="3919537">
                  <a:moveTo>
                    <a:pt x="0" y="0"/>
                  </a:moveTo>
                  <a:lnTo>
                    <a:pt x="3038" y="0"/>
                  </a:lnTo>
                  <a:lnTo>
                    <a:pt x="2279650" y="1864626"/>
                  </a:lnTo>
                  <a:lnTo>
                    <a:pt x="2279650" y="3919537"/>
                  </a:lnTo>
                  <a:lnTo>
                    <a:pt x="0" y="3919537"/>
                  </a:lnTo>
                  <a:close/>
                </a:path>
              </a:pathLst>
            </a:custGeom>
            <a:solidFill>
              <a:schemeClr val="tx2">
                <a:lumMod val="90000"/>
                <a:lumOff val="10000"/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 idx="13" hasCustomPrompt="1"/>
            <p:custDataLst>
              <p:tags r:id="rId11"/>
            </p:custDataLst>
          </p:nvPr>
        </p:nvSpPr>
        <p:spPr>
          <a:xfrm>
            <a:off x="2921000" y="2610486"/>
            <a:ext cx="6350000" cy="1398905"/>
          </a:xfrm>
        </p:spPr>
        <p:txBody>
          <a:bodyPr vert="horz" wrap="square" lIns="90170" tIns="46990" rIns="90170" bIns="0" rtlCol="0" anchor="b" anchorCtr="0">
            <a:normAutofit/>
          </a:bodyPr>
          <a:lstStyle>
            <a:lvl1pPr>
              <a:defRPr lang="zh-CN" altLang="en-US" sz="7200" b="0" spc="700" baseline="0">
                <a:solidFill>
                  <a:schemeClr val="bg1"/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pPr marL="0" lvl="0" algn="dist"/>
            <a:r>
              <a:rPr lang="zh-CN" altLang="en-US"/>
              <a:t>编辑标题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4" hasCustomPrompt="1"/>
            <p:custDataLst>
              <p:tags r:id="rId12"/>
            </p:custDataLst>
          </p:nvPr>
        </p:nvSpPr>
        <p:spPr>
          <a:xfrm>
            <a:off x="2921000" y="4080510"/>
            <a:ext cx="6350000" cy="412750"/>
          </a:xfrm>
        </p:spPr>
        <p:txBody>
          <a:bodyPr vert="horz" wrap="square" lIns="90170" tIns="0" rIns="90170" bIns="46990" rtlCol="0" anchor="t" anchorCtr="0">
            <a:normAutofit/>
          </a:bodyPr>
          <a:lstStyle>
            <a:lvl1pPr marL="0" indent="0" algn="ctr">
              <a:buNone/>
              <a:defRPr lang="zh-CN" altLang="en-US" sz="2000" spc="200">
                <a:ln>
                  <a:noFill/>
                </a:ln>
                <a:solidFill>
                  <a:schemeClr val="bg1"/>
                </a:solidFill>
                <a:effectLst/>
                <a:uLnTx/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228600" lvl="0" indent="-228600" algn="ctr">
              <a:lnSpc>
                <a:spcPct val="100000"/>
              </a:lnSpc>
              <a:spcAft>
                <a:spcPts val="0"/>
              </a:spcAft>
              <a:buClrTx/>
              <a:buSzTx/>
            </a:pPr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29" name="文本占位符 28"/>
          <p:cNvSpPr>
            <a:spLocks noGrp="1"/>
          </p:cNvSpPr>
          <p:nvPr>
            <p:ph type="body" sz="quarter" idx="15" hasCustomPrompt="1"/>
            <p:custDataLst>
              <p:tags r:id="rId13"/>
            </p:custDataLst>
          </p:nvPr>
        </p:nvSpPr>
        <p:spPr>
          <a:xfrm>
            <a:off x="6457806" y="4565073"/>
            <a:ext cx="2813194" cy="512763"/>
          </a:xfrm>
        </p:spPr>
        <p:txBody>
          <a:bodyPr anchor="ctr">
            <a:normAutofit/>
          </a:bodyPr>
          <a:lstStyle>
            <a:lvl1pPr marL="0" indent="0" algn="r">
              <a:buNone/>
              <a:defRPr sz="2000"/>
            </a:lvl1pPr>
          </a:lstStyle>
          <a:p>
            <a:pPr lvl="0"/>
            <a:r>
              <a:rPr lang="zh-CN" altLang="en-US" dirty="0"/>
              <a:t>编辑副标题</a:t>
            </a:r>
            <a:endParaRPr lang="zh-CN" altLang="en-US" dirty="0"/>
          </a:p>
        </p:txBody>
      </p:sp>
      <p:sp>
        <p:nvSpPr>
          <p:cNvPr id="30" name="文本占位符 28"/>
          <p:cNvSpPr>
            <a:spLocks noGrp="1"/>
          </p:cNvSpPr>
          <p:nvPr>
            <p:ph type="body" sz="quarter" idx="16" hasCustomPrompt="1"/>
            <p:custDataLst>
              <p:tags r:id="rId14"/>
            </p:custDataLst>
          </p:nvPr>
        </p:nvSpPr>
        <p:spPr>
          <a:xfrm>
            <a:off x="2921000" y="4565073"/>
            <a:ext cx="2813194" cy="512763"/>
          </a:xfrm>
        </p:spPr>
        <p:txBody>
          <a:bodyPr anchor="ctr"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zh-CN" altLang="en-US" dirty="0"/>
              <a:t>编辑副标题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 userDrawn="1">
            <p:custDataLst>
              <p:tags r:id="rId2"/>
            </p:custDataLst>
          </p:nvPr>
        </p:nvGrpSpPr>
        <p:grpSpPr>
          <a:xfrm>
            <a:off x="205978" y="83342"/>
            <a:ext cx="11788853" cy="688181"/>
            <a:chOff x="205978" y="83342"/>
            <a:chExt cx="11788853" cy="688181"/>
          </a:xfrm>
        </p:grpSpPr>
        <p:sp>
          <p:nvSpPr>
            <p:cNvPr id="9" name="平行四边形 8"/>
            <p:cNvSpPr/>
            <p:nvPr userDrawn="1">
              <p:custDataLst>
                <p:tags r:id="rId3"/>
              </p:custDataLst>
            </p:nvPr>
          </p:nvSpPr>
          <p:spPr>
            <a:xfrm rot="16200000" flipV="1">
              <a:off x="7739" y="422075"/>
              <a:ext cx="547687" cy="151209"/>
            </a:xfrm>
            <a:prstGeom prst="parallelogram">
              <a:avLst>
                <a:gd name="adj" fmla="val 611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/>
            <p:cNvSpPr/>
            <p:nvPr userDrawn="1">
              <p:custDataLst>
                <p:tags r:id="rId4"/>
              </p:custDataLst>
            </p:nvPr>
          </p:nvSpPr>
          <p:spPr>
            <a:xfrm rot="16200000" flipV="1">
              <a:off x="238720" y="250624"/>
              <a:ext cx="464342" cy="129778"/>
            </a:xfrm>
            <a:prstGeom prst="parallelogram">
              <a:avLst>
                <a:gd name="adj" fmla="val 61117"/>
              </a:avLst>
            </a:pr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任意多边形: 形状 12"/>
            <p:cNvSpPr/>
            <p:nvPr userDrawn="1">
              <p:custDataLst>
                <p:tags r:id="rId5"/>
              </p:custDataLst>
            </p:nvPr>
          </p:nvSpPr>
          <p:spPr>
            <a:xfrm flipH="1">
              <a:off x="11669220" y="185737"/>
              <a:ext cx="220836" cy="379696"/>
            </a:xfrm>
            <a:custGeom>
              <a:avLst/>
              <a:gdLst>
                <a:gd name="connsiteX0" fmla="*/ 0 w 2279650"/>
                <a:gd name="connsiteY0" fmla="*/ 0 h 3919537"/>
                <a:gd name="connsiteX1" fmla="*/ 3038 w 2279650"/>
                <a:gd name="connsiteY1" fmla="*/ 0 h 3919537"/>
                <a:gd name="connsiteX2" fmla="*/ 2279650 w 2279650"/>
                <a:gd name="connsiteY2" fmla="*/ 1864626 h 3919537"/>
                <a:gd name="connsiteX3" fmla="*/ 2279650 w 2279650"/>
                <a:gd name="connsiteY3" fmla="*/ 3919537 h 3919537"/>
                <a:gd name="connsiteX4" fmla="*/ 0 w 2279650"/>
                <a:gd name="connsiteY4" fmla="*/ 3919537 h 3919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9650" h="3919537">
                  <a:moveTo>
                    <a:pt x="0" y="0"/>
                  </a:moveTo>
                  <a:lnTo>
                    <a:pt x="3038" y="0"/>
                  </a:lnTo>
                  <a:lnTo>
                    <a:pt x="2279650" y="1864626"/>
                  </a:lnTo>
                  <a:lnTo>
                    <a:pt x="2279650" y="3919537"/>
                  </a:lnTo>
                  <a:lnTo>
                    <a:pt x="0" y="3919537"/>
                  </a:lnTo>
                  <a:close/>
                </a:path>
              </a:pathLst>
            </a:custGeom>
            <a:solidFill>
              <a:schemeClr val="tx2">
                <a:lumMod val="90000"/>
                <a:lumOff val="10000"/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2" name="任意多边形: 形状 11"/>
            <p:cNvSpPr/>
            <p:nvPr userDrawn="1">
              <p:custDataLst>
                <p:tags r:id="rId6"/>
              </p:custDataLst>
            </p:nvPr>
          </p:nvSpPr>
          <p:spPr>
            <a:xfrm flipH="1">
              <a:off x="11773995" y="147637"/>
              <a:ext cx="220836" cy="379696"/>
            </a:xfrm>
            <a:custGeom>
              <a:avLst/>
              <a:gdLst>
                <a:gd name="connsiteX0" fmla="*/ 0 w 2279650"/>
                <a:gd name="connsiteY0" fmla="*/ 0 h 3919537"/>
                <a:gd name="connsiteX1" fmla="*/ 3038 w 2279650"/>
                <a:gd name="connsiteY1" fmla="*/ 0 h 3919537"/>
                <a:gd name="connsiteX2" fmla="*/ 2279650 w 2279650"/>
                <a:gd name="connsiteY2" fmla="*/ 1864626 h 3919537"/>
                <a:gd name="connsiteX3" fmla="*/ 2279650 w 2279650"/>
                <a:gd name="connsiteY3" fmla="*/ 3919537 h 3919537"/>
                <a:gd name="connsiteX4" fmla="*/ 0 w 2279650"/>
                <a:gd name="connsiteY4" fmla="*/ 3919537 h 3919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9650" h="3919537">
                  <a:moveTo>
                    <a:pt x="0" y="0"/>
                  </a:moveTo>
                  <a:lnTo>
                    <a:pt x="3038" y="0"/>
                  </a:lnTo>
                  <a:lnTo>
                    <a:pt x="2279650" y="1864626"/>
                  </a:lnTo>
                  <a:lnTo>
                    <a:pt x="2279650" y="3919537"/>
                  </a:lnTo>
                  <a:lnTo>
                    <a:pt x="0" y="3919537"/>
                  </a:lnTo>
                  <a:close/>
                </a:path>
              </a:pathLst>
            </a:custGeom>
            <a:solidFill>
              <a:schemeClr val="tx2">
                <a:lumMod val="90000"/>
                <a:lumOff val="1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8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 userDrawn="1">
            <p:custDataLst>
              <p:tags r:id="rId2"/>
            </p:custDataLst>
          </p:nvPr>
        </p:nvGrpSpPr>
        <p:grpSpPr>
          <a:xfrm>
            <a:off x="5716505" y="6010274"/>
            <a:ext cx="814804" cy="847724"/>
            <a:chOff x="5716505" y="6010274"/>
            <a:chExt cx="814804" cy="847724"/>
          </a:xfrm>
        </p:grpSpPr>
        <p:sp>
          <p:nvSpPr>
            <p:cNvPr id="15" name="任意多边形: 形状 14"/>
            <p:cNvSpPr/>
            <p:nvPr userDrawn="1">
              <p:custDataLst>
                <p:tags r:id="rId3"/>
              </p:custDataLst>
            </p:nvPr>
          </p:nvSpPr>
          <p:spPr>
            <a:xfrm rot="16200000" flipV="1">
              <a:off x="5652982" y="6420900"/>
              <a:ext cx="500621" cy="373576"/>
            </a:xfrm>
            <a:custGeom>
              <a:avLst/>
              <a:gdLst>
                <a:gd name="connsiteX0" fmla="*/ 500621 w 500621"/>
                <a:gd name="connsiteY0" fmla="*/ 0 h 373576"/>
                <a:gd name="connsiteX1" fmla="*/ 0 w 500621"/>
                <a:gd name="connsiteY1" fmla="*/ 0 h 373576"/>
                <a:gd name="connsiteX2" fmla="*/ 0 w 500621"/>
                <a:gd name="connsiteY2" fmla="*/ 373576 h 373576"/>
                <a:gd name="connsiteX3" fmla="*/ 272303 w 500621"/>
                <a:gd name="connsiteY3" fmla="*/ 373576 h 373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621" h="373576">
                  <a:moveTo>
                    <a:pt x="500621" y="0"/>
                  </a:moveTo>
                  <a:lnTo>
                    <a:pt x="0" y="0"/>
                  </a:lnTo>
                  <a:lnTo>
                    <a:pt x="0" y="373576"/>
                  </a:lnTo>
                  <a:lnTo>
                    <a:pt x="272303" y="37357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7" name="任意多边形: 形状 16"/>
            <p:cNvSpPr/>
            <p:nvPr userDrawn="1">
              <p:custDataLst>
                <p:tags r:id="rId4"/>
              </p:custDataLst>
            </p:nvPr>
          </p:nvSpPr>
          <p:spPr>
            <a:xfrm rot="16200000" flipV="1">
              <a:off x="5947133" y="6273822"/>
              <a:ext cx="847724" cy="320628"/>
            </a:xfrm>
            <a:custGeom>
              <a:avLst/>
              <a:gdLst>
                <a:gd name="connsiteX0" fmla="*/ 847724 w 847724"/>
                <a:gd name="connsiteY0" fmla="*/ 0 h 320628"/>
                <a:gd name="connsiteX1" fmla="*/ 0 w 847724"/>
                <a:gd name="connsiteY1" fmla="*/ 0 h 320628"/>
                <a:gd name="connsiteX2" fmla="*/ 0 w 847724"/>
                <a:gd name="connsiteY2" fmla="*/ 320628 h 320628"/>
                <a:gd name="connsiteX3" fmla="*/ 651766 w 847724"/>
                <a:gd name="connsiteY3" fmla="*/ 320628 h 32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7724" h="320628">
                  <a:moveTo>
                    <a:pt x="847724" y="0"/>
                  </a:moveTo>
                  <a:lnTo>
                    <a:pt x="0" y="0"/>
                  </a:lnTo>
                  <a:lnTo>
                    <a:pt x="0" y="320628"/>
                  </a:lnTo>
                  <a:lnTo>
                    <a:pt x="651766" y="320628"/>
                  </a:lnTo>
                  <a:close/>
                </a:path>
              </a:pathLst>
            </a:cu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cxnSp>
        <p:nvCxnSpPr>
          <p:cNvPr id="8" name="直接连接符 7"/>
          <p:cNvCxnSpPr/>
          <p:nvPr userDrawn="1">
            <p:custDataLst>
              <p:tags r:id="rId5"/>
            </p:custDataLst>
          </p:nvPr>
        </p:nvCxnSpPr>
        <p:spPr>
          <a:xfrm>
            <a:off x="2935605" y="1463357"/>
            <a:ext cx="6320790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 userDrawn="1">
            <p:custDataLst>
              <p:tags r:id="rId6"/>
            </p:custDataLst>
          </p:nvPr>
        </p:nvCxnSpPr>
        <p:spPr>
          <a:xfrm>
            <a:off x="2935605" y="3616642"/>
            <a:ext cx="6320790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副标题 1"/>
          <p:cNvSpPr>
            <a:spLocks noGrp="1"/>
          </p:cNvSpPr>
          <p:nvPr>
            <p:ph type="subTitle" idx="13" hasCustomPrompt="1"/>
            <p:custDataLst>
              <p:tags r:id="rId10"/>
            </p:custDataLst>
          </p:nvPr>
        </p:nvSpPr>
        <p:spPr>
          <a:xfrm>
            <a:off x="4702175" y="2778760"/>
            <a:ext cx="4536440" cy="435610"/>
          </a:xfrm>
        </p:spPr>
        <p:txBody>
          <a:bodyPr vert="horz" wrap="square" lIns="90170" tIns="46990" rIns="90170" bIns="46990" rtlCol="0" anchor="t" anchorCtr="0">
            <a:normAutofit/>
          </a:bodyPr>
          <a:lstStyle>
            <a:lvl1pPr>
              <a:defRPr kumimoji="0" lang="zh-CN" altLang="en-US" sz="1800" b="0" i="0" spc="200">
                <a:ln>
                  <a:noFill/>
                </a:ln>
                <a:solidFill>
                  <a:schemeClr val="bg1"/>
                </a:solidFill>
                <a:effectLst/>
                <a:uLn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marL="0" marR="0" lvl="0" indent="0">
              <a:lnSpc>
                <a:spcPct val="100000"/>
              </a:lnSpc>
              <a:spcAft>
                <a:spcPts val="0"/>
              </a:spcAft>
              <a:buClrTx/>
              <a:buSzTx/>
              <a:buNone/>
            </a:pPr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ctrTitle" idx="14" hasCustomPrompt="1"/>
            <p:custDataLst>
              <p:tags r:id="rId11"/>
            </p:custDataLst>
          </p:nvPr>
        </p:nvSpPr>
        <p:spPr>
          <a:xfrm>
            <a:off x="4702175" y="1801177"/>
            <a:ext cx="4536440" cy="835660"/>
          </a:xfrm>
        </p:spPr>
        <p:txBody>
          <a:bodyPr vert="horz" wrap="square" lIns="90170" tIns="46990" rIns="90170" bIns="46990" rtlCol="0" anchor="b" anchorCtr="0">
            <a:normAutofit/>
          </a:bodyPr>
          <a:lstStyle>
            <a:lvl1pPr>
              <a:defRPr kumimoji="0" lang="zh-CN" altLang="en-US" sz="4000" b="0" i="0" spc="400" baseline="0">
                <a:ln>
                  <a:noFill/>
                </a:ln>
                <a:solidFill>
                  <a:schemeClr val="bg1"/>
                </a:solidFill>
                <a:effectLst/>
                <a:uLnTx/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pPr marL="0" marR="0" lvl="0" indent="0">
              <a:spcAft>
                <a:spcPts val="0"/>
              </a:spcAft>
              <a:buClrTx/>
              <a:buSzTx/>
              <a:buFontTx/>
            </a:pPr>
            <a:r>
              <a:rPr lang="zh-CN" altLang="en-US"/>
              <a:t>编辑标题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>
            <p:custDataLst>
              <p:tags r:id="rId2"/>
            </p:custDataLst>
          </p:nvPr>
        </p:nvGrpSpPr>
        <p:grpSpPr>
          <a:xfrm>
            <a:off x="205978" y="83342"/>
            <a:ext cx="11788853" cy="688181"/>
            <a:chOff x="205978" y="83342"/>
            <a:chExt cx="11788853" cy="688181"/>
          </a:xfrm>
        </p:grpSpPr>
        <p:sp>
          <p:nvSpPr>
            <p:cNvPr id="11" name="平行四边形 10"/>
            <p:cNvSpPr/>
            <p:nvPr userDrawn="1">
              <p:custDataLst>
                <p:tags r:id="rId3"/>
              </p:custDataLst>
            </p:nvPr>
          </p:nvSpPr>
          <p:spPr>
            <a:xfrm rot="16200000" flipV="1">
              <a:off x="7739" y="422075"/>
              <a:ext cx="547687" cy="151209"/>
            </a:xfrm>
            <a:prstGeom prst="parallelogram">
              <a:avLst>
                <a:gd name="adj" fmla="val 611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/>
            <p:cNvSpPr/>
            <p:nvPr userDrawn="1">
              <p:custDataLst>
                <p:tags r:id="rId4"/>
              </p:custDataLst>
            </p:nvPr>
          </p:nvSpPr>
          <p:spPr>
            <a:xfrm rot="16200000" flipV="1">
              <a:off x="238720" y="250624"/>
              <a:ext cx="464342" cy="129778"/>
            </a:xfrm>
            <a:prstGeom prst="parallelogram">
              <a:avLst>
                <a:gd name="adj" fmla="val 61117"/>
              </a:avLst>
            </a:pr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任意多边形: 形状 12"/>
            <p:cNvSpPr/>
            <p:nvPr userDrawn="1">
              <p:custDataLst>
                <p:tags r:id="rId5"/>
              </p:custDataLst>
            </p:nvPr>
          </p:nvSpPr>
          <p:spPr>
            <a:xfrm flipH="1">
              <a:off x="11669220" y="185737"/>
              <a:ext cx="220836" cy="379696"/>
            </a:xfrm>
            <a:custGeom>
              <a:avLst/>
              <a:gdLst>
                <a:gd name="connsiteX0" fmla="*/ 0 w 2279650"/>
                <a:gd name="connsiteY0" fmla="*/ 0 h 3919537"/>
                <a:gd name="connsiteX1" fmla="*/ 3038 w 2279650"/>
                <a:gd name="connsiteY1" fmla="*/ 0 h 3919537"/>
                <a:gd name="connsiteX2" fmla="*/ 2279650 w 2279650"/>
                <a:gd name="connsiteY2" fmla="*/ 1864626 h 3919537"/>
                <a:gd name="connsiteX3" fmla="*/ 2279650 w 2279650"/>
                <a:gd name="connsiteY3" fmla="*/ 3919537 h 3919537"/>
                <a:gd name="connsiteX4" fmla="*/ 0 w 2279650"/>
                <a:gd name="connsiteY4" fmla="*/ 3919537 h 3919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9650" h="3919537">
                  <a:moveTo>
                    <a:pt x="0" y="0"/>
                  </a:moveTo>
                  <a:lnTo>
                    <a:pt x="3038" y="0"/>
                  </a:lnTo>
                  <a:lnTo>
                    <a:pt x="2279650" y="1864626"/>
                  </a:lnTo>
                  <a:lnTo>
                    <a:pt x="2279650" y="3919537"/>
                  </a:lnTo>
                  <a:lnTo>
                    <a:pt x="0" y="3919537"/>
                  </a:lnTo>
                  <a:close/>
                </a:path>
              </a:pathLst>
            </a:custGeom>
            <a:solidFill>
              <a:schemeClr val="tx2">
                <a:lumMod val="90000"/>
                <a:lumOff val="10000"/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4" name="任意多边形: 形状 13"/>
            <p:cNvSpPr/>
            <p:nvPr userDrawn="1">
              <p:custDataLst>
                <p:tags r:id="rId6"/>
              </p:custDataLst>
            </p:nvPr>
          </p:nvSpPr>
          <p:spPr>
            <a:xfrm flipH="1">
              <a:off x="11773995" y="147637"/>
              <a:ext cx="220836" cy="379696"/>
            </a:xfrm>
            <a:custGeom>
              <a:avLst/>
              <a:gdLst>
                <a:gd name="connsiteX0" fmla="*/ 0 w 2279650"/>
                <a:gd name="connsiteY0" fmla="*/ 0 h 3919537"/>
                <a:gd name="connsiteX1" fmla="*/ 3038 w 2279650"/>
                <a:gd name="connsiteY1" fmla="*/ 0 h 3919537"/>
                <a:gd name="connsiteX2" fmla="*/ 2279650 w 2279650"/>
                <a:gd name="connsiteY2" fmla="*/ 1864626 h 3919537"/>
                <a:gd name="connsiteX3" fmla="*/ 2279650 w 2279650"/>
                <a:gd name="connsiteY3" fmla="*/ 3919537 h 3919537"/>
                <a:gd name="connsiteX4" fmla="*/ 0 w 2279650"/>
                <a:gd name="connsiteY4" fmla="*/ 3919537 h 3919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9650" h="3919537">
                  <a:moveTo>
                    <a:pt x="0" y="0"/>
                  </a:moveTo>
                  <a:lnTo>
                    <a:pt x="3038" y="0"/>
                  </a:lnTo>
                  <a:lnTo>
                    <a:pt x="2279650" y="1864626"/>
                  </a:lnTo>
                  <a:lnTo>
                    <a:pt x="2279650" y="3919537"/>
                  </a:lnTo>
                  <a:lnTo>
                    <a:pt x="0" y="3919537"/>
                  </a:lnTo>
                  <a:close/>
                </a:path>
              </a:pathLst>
            </a:custGeom>
            <a:solidFill>
              <a:schemeClr val="tx2">
                <a:lumMod val="90000"/>
                <a:lumOff val="1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8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9"/>
            </p:custDataLst>
          </p:nvPr>
        </p:nvSpPr>
        <p:spPr>
          <a:xfrm>
            <a:off x="6238877" y="952508"/>
            <a:ext cx="5283242" cy="5388907"/>
          </a:xfrm>
        </p:spPr>
        <p:txBody>
          <a:bodyPr wrap="square" lIns="90170" tIns="46990" rIns="90170" bIns="46990">
            <a:normAutofit/>
          </a:bodyPr>
          <a:lstStyle>
            <a:lvl1pPr eaLnBrk="1" fontAlgn="auto" latinLnBrk="0" hangingPunct="1">
              <a:defRPr sz="16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eaLnBrk="1" fontAlgn="auto" latinLnBrk="0" hangingPunct="1">
              <a:defRPr sz="16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eaLnBrk="1" fontAlgn="auto" latinLnBrk="0" hangingPunct="1">
              <a:defRPr sz="16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eaLnBrk="1" fontAlgn="auto" latinLnBrk="0" hangingPunct="1">
              <a:defRPr sz="16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eaLnBrk="1" fontAlgn="auto" latinLnBrk="0" hangingPunct="1">
              <a:defRPr sz="16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 userDrawn="1">
            <p:custDataLst>
              <p:tags r:id="rId2"/>
            </p:custDataLst>
          </p:nvPr>
        </p:nvGrpSpPr>
        <p:grpSpPr>
          <a:xfrm>
            <a:off x="205978" y="83342"/>
            <a:ext cx="11788853" cy="688181"/>
            <a:chOff x="205978" y="83342"/>
            <a:chExt cx="11788853" cy="688181"/>
          </a:xfrm>
        </p:grpSpPr>
        <p:sp>
          <p:nvSpPr>
            <p:cNvPr id="13" name="平行四边形 12"/>
            <p:cNvSpPr/>
            <p:nvPr userDrawn="1">
              <p:custDataLst>
                <p:tags r:id="rId3"/>
              </p:custDataLst>
            </p:nvPr>
          </p:nvSpPr>
          <p:spPr>
            <a:xfrm rot="16200000" flipV="1">
              <a:off x="7739" y="422075"/>
              <a:ext cx="547687" cy="151209"/>
            </a:xfrm>
            <a:prstGeom prst="parallelogram">
              <a:avLst>
                <a:gd name="adj" fmla="val 611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平行四边形 13"/>
            <p:cNvSpPr/>
            <p:nvPr userDrawn="1">
              <p:custDataLst>
                <p:tags r:id="rId4"/>
              </p:custDataLst>
            </p:nvPr>
          </p:nvSpPr>
          <p:spPr>
            <a:xfrm rot="16200000" flipV="1">
              <a:off x="238720" y="250624"/>
              <a:ext cx="464342" cy="129778"/>
            </a:xfrm>
            <a:prstGeom prst="parallelogram">
              <a:avLst>
                <a:gd name="adj" fmla="val 61117"/>
              </a:avLst>
            </a:pr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任意多边形: 形状 14"/>
            <p:cNvSpPr/>
            <p:nvPr userDrawn="1">
              <p:custDataLst>
                <p:tags r:id="rId5"/>
              </p:custDataLst>
            </p:nvPr>
          </p:nvSpPr>
          <p:spPr>
            <a:xfrm flipH="1">
              <a:off x="11669220" y="185737"/>
              <a:ext cx="220836" cy="379696"/>
            </a:xfrm>
            <a:custGeom>
              <a:avLst/>
              <a:gdLst>
                <a:gd name="connsiteX0" fmla="*/ 0 w 2279650"/>
                <a:gd name="connsiteY0" fmla="*/ 0 h 3919537"/>
                <a:gd name="connsiteX1" fmla="*/ 3038 w 2279650"/>
                <a:gd name="connsiteY1" fmla="*/ 0 h 3919537"/>
                <a:gd name="connsiteX2" fmla="*/ 2279650 w 2279650"/>
                <a:gd name="connsiteY2" fmla="*/ 1864626 h 3919537"/>
                <a:gd name="connsiteX3" fmla="*/ 2279650 w 2279650"/>
                <a:gd name="connsiteY3" fmla="*/ 3919537 h 3919537"/>
                <a:gd name="connsiteX4" fmla="*/ 0 w 2279650"/>
                <a:gd name="connsiteY4" fmla="*/ 3919537 h 3919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9650" h="3919537">
                  <a:moveTo>
                    <a:pt x="0" y="0"/>
                  </a:moveTo>
                  <a:lnTo>
                    <a:pt x="3038" y="0"/>
                  </a:lnTo>
                  <a:lnTo>
                    <a:pt x="2279650" y="1864626"/>
                  </a:lnTo>
                  <a:lnTo>
                    <a:pt x="2279650" y="3919537"/>
                  </a:lnTo>
                  <a:lnTo>
                    <a:pt x="0" y="3919537"/>
                  </a:lnTo>
                  <a:close/>
                </a:path>
              </a:pathLst>
            </a:custGeom>
            <a:solidFill>
              <a:schemeClr val="tx2">
                <a:lumMod val="90000"/>
                <a:lumOff val="10000"/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: 形状 15"/>
            <p:cNvSpPr/>
            <p:nvPr userDrawn="1">
              <p:custDataLst>
                <p:tags r:id="rId6"/>
              </p:custDataLst>
            </p:nvPr>
          </p:nvSpPr>
          <p:spPr>
            <a:xfrm flipH="1">
              <a:off x="11773995" y="147637"/>
              <a:ext cx="220836" cy="379696"/>
            </a:xfrm>
            <a:custGeom>
              <a:avLst/>
              <a:gdLst>
                <a:gd name="connsiteX0" fmla="*/ 0 w 2279650"/>
                <a:gd name="connsiteY0" fmla="*/ 0 h 3919537"/>
                <a:gd name="connsiteX1" fmla="*/ 3038 w 2279650"/>
                <a:gd name="connsiteY1" fmla="*/ 0 h 3919537"/>
                <a:gd name="connsiteX2" fmla="*/ 2279650 w 2279650"/>
                <a:gd name="connsiteY2" fmla="*/ 1864626 h 3919537"/>
                <a:gd name="connsiteX3" fmla="*/ 2279650 w 2279650"/>
                <a:gd name="connsiteY3" fmla="*/ 3919537 h 3919537"/>
                <a:gd name="connsiteX4" fmla="*/ 0 w 2279650"/>
                <a:gd name="connsiteY4" fmla="*/ 3919537 h 3919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9650" h="3919537">
                  <a:moveTo>
                    <a:pt x="0" y="0"/>
                  </a:moveTo>
                  <a:lnTo>
                    <a:pt x="3038" y="0"/>
                  </a:lnTo>
                  <a:lnTo>
                    <a:pt x="2279650" y="1864626"/>
                  </a:lnTo>
                  <a:lnTo>
                    <a:pt x="2279650" y="3919537"/>
                  </a:lnTo>
                  <a:lnTo>
                    <a:pt x="0" y="3919537"/>
                  </a:lnTo>
                  <a:close/>
                </a:path>
              </a:pathLst>
            </a:custGeom>
            <a:solidFill>
              <a:schemeClr val="tx2">
                <a:lumMod val="90000"/>
                <a:lumOff val="1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8"/>
            </p:custDataLst>
          </p:nvPr>
        </p:nvSpPr>
        <p:spPr>
          <a:xfrm>
            <a:off x="669930" y="952508"/>
            <a:ext cx="5283242" cy="381003"/>
          </a:xfrm>
        </p:spPr>
        <p:txBody>
          <a:bodyPr wrap="square" lIns="90170" tIns="46990" rIns="90170" bIns="46990" anchor="ctr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9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10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11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 userDrawn="1">
            <p:custDataLst>
              <p:tags r:id="rId2"/>
            </p:custDataLst>
          </p:nvPr>
        </p:nvGrpSpPr>
        <p:grpSpPr>
          <a:xfrm>
            <a:off x="2054848" y="2478427"/>
            <a:ext cx="942352" cy="1966357"/>
            <a:chOff x="205978" y="83342"/>
            <a:chExt cx="329802" cy="688181"/>
          </a:xfrm>
        </p:grpSpPr>
        <p:sp>
          <p:nvSpPr>
            <p:cNvPr id="9" name="平行四边形 8"/>
            <p:cNvSpPr/>
            <p:nvPr userDrawn="1">
              <p:custDataLst>
                <p:tags r:id="rId3"/>
              </p:custDataLst>
            </p:nvPr>
          </p:nvSpPr>
          <p:spPr>
            <a:xfrm rot="16200000" flipV="1">
              <a:off x="7739" y="422075"/>
              <a:ext cx="547687" cy="151209"/>
            </a:xfrm>
            <a:prstGeom prst="parallelogram">
              <a:avLst>
                <a:gd name="adj" fmla="val 611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/>
            <p:cNvSpPr/>
            <p:nvPr userDrawn="1">
              <p:custDataLst>
                <p:tags r:id="rId4"/>
              </p:custDataLst>
            </p:nvPr>
          </p:nvSpPr>
          <p:spPr>
            <a:xfrm rot="16200000" flipV="1">
              <a:off x="238720" y="250624"/>
              <a:ext cx="464342" cy="129778"/>
            </a:xfrm>
            <a:prstGeom prst="parallelogram">
              <a:avLst>
                <a:gd name="adj" fmla="val 61117"/>
              </a:avLst>
            </a:pr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6" name="图片 5"/>
          <p:cNvPicPr/>
          <p:nvPr userDrawn="1">
            <p:custDataLst>
              <p:tags r:id="rId5"/>
            </p:custDataLst>
          </p:nvPr>
        </p:nvPicPr>
        <p:blipFill>
          <a:blip r:embed="rId6" r:link="rId7" cstate="email"/>
          <a:stretch>
            <a:fillRect/>
          </a:stretch>
        </p:blipFill>
        <p:spPr>
          <a:xfrm>
            <a:off x="11471910" y="6159898"/>
            <a:ext cx="720090" cy="69810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>
            <p:custDataLst>
              <p:tags r:id="rId2"/>
            </p:custDataLst>
          </p:nvPr>
        </p:nvGrpSpPr>
        <p:grpSpPr>
          <a:xfrm>
            <a:off x="205978" y="83342"/>
            <a:ext cx="11788853" cy="688181"/>
            <a:chOff x="205978" y="83342"/>
            <a:chExt cx="11788853" cy="688181"/>
          </a:xfrm>
        </p:grpSpPr>
        <p:sp>
          <p:nvSpPr>
            <p:cNvPr id="11" name="平行四边形 10"/>
            <p:cNvSpPr/>
            <p:nvPr userDrawn="1">
              <p:custDataLst>
                <p:tags r:id="rId3"/>
              </p:custDataLst>
            </p:nvPr>
          </p:nvSpPr>
          <p:spPr>
            <a:xfrm rot="16200000" flipV="1">
              <a:off x="7739" y="422075"/>
              <a:ext cx="547687" cy="151209"/>
            </a:xfrm>
            <a:prstGeom prst="parallelogram">
              <a:avLst>
                <a:gd name="adj" fmla="val 611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/>
            <p:cNvSpPr/>
            <p:nvPr userDrawn="1">
              <p:custDataLst>
                <p:tags r:id="rId4"/>
              </p:custDataLst>
            </p:nvPr>
          </p:nvSpPr>
          <p:spPr>
            <a:xfrm rot="16200000" flipV="1">
              <a:off x="238720" y="250624"/>
              <a:ext cx="464342" cy="129778"/>
            </a:xfrm>
            <a:prstGeom prst="parallelogram">
              <a:avLst>
                <a:gd name="adj" fmla="val 61117"/>
              </a:avLst>
            </a:pr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任意多边形: 形状 12"/>
            <p:cNvSpPr/>
            <p:nvPr userDrawn="1">
              <p:custDataLst>
                <p:tags r:id="rId5"/>
              </p:custDataLst>
            </p:nvPr>
          </p:nvSpPr>
          <p:spPr>
            <a:xfrm flipH="1">
              <a:off x="11669220" y="185737"/>
              <a:ext cx="220836" cy="379696"/>
            </a:xfrm>
            <a:custGeom>
              <a:avLst/>
              <a:gdLst>
                <a:gd name="connsiteX0" fmla="*/ 0 w 2279650"/>
                <a:gd name="connsiteY0" fmla="*/ 0 h 3919537"/>
                <a:gd name="connsiteX1" fmla="*/ 3038 w 2279650"/>
                <a:gd name="connsiteY1" fmla="*/ 0 h 3919537"/>
                <a:gd name="connsiteX2" fmla="*/ 2279650 w 2279650"/>
                <a:gd name="connsiteY2" fmla="*/ 1864626 h 3919537"/>
                <a:gd name="connsiteX3" fmla="*/ 2279650 w 2279650"/>
                <a:gd name="connsiteY3" fmla="*/ 3919537 h 3919537"/>
                <a:gd name="connsiteX4" fmla="*/ 0 w 2279650"/>
                <a:gd name="connsiteY4" fmla="*/ 3919537 h 3919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9650" h="3919537">
                  <a:moveTo>
                    <a:pt x="0" y="0"/>
                  </a:moveTo>
                  <a:lnTo>
                    <a:pt x="3038" y="0"/>
                  </a:lnTo>
                  <a:lnTo>
                    <a:pt x="2279650" y="1864626"/>
                  </a:lnTo>
                  <a:lnTo>
                    <a:pt x="2279650" y="3919537"/>
                  </a:lnTo>
                  <a:lnTo>
                    <a:pt x="0" y="3919537"/>
                  </a:lnTo>
                  <a:close/>
                </a:path>
              </a:pathLst>
            </a:custGeom>
            <a:solidFill>
              <a:schemeClr val="tx2">
                <a:lumMod val="90000"/>
                <a:lumOff val="10000"/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4" name="任意多边形: 形状 13"/>
            <p:cNvSpPr/>
            <p:nvPr userDrawn="1">
              <p:custDataLst>
                <p:tags r:id="rId6"/>
              </p:custDataLst>
            </p:nvPr>
          </p:nvSpPr>
          <p:spPr>
            <a:xfrm flipH="1">
              <a:off x="11773995" y="147637"/>
              <a:ext cx="220836" cy="379696"/>
            </a:xfrm>
            <a:custGeom>
              <a:avLst/>
              <a:gdLst>
                <a:gd name="connsiteX0" fmla="*/ 0 w 2279650"/>
                <a:gd name="connsiteY0" fmla="*/ 0 h 3919537"/>
                <a:gd name="connsiteX1" fmla="*/ 3038 w 2279650"/>
                <a:gd name="connsiteY1" fmla="*/ 0 h 3919537"/>
                <a:gd name="connsiteX2" fmla="*/ 2279650 w 2279650"/>
                <a:gd name="connsiteY2" fmla="*/ 1864626 h 3919537"/>
                <a:gd name="connsiteX3" fmla="*/ 2279650 w 2279650"/>
                <a:gd name="connsiteY3" fmla="*/ 3919537 h 3919537"/>
                <a:gd name="connsiteX4" fmla="*/ 0 w 2279650"/>
                <a:gd name="connsiteY4" fmla="*/ 3919537 h 3919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9650" h="3919537">
                  <a:moveTo>
                    <a:pt x="0" y="0"/>
                  </a:moveTo>
                  <a:lnTo>
                    <a:pt x="3038" y="0"/>
                  </a:lnTo>
                  <a:lnTo>
                    <a:pt x="2279650" y="1864626"/>
                  </a:lnTo>
                  <a:lnTo>
                    <a:pt x="2279650" y="3919537"/>
                  </a:lnTo>
                  <a:lnTo>
                    <a:pt x="0" y="3919537"/>
                  </a:lnTo>
                  <a:close/>
                </a:path>
              </a:pathLst>
            </a:custGeom>
            <a:solidFill>
              <a:schemeClr val="tx2">
                <a:lumMod val="90000"/>
                <a:lumOff val="1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8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9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 userDrawn="1">
            <p:custDataLst>
              <p:tags r:id="rId2"/>
            </p:custDataLst>
          </p:nvPr>
        </p:nvGrpSpPr>
        <p:grpSpPr>
          <a:xfrm>
            <a:off x="205978" y="83342"/>
            <a:ext cx="11788853" cy="688181"/>
            <a:chOff x="205978" y="83342"/>
            <a:chExt cx="11788853" cy="688181"/>
          </a:xfrm>
        </p:grpSpPr>
        <p:sp>
          <p:nvSpPr>
            <p:cNvPr id="10" name="平行四边形 9"/>
            <p:cNvSpPr/>
            <p:nvPr userDrawn="1">
              <p:custDataLst>
                <p:tags r:id="rId3"/>
              </p:custDataLst>
            </p:nvPr>
          </p:nvSpPr>
          <p:spPr>
            <a:xfrm rot="16200000" flipV="1">
              <a:off x="7739" y="422075"/>
              <a:ext cx="547687" cy="151209"/>
            </a:xfrm>
            <a:prstGeom prst="parallelogram">
              <a:avLst>
                <a:gd name="adj" fmla="val 611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/>
            <p:cNvSpPr/>
            <p:nvPr userDrawn="1">
              <p:custDataLst>
                <p:tags r:id="rId4"/>
              </p:custDataLst>
            </p:nvPr>
          </p:nvSpPr>
          <p:spPr>
            <a:xfrm rot="16200000" flipV="1">
              <a:off x="238720" y="250624"/>
              <a:ext cx="464342" cy="129778"/>
            </a:xfrm>
            <a:prstGeom prst="parallelogram">
              <a:avLst>
                <a:gd name="adj" fmla="val 61117"/>
              </a:avLst>
            </a:pr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任意多边形: 形状 11"/>
            <p:cNvSpPr/>
            <p:nvPr userDrawn="1">
              <p:custDataLst>
                <p:tags r:id="rId5"/>
              </p:custDataLst>
            </p:nvPr>
          </p:nvSpPr>
          <p:spPr>
            <a:xfrm flipH="1">
              <a:off x="11669220" y="185737"/>
              <a:ext cx="220836" cy="379696"/>
            </a:xfrm>
            <a:custGeom>
              <a:avLst/>
              <a:gdLst>
                <a:gd name="connsiteX0" fmla="*/ 0 w 2279650"/>
                <a:gd name="connsiteY0" fmla="*/ 0 h 3919537"/>
                <a:gd name="connsiteX1" fmla="*/ 3038 w 2279650"/>
                <a:gd name="connsiteY1" fmla="*/ 0 h 3919537"/>
                <a:gd name="connsiteX2" fmla="*/ 2279650 w 2279650"/>
                <a:gd name="connsiteY2" fmla="*/ 1864626 h 3919537"/>
                <a:gd name="connsiteX3" fmla="*/ 2279650 w 2279650"/>
                <a:gd name="connsiteY3" fmla="*/ 3919537 h 3919537"/>
                <a:gd name="connsiteX4" fmla="*/ 0 w 2279650"/>
                <a:gd name="connsiteY4" fmla="*/ 3919537 h 3919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9650" h="3919537">
                  <a:moveTo>
                    <a:pt x="0" y="0"/>
                  </a:moveTo>
                  <a:lnTo>
                    <a:pt x="3038" y="0"/>
                  </a:lnTo>
                  <a:lnTo>
                    <a:pt x="2279650" y="1864626"/>
                  </a:lnTo>
                  <a:lnTo>
                    <a:pt x="2279650" y="3919537"/>
                  </a:lnTo>
                  <a:lnTo>
                    <a:pt x="0" y="3919537"/>
                  </a:lnTo>
                  <a:close/>
                </a:path>
              </a:pathLst>
            </a:custGeom>
            <a:solidFill>
              <a:schemeClr val="tx2">
                <a:lumMod val="90000"/>
                <a:lumOff val="10000"/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3" name="任意多边形: 形状 12"/>
            <p:cNvSpPr/>
            <p:nvPr userDrawn="1">
              <p:custDataLst>
                <p:tags r:id="rId6"/>
              </p:custDataLst>
            </p:nvPr>
          </p:nvSpPr>
          <p:spPr>
            <a:xfrm flipH="1">
              <a:off x="11773995" y="147637"/>
              <a:ext cx="220836" cy="379696"/>
            </a:xfrm>
            <a:custGeom>
              <a:avLst/>
              <a:gdLst>
                <a:gd name="connsiteX0" fmla="*/ 0 w 2279650"/>
                <a:gd name="connsiteY0" fmla="*/ 0 h 3919537"/>
                <a:gd name="connsiteX1" fmla="*/ 3038 w 2279650"/>
                <a:gd name="connsiteY1" fmla="*/ 0 h 3919537"/>
                <a:gd name="connsiteX2" fmla="*/ 2279650 w 2279650"/>
                <a:gd name="connsiteY2" fmla="*/ 1864626 h 3919537"/>
                <a:gd name="connsiteX3" fmla="*/ 2279650 w 2279650"/>
                <a:gd name="connsiteY3" fmla="*/ 3919537 h 3919537"/>
                <a:gd name="connsiteX4" fmla="*/ 0 w 2279650"/>
                <a:gd name="connsiteY4" fmla="*/ 3919537 h 3919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9650" h="3919537">
                  <a:moveTo>
                    <a:pt x="0" y="0"/>
                  </a:moveTo>
                  <a:lnTo>
                    <a:pt x="3038" y="0"/>
                  </a:lnTo>
                  <a:lnTo>
                    <a:pt x="2279650" y="1864626"/>
                  </a:lnTo>
                  <a:lnTo>
                    <a:pt x="2279650" y="3919537"/>
                  </a:lnTo>
                  <a:lnTo>
                    <a:pt x="0" y="3919537"/>
                  </a:lnTo>
                  <a:close/>
                </a:path>
              </a:pathLst>
            </a:custGeom>
            <a:solidFill>
              <a:schemeClr val="tx2">
                <a:lumMod val="90000"/>
                <a:lumOff val="1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7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8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 wrap="square">
            <a:normAutofit/>
          </a:bodyPr>
          <a:lstStyle>
            <a:lvl1pPr indent="0" eaLnBrk="1" fontAlgn="auto" latinLnBrk="0" hangingPunct="1"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 userDrawn="1">
            <p:custDataLst>
              <p:tags r:id="rId2"/>
            </p:custDataLst>
          </p:nvPr>
        </p:nvGrpSpPr>
        <p:grpSpPr>
          <a:xfrm>
            <a:off x="205978" y="83342"/>
            <a:ext cx="11788853" cy="688181"/>
            <a:chOff x="205978" y="83342"/>
            <a:chExt cx="11788853" cy="688181"/>
          </a:xfrm>
        </p:grpSpPr>
        <p:sp>
          <p:nvSpPr>
            <p:cNvPr id="10" name="平行四边形 9"/>
            <p:cNvSpPr/>
            <p:nvPr userDrawn="1">
              <p:custDataLst>
                <p:tags r:id="rId3"/>
              </p:custDataLst>
            </p:nvPr>
          </p:nvSpPr>
          <p:spPr>
            <a:xfrm rot="16200000" flipV="1">
              <a:off x="7739" y="422075"/>
              <a:ext cx="547687" cy="151209"/>
            </a:xfrm>
            <a:prstGeom prst="parallelogram">
              <a:avLst>
                <a:gd name="adj" fmla="val 611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/>
            <p:cNvSpPr/>
            <p:nvPr userDrawn="1">
              <p:custDataLst>
                <p:tags r:id="rId4"/>
              </p:custDataLst>
            </p:nvPr>
          </p:nvSpPr>
          <p:spPr>
            <a:xfrm rot="16200000" flipV="1">
              <a:off x="238720" y="250624"/>
              <a:ext cx="464342" cy="129778"/>
            </a:xfrm>
            <a:prstGeom prst="parallelogram">
              <a:avLst>
                <a:gd name="adj" fmla="val 61117"/>
              </a:avLst>
            </a:pr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任意多边形: 形状 11"/>
            <p:cNvSpPr/>
            <p:nvPr userDrawn="1">
              <p:custDataLst>
                <p:tags r:id="rId5"/>
              </p:custDataLst>
            </p:nvPr>
          </p:nvSpPr>
          <p:spPr>
            <a:xfrm flipH="1">
              <a:off x="11669220" y="185737"/>
              <a:ext cx="220836" cy="379696"/>
            </a:xfrm>
            <a:custGeom>
              <a:avLst/>
              <a:gdLst>
                <a:gd name="connsiteX0" fmla="*/ 0 w 2279650"/>
                <a:gd name="connsiteY0" fmla="*/ 0 h 3919537"/>
                <a:gd name="connsiteX1" fmla="*/ 3038 w 2279650"/>
                <a:gd name="connsiteY1" fmla="*/ 0 h 3919537"/>
                <a:gd name="connsiteX2" fmla="*/ 2279650 w 2279650"/>
                <a:gd name="connsiteY2" fmla="*/ 1864626 h 3919537"/>
                <a:gd name="connsiteX3" fmla="*/ 2279650 w 2279650"/>
                <a:gd name="connsiteY3" fmla="*/ 3919537 h 3919537"/>
                <a:gd name="connsiteX4" fmla="*/ 0 w 2279650"/>
                <a:gd name="connsiteY4" fmla="*/ 3919537 h 3919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9650" h="3919537">
                  <a:moveTo>
                    <a:pt x="0" y="0"/>
                  </a:moveTo>
                  <a:lnTo>
                    <a:pt x="3038" y="0"/>
                  </a:lnTo>
                  <a:lnTo>
                    <a:pt x="2279650" y="1864626"/>
                  </a:lnTo>
                  <a:lnTo>
                    <a:pt x="2279650" y="3919537"/>
                  </a:lnTo>
                  <a:lnTo>
                    <a:pt x="0" y="3919537"/>
                  </a:lnTo>
                  <a:close/>
                </a:path>
              </a:pathLst>
            </a:custGeom>
            <a:solidFill>
              <a:schemeClr val="tx2">
                <a:lumMod val="90000"/>
                <a:lumOff val="10000"/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3" name="任意多边形: 形状 12"/>
            <p:cNvSpPr/>
            <p:nvPr userDrawn="1">
              <p:custDataLst>
                <p:tags r:id="rId6"/>
              </p:custDataLst>
            </p:nvPr>
          </p:nvSpPr>
          <p:spPr>
            <a:xfrm flipH="1">
              <a:off x="11773995" y="147637"/>
              <a:ext cx="220836" cy="379696"/>
            </a:xfrm>
            <a:custGeom>
              <a:avLst/>
              <a:gdLst>
                <a:gd name="connsiteX0" fmla="*/ 0 w 2279650"/>
                <a:gd name="connsiteY0" fmla="*/ 0 h 3919537"/>
                <a:gd name="connsiteX1" fmla="*/ 3038 w 2279650"/>
                <a:gd name="connsiteY1" fmla="*/ 0 h 3919537"/>
                <a:gd name="connsiteX2" fmla="*/ 2279650 w 2279650"/>
                <a:gd name="connsiteY2" fmla="*/ 1864626 h 3919537"/>
                <a:gd name="connsiteX3" fmla="*/ 2279650 w 2279650"/>
                <a:gd name="connsiteY3" fmla="*/ 3919537 h 3919537"/>
                <a:gd name="connsiteX4" fmla="*/ 0 w 2279650"/>
                <a:gd name="connsiteY4" fmla="*/ 3919537 h 3919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9650" h="3919537">
                  <a:moveTo>
                    <a:pt x="0" y="0"/>
                  </a:moveTo>
                  <a:lnTo>
                    <a:pt x="3038" y="0"/>
                  </a:lnTo>
                  <a:lnTo>
                    <a:pt x="2279650" y="1864626"/>
                  </a:lnTo>
                  <a:lnTo>
                    <a:pt x="2279650" y="3919537"/>
                  </a:lnTo>
                  <a:lnTo>
                    <a:pt x="0" y="3919537"/>
                  </a:lnTo>
                  <a:close/>
                </a:path>
              </a:pathLst>
            </a:custGeom>
            <a:solidFill>
              <a:schemeClr val="tx2">
                <a:lumMod val="90000"/>
                <a:lumOff val="1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</p:grp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0"/>
            </p:custDataLst>
          </p:nvPr>
        </p:nvSpPr>
        <p:spPr>
          <a:xfrm>
            <a:off x="669930" y="952508"/>
            <a:ext cx="10852237" cy="5388907"/>
          </a:xfrm>
        </p:spPr>
        <p:txBody>
          <a:bodyPr wrap="square">
            <a:norm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/>
          <p:cNvGrpSpPr/>
          <p:nvPr userDrawn="1">
            <p:custDataLst>
              <p:tags r:id="rId2"/>
            </p:custDataLst>
          </p:nvPr>
        </p:nvGrpSpPr>
        <p:grpSpPr>
          <a:xfrm>
            <a:off x="0" y="-1"/>
            <a:ext cx="12192000" cy="6858001"/>
            <a:chOff x="0" y="-1"/>
            <a:chExt cx="12192000" cy="6858001"/>
          </a:xfrm>
        </p:grpSpPr>
        <p:cxnSp>
          <p:nvCxnSpPr>
            <p:cNvPr id="8" name="直接连接符 7"/>
            <p:cNvCxnSpPr/>
            <p:nvPr userDrawn="1">
              <p:custDataLst>
                <p:tags r:id="rId3"/>
              </p:custDataLst>
            </p:nvPr>
          </p:nvCxnSpPr>
          <p:spPr>
            <a:xfrm>
              <a:off x="9121140" y="2667000"/>
              <a:ext cx="0" cy="1524000"/>
            </a:xfrm>
            <a:prstGeom prst="line">
              <a:avLst/>
            </a:prstGeom>
            <a:ln w="12700">
              <a:solidFill>
                <a:schemeClr val="accent1"/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 userDrawn="1">
              <p:custDataLst>
                <p:tags r:id="rId4"/>
              </p:custDataLst>
            </p:nvPr>
          </p:nvCxnSpPr>
          <p:spPr>
            <a:xfrm>
              <a:off x="3025775" y="2754630"/>
              <a:ext cx="0" cy="1524000"/>
            </a:xfrm>
            <a:prstGeom prst="line">
              <a:avLst/>
            </a:prstGeom>
            <a:ln w="12700">
              <a:solidFill>
                <a:schemeClr val="accent1"/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任意多边形: 形状 10"/>
            <p:cNvSpPr/>
            <p:nvPr userDrawn="1">
              <p:custDataLst>
                <p:tags r:id="rId5"/>
              </p:custDataLst>
            </p:nvPr>
          </p:nvSpPr>
          <p:spPr>
            <a:xfrm>
              <a:off x="10499884" y="1619250"/>
              <a:ext cx="1347787" cy="5238750"/>
            </a:xfrm>
            <a:custGeom>
              <a:avLst/>
              <a:gdLst>
                <a:gd name="connsiteX0" fmla="*/ 0 w 1343025"/>
                <a:gd name="connsiteY0" fmla="*/ 0 h 5238750"/>
                <a:gd name="connsiteX1" fmla="*/ 17045 w 1343025"/>
                <a:gd name="connsiteY1" fmla="*/ 0 h 5238750"/>
                <a:gd name="connsiteX2" fmla="*/ 1343025 w 1343025"/>
                <a:gd name="connsiteY2" fmla="*/ 1081491 h 5238750"/>
                <a:gd name="connsiteX3" fmla="*/ 1343025 w 1343025"/>
                <a:gd name="connsiteY3" fmla="*/ 5238750 h 5238750"/>
                <a:gd name="connsiteX4" fmla="*/ 0 w 1343025"/>
                <a:gd name="connsiteY4" fmla="*/ 5238750 h 523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3025" h="5238750">
                  <a:moveTo>
                    <a:pt x="0" y="0"/>
                  </a:moveTo>
                  <a:lnTo>
                    <a:pt x="17045" y="0"/>
                  </a:lnTo>
                  <a:lnTo>
                    <a:pt x="1343025" y="1081491"/>
                  </a:lnTo>
                  <a:lnTo>
                    <a:pt x="1343025" y="5238750"/>
                  </a:lnTo>
                  <a:lnTo>
                    <a:pt x="0" y="523875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2" name="任意多边形: 形状 11"/>
            <p:cNvSpPr/>
            <p:nvPr userDrawn="1">
              <p:custDataLst>
                <p:tags r:id="rId6"/>
              </p:custDataLst>
            </p:nvPr>
          </p:nvSpPr>
          <p:spPr>
            <a:xfrm rot="10800000">
              <a:off x="10903516" y="-1"/>
              <a:ext cx="1288484" cy="3893820"/>
            </a:xfrm>
            <a:custGeom>
              <a:avLst/>
              <a:gdLst>
                <a:gd name="connsiteX0" fmla="*/ 1288484 w 1288484"/>
                <a:gd name="connsiteY0" fmla="*/ 3893820 h 3893820"/>
                <a:gd name="connsiteX1" fmla="*/ 0 w 1288484"/>
                <a:gd name="connsiteY1" fmla="*/ 3893820 h 3893820"/>
                <a:gd name="connsiteX2" fmla="*/ 0 w 1288484"/>
                <a:gd name="connsiteY2" fmla="*/ 0 h 3893820"/>
                <a:gd name="connsiteX3" fmla="*/ 16353 w 1288484"/>
                <a:gd name="connsiteY3" fmla="*/ 0 h 3893820"/>
                <a:gd name="connsiteX4" fmla="*/ 1288484 w 1288484"/>
                <a:gd name="connsiteY4" fmla="*/ 1033906 h 3893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8484" h="3893820">
                  <a:moveTo>
                    <a:pt x="1288484" y="3893820"/>
                  </a:moveTo>
                  <a:lnTo>
                    <a:pt x="0" y="3893820"/>
                  </a:lnTo>
                  <a:lnTo>
                    <a:pt x="0" y="0"/>
                  </a:lnTo>
                  <a:lnTo>
                    <a:pt x="16353" y="0"/>
                  </a:lnTo>
                  <a:lnTo>
                    <a:pt x="1288484" y="1033906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3" name="任意多边形: 形状 12"/>
            <p:cNvSpPr/>
            <p:nvPr userDrawn="1">
              <p:custDataLst>
                <p:tags r:id="rId7"/>
              </p:custDataLst>
            </p:nvPr>
          </p:nvSpPr>
          <p:spPr>
            <a:xfrm rot="10800000">
              <a:off x="1453513" y="0"/>
              <a:ext cx="616586" cy="2385344"/>
            </a:xfrm>
            <a:custGeom>
              <a:avLst/>
              <a:gdLst>
                <a:gd name="connsiteX0" fmla="*/ 616586 w 616586"/>
                <a:gd name="connsiteY0" fmla="*/ 2385344 h 2385344"/>
                <a:gd name="connsiteX1" fmla="*/ 0 w 616586"/>
                <a:gd name="connsiteY1" fmla="*/ 2385344 h 2385344"/>
                <a:gd name="connsiteX2" fmla="*/ 0 w 616586"/>
                <a:gd name="connsiteY2" fmla="*/ 0 h 2385344"/>
                <a:gd name="connsiteX3" fmla="*/ 616586 w 616586"/>
                <a:gd name="connsiteY3" fmla="*/ 501122 h 2385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6586" h="2385344">
                  <a:moveTo>
                    <a:pt x="616586" y="2385344"/>
                  </a:moveTo>
                  <a:lnTo>
                    <a:pt x="0" y="2385344"/>
                  </a:lnTo>
                  <a:lnTo>
                    <a:pt x="0" y="0"/>
                  </a:lnTo>
                  <a:lnTo>
                    <a:pt x="616586" y="50112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4" name="任意多边形: 形状 13"/>
            <p:cNvSpPr/>
            <p:nvPr userDrawn="1">
              <p:custDataLst>
                <p:tags r:id="rId8"/>
              </p:custDataLst>
            </p:nvPr>
          </p:nvSpPr>
          <p:spPr>
            <a:xfrm>
              <a:off x="525780" y="2938463"/>
              <a:ext cx="2279650" cy="3919537"/>
            </a:xfrm>
            <a:custGeom>
              <a:avLst/>
              <a:gdLst>
                <a:gd name="connsiteX0" fmla="*/ 0 w 2279650"/>
                <a:gd name="connsiteY0" fmla="*/ 0 h 3919537"/>
                <a:gd name="connsiteX1" fmla="*/ 3038 w 2279650"/>
                <a:gd name="connsiteY1" fmla="*/ 0 h 3919537"/>
                <a:gd name="connsiteX2" fmla="*/ 2279650 w 2279650"/>
                <a:gd name="connsiteY2" fmla="*/ 1864626 h 3919537"/>
                <a:gd name="connsiteX3" fmla="*/ 2279650 w 2279650"/>
                <a:gd name="connsiteY3" fmla="*/ 3919537 h 3919537"/>
                <a:gd name="connsiteX4" fmla="*/ 0 w 2279650"/>
                <a:gd name="connsiteY4" fmla="*/ 3919537 h 3919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9650" h="3919537">
                  <a:moveTo>
                    <a:pt x="0" y="0"/>
                  </a:moveTo>
                  <a:lnTo>
                    <a:pt x="3038" y="0"/>
                  </a:lnTo>
                  <a:lnTo>
                    <a:pt x="2279650" y="1864626"/>
                  </a:lnTo>
                  <a:lnTo>
                    <a:pt x="2279650" y="3919537"/>
                  </a:lnTo>
                  <a:lnTo>
                    <a:pt x="0" y="3919537"/>
                  </a:lnTo>
                  <a:close/>
                </a:path>
              </a:pathLst>
            </a:custGeom>
            <a:solidFill>
              <a:schemeClr val="tx2">
                <a:lumMod val="90000"/>
                <a:lumOff val="1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5" name="任意多边形: 形状 14"/>
            <p:cNvSpPr/>
            <p:nvPr userDrawn="1">
              <p:custDataLst>
                <p:tags r:id="rId9"/>
              </p:custDataLst>
            </p:nvPr>
          </p:nvSpPr>
          <p:spPr>
            <a:xfrm>
              <a:off x="0" y="2938463"/>
              <a:ext cx="2279650" cy="3919537"/>
            </a:xfrm>
            <a:custGeom>
              <a:avLst/>
              <a:gdLst>
                <a:gd name="connsiteX0" fmla="*/ 0 w 2279650"/>
                <a:gd name="connsiteY0" fmla="*/ 0 h 3919537"/>
                <a:gd name="connsiteX1" fmla="*/ 3038 w 2279650"/>
                <a:gd name="connsiteY1" fmla="*/ 0 h 3919537"/>
                <a:gd name="connsiteX2" fmla="*/ 2279650 w 2279650"/>
                <a:gd name="connsiteY2" fmla="*/ 1864626 h 3919537"/>
                <a:gd name="connsiteX3" fmla="*/ 2279650 w 2279650"/>
                <a:gd name="connsiteY3" fmla="*/ 3919537 h 3919537"/>
                <a:gd name="connsiteX4" fmla="*/ 0 w 2279650"/>
                <a:gd name="connsiteY4" fmla="*/ 3919537 h 3919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9650" h="3919537">
                  <a:moveTo>
                    <a:pt x="0" y="0"/>
                  </a:moveTo>
                  <a:lnTo>
                    <a:pt x="3038" y="0"/>
                  </a:lnTo>
                  <a:lnTo>
                    <a:pt x="2279650" y="1864626"/>
                  </a:lnTo>
                  <a:lnTo>
                    <a:pt x="2279650" y="3919537"/>
                  </a:lnTo>
                  <a:lnTo>
                    <a:pt x="0" y="3919537"/>
                  </a:lnTo>
                  <a:close/>
                </a:path>
              </a:pathLst>
            </a:custGeom>
            <a:solidFill>
              <a:schemeClr val="tx2">
                <a:lumMod val="90000"/>
                <a:lumOff val="10000"/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idx="13" hasCustomPrompt="1"/>
            <p:custDataLst>
              <p:tags r:id="rId13"/>
            </p:custDataLst>
          </p:nvPr>
        </p:nvSpPr>
        <p:spPr>
          <a:xfrm>
            <a:off x="3413125" y="2430780"/>
            <a:ext cx="5365750" cy="1398905"/>
          </a:xfrm>
        </p:spPr>
        <p:txBody>
          <a:bodyPr vert="horz" wrap="square" lIns="90170" tIns="46990" rIns="90170" bIns="0" rtlCol="0" anchor="b" anchorCtr="0">
            <a:normAutofit/>
          </a:bodyPr>
          <a:lstStyle>
            <a:lvl1pPr>
              <a:defRPr lang="zh-CN" altLang="en-US" sz="8000" b="0" spc="1000" baseline="0">
                <a:solidFill>
                  <a:schemeClr val="bg1"/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pPr marL="0" lvl="0" algn="dist"/>
            <a:r>
              <a:rPr lang="zh-CN" altLang="en-US"/>
              <a:t>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4" hasCustomPrompt="1"/>
            <p:custDataLst>
              <p:tags r:id="rId14"/>
            </p:custDataLst>
          </p:nvPr>
        </p:nvSpPr>
        <p:spPr>
          <a:xfrm>
            <a:off x="3413760" y="3907155"/>
            <a:ext cx="5364480" cy="371475"/>
          </a:xfrm>
        </p:spPr>
        <p:txBody>
          <a:bodyPr vert="horz" wrap="square" lIns="90170" tIns="0" rIns="90170" bIns="46990" rtlCol="0" anchor="t" anchorCtr="0">
            <a:normAutofit/>
          </a:bodyPr>
          <a:lstStyle>
            <a:lvl1pPr>
              <a:defRPr lang="zh-CN" altLang="en-US" sz="2000" spc="200">
                <a:ln>
                  <a:noFill/>
                </a:ln>
                <a:solidFill>
                  <a:schemeClr val="bg1"/>
                </a:solidFill>
                <a:effectLst/>
                <a:uLnTx/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0" lvl="0" indent="0" algn="ctr">
              <a:lnSpc>
                <a:spcPct val="100000"/>
              </a:lnSpc>
              <a:spcAft>
                <a:spcPts val="0"/>
              </a:spcAft>
              <a:buClrTx/>
              <a:buSzTx/>
              <a:buNone/>
            </a:pPr>
            <a:r>
              <a:rPr lang="zh-CN" altLang="en-US"/>
              <a:t>单击此处编辑文本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>
            <p:custDataLst>
              <p:tags r:id="rId2"/>
            </p:custDataLst>
          </p:nvPr>
        </p:nvGrpSpPr>
        <p:grpSpPr>
          <a:xfrm>
            <a:off x="205978" y="83342"/>
            <a:ext cx="11788853" cy="688181"/>
            <a:chOff x="205978" y="83342"/>
            <a:chExt cx="11788853" cy="688181"/>
          </a:xfrm>
        </p:grpSpPr>
        <p:sp>
          <p:nvSpPr>
            <p:cNvPr id="9" name="平行四边形 8"/>
            <p:cNvSpPr/>
            <p:nvPr userDrawn="1">
              <p:custDataLst>
                <p:tags r:id="rId3"/>
              </p:custDataLst>
            </p:nvPr>
          </p:nvSpPr>
          <p:spPr>
            <a:xfrm rot="16200000" flipV="1">
              <a:off x="7739" y="422075"/>
              <a:ext cx="547687" cy="151209"/>
            </a:xfrm>
            <a:prstGeom prst="parallelogram">
              <a:avLst>
                <a:gd name="adj" fmla="val 611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/>
            <p:cNvSpPr/>
            <p:nvPr userDrawn="1">
              <p:custDataLst>
                <p:tags r:id="rId4"/>
              </p:custDataLst>
            </p:nvPr>
          </p:nvSpPr>
          <p:spPr>
            <a:xfrm rot="16200000" flipV="1">
              <a:off x="238720" y="250624"/>
              <a:ext cx="464342" cy="129778"/>
            </a:xfrm>
            <a:prstGeom prst="parallelogram">
              <a:avLst>
                <a:gd name="adj" fmla="val 61117"/>
              </a:avLst>
            </a:pr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任意多边形: 形状 10"/>
            <p:cNvSpPr/>
            <p:nvPr userDrawn="1">
              <p:custDataLst>
                <p:tags r:id="rId5"/>
              </p:custDataLst>
            </p:nvPr>
          </p:nvSpPr>
          <p:spPr>
            <a:xfrm flipH="1">
              <a:off x="11669220" y="185737"/>
              <a:ext cx="220836" cy="379696"/>
            </a:xfrm>
            <a:custGeom>
              <a:avLst/>
              <a:gdLst>
                <a:gd name="connsiteX0" fmla="*/ 0 w 2279650"/>
                <a:gd name="connsiteY0" fmla="*/ 0 h 3919537"/>
                <a:gd name="connsiteX1" fmla="*/ 3038 w 2279650"/>
                <a:gd name="connsiteY1" fmla="*/ 0 h 3919537"/>
                <a:gd name="connsiteX2" fmla="*/ 2279650 w 2279650"/>
                <a:gd name="connsiteY2" fmla="*/ 1864626 h 3919537"/>
                <a:gd name="connsiteX3" fmla="*/ 2279650 w 2279650"/>
                <a:gd name="connsiteY3" fmla="*/ 3919537 h 3919537"/>
                <a:gd name="connsiteX4" fmla="*/ 0 w 2279650"/>
                <a:gd name="connsiteY4" fmla="*/ 3919537 h 3919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9650" h="3919537">
                  <a:moveTo>
                    <a:pt x="0" y="0"/>
                  </a:moveTo>
                  <a:lnTo>
                    <a:pt x="3038" y="0"/>
                  </a:lnTo>
                  <a:lnTo>
                    <a:pt x="2279650" y="1864626"/>
                  </a:lnTo>
                  <a:lnTo>
                    <a:pt x="2279650" y="3919537"/>
                  </a:lnTo>
                  <a:lnTo>
                    <a:pt x="0" y="3919537"/>
                  </a:lnTo>
                  <a:close/>
                </a:path>
              </a:pathLst>
            </a:custGeom>
            <a:solidFill>
              <a:schemeClr val="tx2">
                <a:lumMod val="90000"/>
                <a:lumOff val="10000"/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2" name="任意多边形: 形状 11"/>
            <p:cNvSpPr/>
            <p:nvPr userDrawn="1">
              <p:custDataLst>
                <p:tags r:id="rId6"/>
              </p:custDataLst>
            </p:nvPr>
          </p:nvSpPr>
          <p:spPr>
            <a:xfrm flipH="1">
              <a:off x="11773995" y="147637"/>
              <a:ext cx="220836" cy="379696"/>
            </a:xfrm>
            <a:custGeom>
              <a:avLst/>
              <a:gdLst>
                <a:gd name="connsiteX0" fmla="*/ 0 w 2279650"/>
                <a:gd name="connsiteY0" fmla="*/ 0 h 3919537"/>
                <a:gd name="connsiteX1" fmla="*/ 3038 w 2279650"/>
                <a:gd name="connsiteY1" fmla="*/ 0 h 3919537"/>
                <a:gd name="connsiteX2" fmla="*/ 2279650 w 2279650"/>
                <a:gd name="connsiteY2" fmla="*/ 1864626 h 3919537"/>
                <a:gd name="connsiteX3" fmla="*/ 2279650 w 2279650"/>
                <a:gd name="connsiteY3" fmla="*/ 3919537 h 3919537"/>
                <a:gd name="connsiteX4" fmla="*/ 0 w 2279650"/>
                <a:gd name="connsiteY4" fmla="*/ 3919537 h 3919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9650" h="3919537">
                  <a:moveTo>
                    <a:pt x="0" y="0"/>
                  </a:moveTo>
                  <a:lnTo>
                    <a:pt x="3038" y="0"/>
                  </a:lnTo>
                  <a:lnTo>
                    <a:pt x="2279650" y="1864626"/>
                  </a:lnTo>
                  <a:lnTo>
                    <a:pt x="2279650" y="3919537"/>
                  </a:lnTo>
                  <a:lnTo>
                    <a:pt x="0" y="3919537"/>
                  </a:lnTo>
                  <a:close/>
                </a:path>
              </a:pathLst>
            </a:custGeom>
            <a:solidFill>
              <a:schemeClr val="tx2">
                <a:lumMod val="90000"/>
                <a:lumOff val="1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292075" y="303809"/>
            <a:ext cx="11607851" cy="6250382"/>
          </a:xfrm>
          <a:prstGeom prst="rect">
            <a:avLst/>
          </a:prstGeom>
          <a:solidFill>
            <a:schemeClr val="bg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11" name="组合 10"/>
          <p:cNvGrpSpPr/>
          <p:nvPr userDrawn="1">
            <p:custDataLst>
              <p:tags r:id="rId3"/>
            </p:custDataLst>
          </p:nvPr>
        </p:nvGrpSpPr>
        <p:grpSpPr>
          <a:xfrm>
            <a:off x="205978" y="83342"/>
            <a:ext cx="11788853" cy="688181"/>
            <a:chOff x="205978" y="83342"/>
            <a:chExt cx="11788853" cy="688181"/>
          </a:xfrm>
        </p:grpSpPr>
        <p:sp>
          <p:nvSpPr>
            <p:cNvPr id="12" name="平行四边形 11"/>
            <p:cNvSpPr/>
            <p:nvPr userDrawn="1">
              <p:custDataLst>
                <p:tags r:id="rId4"/>
              </p:custDataLst>
            </p:nvPr>
          </p:nvSpPr>
          <p:spPr>
            <a:xfrm rot="16200000" flipV="1">
              <a:off x="7739" y="422075"/>
              <a:ext cx="547687" cy="151209"/>
            </a:xfrm>
            <a:prstGeom prst="parallelogram">
              <a:avLst>
                <a:gd name="adj" fmla="val 611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/>
            <p:cNvSpPr/>
            <p:nvPr userDrawn="1">
              <p:custDataLst>
                <p:tags r:id="rId5"/>
              </p:custDataLst>
            </p:nvPr>
          </p:nvSpPr>
          <p:spPr>
            <a:xfrm rot="16200000" flipV="1">
              <a:off x="238720" y="250624"/>
              <a:ext cx="464342" cy="129778"/>
            </a:xfrm>
            <a:prstGeom prst="parallelogram">
              <a:avLst>
                <a:gd name="adj" fmla="val 61117"/>
              </a:avLst>
            </a:pr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任意多边形: 形状 13"/>
            <p:cNvSpPr/>
            <p:nvPr userDrawn="1">
              <p:custDataLst>
                <p:tags r:id="rId6"/>
              </p:custDataLst>
            </p:nvPr>
          </p:nvSpPr>
          <p:spPr>
            <a:xfrm flipH="1">
              <a:off x="11669220" y="185737"/>
              <a:ext cx="220836" cy="379696"/>
            </a:xfrm>
            <a:custGeom>
              <a:avLst/>
              <a:gdLst>
                <a:gd name="connsiteX0" fmla="*/ 0 w 2279650"/>
                <a:gd name="connsiteY0" fmla="*/ 0 h 3919537"/>
                <a:gd name="connsiteX1" fmla="*/ 3038 w 2279650"/>
                <a:gd name="connsiteY1" fmla="*/ 0 h 3919537"/>
                <a:gd name="connsiteX2" fmla="*/ 2279650 w 2279650"/>
                <a:gd name="connsiteY2" fmla="*/ 1864626 h 3919537"/>
                <a:gd name="connsiteX3" fmla="*/ 2279650 w 2279650"/>
                <a:gd name="connsiteY3" fmla="*/ 3919537 h 3919537"/>
                <a:gd name="connsiteX4" fmla="*/ 0 w 2279650"/>
                <a:gd name="connsiteY4" fmla="*/ 3919537 h 3919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9650" h="3919537">
                  <a:moveTo>
                    <a:pt x="0" y="0"/>
                  </a:moveTo>
                  <a:lnTo>
                    <a:pt x="3038" y="0"/>
                  </a:lnTo>
                  <a:lnTo>
                    <a:pt x="2279650" y="1864626"/>
                  </a:lnTo>
                  <a:lnTo>
                    <a:pt x="2279650" y="3919537"/>
                  </a:lnTo>
                  <a:lnTo>
                    <a:pt x="0" y="3919537"/>
                  </a:lnTo>
                  <a:close/>
                </a:path>
              </a:pathLst>
            </a:custGeom>
            <a:solidFill>
              <a:schemeClr val="tx2">
                <a:lumMod val="90000"/>
                <a:lumOff val="10000"/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5" name="任意多边形: 形状 14"/>
            <p:cNvSpPr/>
            <p:nvPr userDrawn="1">
              <p:custDataLst>
                <p:tags r:id="rId7"/>
              </p:custDataLst>
            </p:nvPr>
          </p:nvSpPr>
          <p:spPr>
            <a:xfrm flipH="1">
              <a:off x="11773995" y="147637"/>
              <a:ext cx="220836" cy="379696"/>
            </a:xfrm>
            <a:custGeom>
              <a:avLst/>
              <a:gdLst>
                <a:gd name="connsiteX0" fmla="*/ 0 w 2279650"/>
                <a:gd name="connsiteY0" fmla="*/ 0 h 3919537"/>
                <a:gd name="connsiteX1" fmla="*/ 3038 w 2279650"/>
                <a:gd name="connsiteY1" fmla="*/ 0 h 3919537"/>
                <a:gd name="connsiteX2" fmla="*/ 2279650 w 2279650"/>
                <a:gd name="connsiteY2" fmla="*/ 1864626 h 3919537"/>
                <a:gd name="connsiteX3" fmla="*/ 2279650 w 2279650"/>
                <a:gd name="connsiteY3" fmla="*/ 3919537 h 3919537"/>
                <a:gd name="connsiteX4" fmla="*/ 0 w 2279650"/>
                <a:gd name="connsiteY4" fmla="*/ 3919537 h 3919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9650" h="3919537">
                  <a:moveTo>
                    <a:pt x="0" y="0"/>
                  </a:moveTo>
                  <a:lnTo>
                    <a:pt x="3038" y="0"/>
                  </a:lnTo>
                  <a:lnTo>
                    <a:pt x="2279650" y="1864626"/>
                  </a:lnTo>
                  <a:lnTo>
                    <a:pt x="2279650" y="3919537"/>
                  </a:lnTo>
                  <a:lnTo>
                    <a:pt x="0" y="3919537"/>
                  </a:lnTo>
                  <a:close/>
                </a:path>
              </a:pathLst>
            </a:custGeom>
            <a:solidFill>
              <a:schemeClr val="tx2">
                <a:lumMod val="90000"/>
                <a:lumOff val="1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"/>
            </p:custDataLst>
          </p:nvPr>
        </p:nvSpPr>
        <p:spPr>
          <a:xfrm>
            <a:off x="1281600" y="1249200"/>
            <a:ext cx="9626400" cy="723600"/>
          </a:xfrm>
        </p:spPr>
        <p:txBody>
          <a:bodyPr wrap="square" anchor="ctr">
            <a:normAutofit/>
          </a:bodyPr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1281113" y="2163600"/>
            <a:ext cx="9626600" cy="3445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4603" cy="6858000"/>
          </a:xfrm>
          <a:prstGeom prst="rect">
            <a:avLst/>
          </a:prstGeom>
          <a:solidFill>
            <a:schemeClr val="bg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6" name="组合 5"/>
          <p:cNvGrpSpPr/>
          <p:nvPr userDrawn="1">
            <p:custDataLst>
              <p:tags r:id="rId3"/>
            </p:custDataLst>
          </p:nvPr>
        </p:nvGrpSpPr>
        <p:grpSpPr>
          <a:xfrm>
            <a:off x="11681872" y="83342"/>
            <a:ext cx="329802" cy="688181"/>
            <a:chOff x="205978" y="83342"/>
            <a:chExt cx="329802" cy="688181"/>
          </a:xfrm>
        </p:grpSpPr>
        <p:sp>
          <p:nvSpPr>
            <p:cNvPr id="12" name="平行四边形 11"/>
            <p:cNvSpPr/>
            <p:nvPr userDrawn="1">
              <p:custDataLst>
                <p:tags r:id="rId4"/>
              </p:custDataLst>
            </p:nvPr>
          </p:nvSpPr>
          <p:spPr>
            <a:xfrm rot="16200000" flipV="1">
              <a:off x="7739" y="422075"/>
              <a:ext cx="547687" cy="151209"/>
            </a:xfrm>
            <a:prstGeom prst="parallelogram">
              <a:avLst>
                <a:gd name="adj" fmla="val 611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/>
            <p:cNvSpPr/>
            <p:nvPr userDrawn="1">
              <p:custDataLst>
                <p:tags r:id="rId5"/>
              </p:custDataLst>
            </p:nvPr>
          </p:nvSpPr>
          <p:spPr>
            <a:xfrm rot="16200000" flipV="1">
              <a:off x="238720" y="250624"/>
              <a:ext cx="464342" cy="129778"/>
            </a:xfrm>
            <a:prstGeom prst="parallelogram">
              <a:avLst>
                <a:gd name="adj" fmla="val 61117"/>
              </a:avLst>
            </a:pr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583200" y="770400"/>
            <a:ext cx="3960000" cy="882000"/>
          </a:xfrm>
        </p:spPr>
        <p:txBody>
          <a:bodyPr wrap="square" anchor="ctr" anchorCtr="0">
            <a:normAutofit/>
          </a:bodyPr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0"/>
            </p:custDataLst>
          </p:nvPr>
        </p:nvSpPr>
        <p:spPr>
          <a:xfrm>
            <a:off x="586800" y="1764000"/>
            <a:ext cx="3956400" cy="4093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1"/>
            </p:custDataLst>
          </p:nvPr>
        </p:nvSpPr>
        <p:spPr>
          <a:xfrm>
            <a:off x="5101200" y="769938"/>
            <a:ext cx="6480000" cy="5087937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333"/>
          </a:xfrm>
          <a:prstGeom prst="rect">
            <a:avLst/>
          </a:prstGeom>
          <a:solidFill>
            <a:schemeClr val="bg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12" name="组合 11"/>
          <p:cNvGrpSpPr/>
          <p:nvPr userDrawn="1">
            <p:custDataLst>
              <p:tags r:id="rId3"/>
            </p:custDataLst>
          </p:nvPr>
        </p:nvGrpSpPr>
        <p:grpSpPr>
          <a:xfrm>
            <a:off x="205978" y="83342"/>
            <a:ext cx="11788853" cy="688181"/>
            <a:chOff x="205978" y="83342"/>
            <a:chExt cx="11788853" cy="688181"/>
          </a:xfrm>
        </p:grpSpPr>
        <p:sp>
          <p:nvSpPr>
            <p:cNvPr id="13" name="平行四边形 12"/>
            <p:cNvSpPr/>
            <p:nvPr userDrawn="1">
              <p:custDataLst>
                <p:tags r:id="rId4"/>
              </p:custDataLst>
            </p:nvPr>
          </p:nvSpPr>
          <p:spPr>
            <a:xfrm rot="16200000" flipV="1">
              <a:off x="7739" y="422075"/>
              <a:ext cx="547687" cy="151209"/>
            </a:xfrm>
            <a:prstGeom prst="parallelogram">
              <a:avLst>
                <a:gd name="adj" fmla="val 611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平行四边形 13"/>
            <p:cNvSpPr/>
            <p:nvPr userDrawn="1">
              <p:custDataLst>
                <p:tags r:id="rId5"/>
              </p:custDataLst>
            </p:nvPr>
          </p:nvSpPr>
          <p:spPr>
            <a:xfrm rot="16200000" flipV="1">
              <a:off x="238720" y="250624"/>
              <a:ext cx="464342" cy="129778"/>
            </a:xfrm>
            <a:prstGeom prst="parallelogram">
              <a:avLst>
                <a:gd name="adj" fmla="val 61117"/>
              </a:avLst>
            </a:pr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任意多边形: 形状 14"/>
            <p:cNvSpPr/>
            <p:nvPr userDrawn="1">
              <p:custDataLst>
                <p:tags r:id="rId6"/>
              </p:custDataLst>
            </p:nvPr>
          </p:nvSpPr>
          <p:spPr>
            <a:xfrm flipH="1">
              <a:off x="11669220" y="185737"/>
              <a:ext cx="220836" cy="379696"/>
            </a:xfrm>
            <a:custGeom>
              <a:avLst/>
              <a:gdLst>
                <a:gd name="connsiteX0" fmla="*/ 0 w 2279650"/>
                <a:gd name="connsiteY0" fmla="*/ 0 h 3919537"/>
                <a:gd name="connsiteX1" fmla="*/ 3038 w 2279650"/>
                <a:gd name="connsiteY1" fmla="*/ 0 h 3919537"/>
                <a:gd name="connsiteX2" fmla="*/ 2279650 w 2279650"/>
                <a:gd name="connsiteY2" fmla="*/ 1864626 h 3919537"/>
                <a:gd name="connsiteX3" fmla="*/ 2279650 w 2279650"/>
                <a:gd name="connsiteY3" fmla="*/ 3919537 h 3919537"/>
                <a:gd name="connsiteX4" fmla="*/ 0 w 2279650"/>
                <a:gd name="connsiteY4" fmla="*/ 3919537 h 3919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9650" h="3919537">
                  <a:moveTo>
                    <a:pt x="0" y="0"/>
                  </a:moveTo>
                  <a:lnTo>
                    <a:pt x="3038" y="0"/>
                  </a:lnTo>
                  <a:lnTo>
                    <a:pt x="2279650" y="1864626"/>
                  </a:lnTo>
                  <a:lnTo>
                    <a:pt x="2279650" y="3919537"/>
                  </a:lnTo>
                  <a:lnTo>
                    <a:pt x="0" y="3919537"/>
                  </a:lnTo>
                  <a:close/>
                </a:path>
              </a:pathLst>
            </a:custGeom>
            <a:solidFill>
              <a:schemeClr val="tx2">
                <a:lumMod val="90000"/>
                <a:lumOff val="10000"/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: 形状 15"/>
            <p:cNvSpPr/>
            <p:nvPr userDrawn="1">
              <p:custDataLst>
                <p:tags r:id="rId7"/>
              </p:custDataLst>
            </p:nvPr>
          </p:nvSpPr>
          <p:spPr>
            <a:xfrm flipH="1">
              <a:off x="11773995" y="147637"/>
              <a:ext cx="220836" cy="379696"/>
            </a:xfrm>
            <a:custGeom>
              <a:avLst/>
              <a:gdLst>
                <a:gd name="connsiteX0" fmla="*/ 0 w 2279650"/>
                <a:gd name="connsiteY0" fmla="*/ 0 h 3919537"/>
                <a:gd name="connsiteX1" fmla="*/ 3038 w 2279650"/>
                <a:gd name="connsiteY1" fmla="*/ 0 h 3919537"/>
                <a:gd name="connsiteX2" fmla="*/ 2279650 w 2279650"/>
                <a:gd name="connsiteY2" fmla="*/ 1864626 h 3919537"/>
                <a:gd name="connsiteX3" fmla="*/ 2279650 w 2279650"/>
                <a:gd name="connsiteY3" fmla="*/ 3919537 h 3919537"/>
                <a:gd name="connsiteX4" fmla="*/ 0 w 2279650"/>
                <a:gd name="connsiteY4" fmla="*/ 3919537 h 3919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9650" h="3919537">
                  <a:moveTo>
                    <a:pt x="0" y="0"/>
                  </a:moveTo>
                  <a:lnTo>
                    <a:pt x="3038" y="0"/>
                  </a:lnTo>
                  <a:lnTo>
                    <a:pt x="2279650" y="1864626"/>
                  </a:lnTo>
                  <a:lnTo>
                    <a:pt x="2279650" y="3919537"/>
                  </a:lnTo>
                  <a:lnTo>
                    <a:pt x="0" y="3919537"/>
                  </a:lnTo>
                  <a:close/>
                </a:path>
              </a:pathLst>
            </a:custGeom>
            <a:solidFill>
              <a:schemeClr val="tx2">
                <a:lumMod val="90000"/>
                <a:lumOff val="1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12000" y="781200"/>
            <a:ext cx="10976400" cy="626400"/>
          </a:xfrm>
        </p:spPr>
        <p:txBody>
          <a:bodyPr wrap="square" anchor="ctr">
            <a:normAutofit/>
          </a:bodyPr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2"/>
            </p:custDataLst>
          </p:nvPr>
        </p:nvSpPr>
        <p:spPr>
          <a:xfrm>
            <a:off x="612000" y="1659600"/>
            <a:ext cx="10975975" cy="828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3"/>
            </p:custDataLst>
          </p:nvPr>
        </p:nvSpPr>
        <p:spPr>
          <a:xfrm>
            <a:off x="612775" y="2808000"/>
            <a:ext cx="10965600" cy="34308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5028971"/>
            <a:ext cx="12192000" cy="1829029"/>
          </a:xfrm>
          <a:prstGeom prst="rect">
            <a:avLst/>
          </a:prstGeom>
          <a:solidFill>
            <a:schemeClr val="bg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grpSp>
        <p:nvGrpSpPr>
          <p:cNvPr id="12" name="组合 11"/>
          <p:cNvGrpSpPr/>
          <p:nvPr userDrawn="1">
            <p:custDataLst>
              <p:tags r:id="rId3"/>
            </p:custDataLst>
          </p:nvPr>
        </p:nvGrpSpPr>
        <p:grpSpPr>
          <a:xfrm>
            <a:off x="205978" y="83342"/>
            <a:ext cx="11788853" cy="688181"/>
            <a:chOff x="205978" y="83342"/>
            <a:chExt cx="11788853" cy="688181"/>
          </a:xfrm>
        </p:grpSpPr>
        <p:sp>
          <p:nvSpPr>
            <p:cNvPr id="13" name="平行四边形 12"/>
            <p:cNvSpPr/>
            <p:nvPr userDrawn="1">
              <p:custDataLst>
                <p:tags r:id="rId4"/>
              </p:custDataLst>
            </p:nvPr>
          </p:nvSpPr>
          <p:spPr>
            <a:xfrm rot="16200000" flipV="1">
              <a:off x="7739" y="422075"/>
              <a:ext cx="547687" cy="151209"/>
            </a:xfrm>
            <a:prstGeom prst="parallelogram">
              <a:avLst>
                <a:gd name="adj" fmla="val 611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平行四边形 13"/>
            <p:cNvSpPr/>
            <p:nvPr userDrawn="1">
              <p:custDataLst>
                <p:tags r:id="rId5"/>
              </p:custDataLst>
            </p:nvPr>
          </p:nvSpPr>
          <p:spPr>
            <a:xfrm rot="16200000" flipV="1">
              <a:off x="238720" y="250624"/>
              <a:ext cx="464342" cy="129778"/>
            </a:xfrm>
            <a:prstGeom prst="parallelogram">
              <a:avLst>
                <a:gd name="adj" fmla="val 61117"/>
              </a:avLst>
            </a:pr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任意多边形: 形状 14"/>
            <p:cNvSpPr/>
            <p:nvPr userDrawn="1">
              <p:custDataLst>
                <p:tags r:id="rId6"/>
              </p:custDataLst>
            </p:nvPr>
          </p:nvSpPr>
          <p:spPr>
            <a:xfrm flipH="1">
              <a:off x="11669220" y="185737"/>
              <a:ext cx="220836" cy="379696"/>
            </a:xfrm>
            <a:custGeom>
              <a:avLst/>
              <a:gdLst>
                <a:gd name="connsiteX0" fmla="*/ 0 w 2279650"/>
                <a:gd name="connsiteY0" fmla="*/ 0 h 3919537"/>
                <a:gd name="connsiteX1" fmla="*/ 3038 w 2279650"/>
                <a:gd name="connsiteY1" fmla="*/ 0 h 3919537"/>
                <a:gd name="connsiteX2" fmla="*/ 2279650 w 2279650"/>
                <a:gd name="connsiteY2" fmla="*/ 1864626 h 3919537"/>
                <a:gd name="connsiteX3" fmla="*/ 2279650 w 2279650"/>
                <a:gd name="connsiteY3" fmla="*/ 3919537 h 3919537"/>
                <a:gd name="connsiteX4" fmla="*/ 0 w 2279650"/>
                <a:gd name="connsiteY4" fmla="*/ 3919537 h 3919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9650" h="3919537">
                  <a:moveTo>
                    <a:pt x="0" y="0"/>
                  </a:moveTo>
                  <a:lnTo>
                    <a:pt x="3038" y="0"/>
                  </a:lnTo>
                  <a:lnTo>
                    <a:pt x="2279650" y="1864626"/>
                  </a:lnTo>
                  <a:lnTo>
                    <a:pt x="2279650" y="3919537"/>
                  </a:lnTo>
                  <a:lnTo>
                    <a:pt x="0" y="3919537"/>
                  </a:lnTo>
                  <a:close/>
                </a:path>
              </a:pathLst>
            </a:custGeom>
            <a:solidFill>
              <a:schemeClr val="tx2">
                <a:lumMod val="90000"/>
                <a:lumOff val="10000"/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: 形状 15"/>
            <p:cNvSpPr/>
            <p:nvPr userDrawn="1">
              <p:custDataLst>
                <p:tags r:id="rId7"/>
              </p:custDataLst>
            </p:nvPr>
          </p:nvSpPr>
          <p:spPr>
            <a:xfrm flipH="1">
              <a:off x="11773995" y="147637"/>
              <a:ext cx="220836" cy="379696"/>
            </a:xfrm>
            <a:custGeom>
              <a:avLst/>
              <a:gdLst>
                <a:gd name="connsiteX0" fmla="*/ 0 w 2279650"/>
                <a:gd name="connsiteY0" fmla="*/ 0 h 3919537"/>
                <a:gd name="connsiteX1" fmla="*/ 3038 w 2279650"/>
                <a:gd name="connsiteY1" fmla="*/ 0 h 3919537"/>
                <a:gd name="connsiteX2" fmla="*/ 2279650 w 2279650"/>
                <a:gd name="connsiteY2" fmla="*/ 1864626 h 3919537"/>
                <a:gd name="connsiteX3" fmla="*/ 2279650 w 2279650"/>
                <a:gd name="connsiteY3" fmla="*/ 3919537 h 3919537"/>
                <a:gd name="connsiteX4" fmla="*/ 0 w 2279650"/>
                <a:gd name="connsiteY4" fmla="*/ 3919537 h 3919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9650" h="3919537">
                  <a:moveTo>
                    <a:pt x="0" y="0"/>
                  </a:moveTo>
                  <a:lnTo>
                    <a:pt x="3038" y="0"/>
                  </a:lnTo>
                  <a:lnTo>
                    <a:pt x="2279650" y="1864626"/>
                  </a:lnTo>
                  <a:lnTo>
                    <a:pt x="2279650" y="3919537"/>
                  </a:lnTo>
                  <a:lnTo>
                    <a:pt x="0" y="3919537"/>
                  </a:lnTo>
                  <a:close/>
                </a:path>
              </a:pathLst>
            </a:custGeom>
            <a:solidFill>
              <a:schemeClr val="tx2">
                <a:lumMod val="90000"/>
                <a:lumOff val="1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04800" y="669600"/>
            <a:ext cx="10976400" cy="565200"/>
          </a:xfrm>
        </p:spPr>
        <p:txBody>
          <a:bodyPr wrap="square" anchor="ctr" anchorCtr="0">
            <a:normAutofit/>
          </a:bodyPr>
          <a:lstStyle>
            <a:lvl1pPr algn="ctr">
              <a:defRPr sz="32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2"/>
            </p:custDataLst>
          </p:nvPr>
        </p:nvSpPr>
        <p:spPr>
          <a:xfrm>
            <a:off x="604837" y="1681200"/>
            <a:ext cx="10990800" cy="321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3"/>
            </p:custDataLst>
          </p:nvPr>
        </p:nvSpPr>
        <p:spPr>
          <a:xfrm>
            <a:off x="594000" y="5180400"/>
            <a:ext cx="11001600" cy="10116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bg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grpSp>
        <p:nvGrpSpPr>
          <p:cNvPr id="8" name="组合 7"/>
          <p:cNvGrpSpPr/>
          <p:nvPr userDrawn="1">
            <p:custDataLst>
              <p:tags r:id="rId3"/>
            </p:custDataLst>
          </p:nvPr>
        </p:nvGrpSpPr>
        <p:grpSpPr>
          <a:xfrm>
            <a:off x="198306" y="6091238"/>
            <a:ext cx="11816119" cy="688181"/>
            <a:chOff x="198306" y="6091238"/>
            <a:chExt cx="11816119" cy="688181"/>
          </a:xfrm>
        </p:grpSpPr>
        <p:sp>
          <p:nvSpPr>
            <p:cNvPr id="16" name="平行四边形 15"/>
            <p:cNvSpPr/>
            <p:nvPr userDrawn="1">
              <p:custDataLst>
                <p:tags r:id="rId4"/>
              </p:custDataLst>
            </p:nvPr>
          </p:nvSpPr>
          <p:spPr>
            <a:xfrm rot="16200000" flipV="1">
              <a:off x="11486384" y="6429971"/>
              <a:ext cx="547687" cy="151209"/>
            </a:xfrm>
            <a:prstGeom prst="parallelogram">
              <a:avLst>
                <a:gd name="adj" fmla="val 611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平行四边形 16"/>
            <p:cNvSpPr/>
            <p:nvPr userDrawn="1">
              <p:custDataLst>
                <p:tags r:id="rId5"/>
              </p:custDataLst>
            </p:nvPr>
          </p:nvSpPr>
          <p:spPr>
            <a:xfrm rot="16200000" flipV="1">
              <a:off x="11717365" y="6258520"/>
              <a:ext cx="464342" cy="129778"/>
            </a:xfrm>
            <a:prstGeom prst="parallelogram">
              <a:avLst>
                <a:gd name="adj" fmla="val 61117"/>
              </a:avLst>
            </a:pr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任意多边形: 形状 17"/>
            <p:cNvSpPr/>
            <p:nvPr userDrawn="1">
              <p:custDataLst>
                <p:tags r:id="rId6"/>
              </p:custDataLst>
            </p:nvPr>
          </p:nvSpPr>
          <p:spPr>
            <a:xfrm flipH="1">
              <a:off x="198306" y="6341268"/>
              <a:ext cx="220836" cy="379696"/>
            </a:xfrm>
            <a:custGeom>
              <a:avLst/>
              <a:gdLst>
                <a:gd name="connsiteX0" fmla="*/ 0 w 2279650"/>
                <a:gd name="connsiteY0" fmla="*/ 0 h 3919537"/>
                <a:gd name="connsiteX1" fmla="*/ 3038 w 2279650"/>
                <a:gd name="connsiteY1" fmla="*/ 0 h 3919537"/>
                <a:gd name="connsiteX2" fmla="*/ 2279650 w 2279650"/>
                <a:gd name="connsiteY2" fmla="*/ 1864626 h 3919537"/>
                <a:gd name="connsiteX3" fmla="*/ 2279650 w 2279650"/>
                <a:gd name="connsiteY3" fmla="*/ 3919537 h 3919537"/>
                <a:gd name="connsiteX4" fmla="*/ 0 w 2279650"/>
                <a:gd name="connsiteY4" fmla="*/ 3919537 h 3919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9650" h="3919537">
                  <a:moveTo>
                    <a:pt x="0" y="0"/>
                  </a:moveTo>
                  <a:lnTo>
                    <a:pt x="3038" y="0"/>
                  </a:lnTo>
                  <a:lnTo>
                    <a:pt x="2279650" y="1864626"/>
                  </a:lnTo>
                  <a:lnTo>
                    <a:pt x="2279650" y="3919537"/>
                  </a:lnTo>
                  <a:lnTo>
                    <a:pt x="0" y="3919537"/>
                  </a:lnTo>
                  <a:close/>
                </a:path>
              </a:pathLst>
            </a:custGeom>
            <a:solidFill>
              <a:schemeClr val="tx2">
                <a:lumMod val="90000"/>
                <a:lumOff val="10000"/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9" name="任意多边形: 形状 18"/>
            <p:cNvSpPr/>
            <p:nvPr userDrawn="1">
              <p:custDataLst>
                <p:tags r:id="rId7"/>
              </p:custDataLst>
            </p:nvPr>
          </p:nvSpPr>
          <p:spPr>
            <a:xfrm flipH="1">
              <a:off x="303081" y="6303168"/>
              <a:ext cx="220836" cy="379696"/>
            </a:xfrm>
            <a:custGeom>
              <a:avLst/>
              <a:gdLst>
                <a:gd name="connsiteX0" fmla="*/ 0 w 2279650"/>
                <a:gd name="connsiteY0" fmla="*/ 0 h 3919537"/>
                <a:gd name="connsiteX1" fmla="*/ 3038 w 2279650"/>
                <a:gd name="connsiteY1" fmla="*/ 0 h 3919537"/>
                <a:gd name="connsiteX2" fmla="*/ 2279650 w 2279650"/>
                <a:gd name="connsiteY2" fmla="*/ 1864626 h 3919537"/>
                <a:gd name="connsiteX3" fmla="*/ 2279650 w 2279650"/>
                <a:gd name="connsiteY3" fmla="*/ 3919537 h 3919537"/>
                <a:gd name="connsiteX4" fmla="*/ 0 w 2279650"/>
                <a:gd name="connsiteY4" fmla="*/ 3919537 h 3919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9650" h="3919537">
                  <a:moveTo>
                    <a:pt x="0" y="0"/>
                  </a:moveTo>
                  <a:lnTo>
                    <a:pt x="3038" y="0"/>
                  </a:lnTo>
                  <a:lnTo>
                    <a:pt x="2279650" y="1864626"/>
                  </a:lnTo>
                  <a:lnTo>
                    <a:pt x="2279650" y="3919537"/>
                  </a:lnTo>
                  <a:lnTo>
                    <a:pt x="0" y="3919537"/>
                  </a:lnTo>
                  <a:close/>
                </a:path>
              </a:pathLst>
            </a:custGeom>
            <a:solidFill>
              <a:schemeClr val="tx2">
                <a:lumMod val="90000"/>
                <a:lumOff val="1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79600" y="237600"/>
            <a:ext cx="11037600" cy="441964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2"/>
            </p:custDataLst>
          </p:nvPr>
        </p:nvSpPr>
        <p:spPr>
          <a:xfrm>
            <a:off x="579600" y="1663200"/>
            <a:ext cx="53424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3"/>
            </p:custDataLst>
          </p:nvPr>
        </p:nvSpPr>
        <p:spPr>
          <a:xfrm>
            <a:off x="6242400" y="1663200"/>
            <a:ext cx="53676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4"/>
            </p:custDataLst>
          </p:nvPr>
        </p:nvSpPr>
        <p:spPr>
          <a:xfrm>
            <a:off x="572400" y="4816800"/>
            <a:ext cx="53424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5"/>
            </p:custDataLst>
          </p:nvPr>
        </p:nvSpPr>
        <p:spPr>
          <a:xfrm>
            <a:off x="6253200" y="4813200"/>
            <a:ext cx="53676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3691"/>
            <a:ext cx="12192000" cy="4950618"/>
          </a:xfrm>
          <a:prstGeom prst="rect">
            <a:avLst/>
          </a:prstGeom>
          <a:solidFill>
            <a:schemeClr val="bg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grpSp>
        <p:nvGrpSpPr>
          <p:cNvPr id="17" name="组合 16"/>
          <p:cNvGrpSpPr/>
          <p:nvPr userDrawn="1">
            <p:custDataLst>
              <p:tags r:id="rId3"/>
            </p:custDataLst>
          </p:nvPr>
        </p:nvGrpSpPr>
        <p:grpSpPr>
          <a:xfrm>
            <a:off x="441194" y="5133976"/>
            <a:ext cx="11341815" cy="1550195"/>
            <a:chOff x="441194" y="5133976"/>
            <a:chExt cx="11341815" cy="1550195"/>
          </a:xfrm>
        </p:grpSpPr>
        <p:sp>
          <p:nvSpPr>
            <p:cNvPr id="12" name="平行四边形 11"/>
            <p:cNvSpPr/>
            <p:nvPr userDrawn="1">
              <p:custDataLst>
                <p:tags r:id="rId4"/>
              </p:custDataLst>
            </p:nvPr>
          </p:nvSpPr>
          <p:spPr>
            <a:xfrm rot="16200000" flipV="1">
              <a:off x="10593545" y="5897005"/>
              <a:ext cx="1233718" cy="340613"/>
            </a:xfrm>
            <a:prstGeom prst="parallelogram">
              <a:avLst>
                <a:gd name="adj" fmla="val 611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/>
            <p:cNvSpPr/>
            <p:nvPr userDrawn="1">
              <p:custDataLst>
                <p:tags r:id="rId5"/>
              </p:custDataLst>
            </p:nvPr>
          </p:nvSpPr>
          <p:spPr>
            <a:xfrm rot="16200000" flipV="1">
              <a:off x="11113852" y="5510795"/>
              <a:ext cx="1045975" cy="292338"/>
            </a:xfrm>
            <a:prstGeom prst="parallelogram">
              <a:avLst>
                <a:gd name="adj" fmla="val 61117"/>
              </a:avLst>
            </a:pr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任意多边形: 形状 13"/>
            <p:cNvSpPr/>
            <p:nvPr userDrawn="1">
              <p:custDataLst>
                <p:tags r:id="rId6"/>
              </p:custDataLst>
            </p:nvPr>
          </p:nvSpPr>
          <p:spPr>
            <a:xfrm flipH="1">
              <a:off x="441194" y="5685513"/>
              <a:ext cx="496974" cy="854476"/>
            </a:xfrm>
            <a:custGeom>
              <a:avLst/>
              <a:gdLst>
                <a:gd name="connsiteX0" fmla="*/ 0 w 2279650"/>
                <a:gd name="connsiteY0" fmla="*/ 0 h 3919537"/>
                <a:gd name="connsiteX1" fmla="*/ 3038 w 2279650"/>
                <a:gd name="connsiteY1" fmla="*/ 0 h 3919537"/>
                <a:gd name="connsiteX2" fmla="*/ 2279650 w 2279650"/>
                <a:gd name="connsiteY2" fmla="*/ 1864626 h 3919537"/>
                <a:gd name="connsiteX3" fmla="*/ 2279650 w 2279650"/>
                <a:gd name="connsiteY3" fmla="*/ 3919537 h 3919537"/>
                <a:gd name="connsiteX4" fmla="*/ 0 w 2279650"/>
                <a:gd name="connsiteY4" fmla="*/ 3919537 h 3919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9650" h="3919537">
                  <a:moveTo>
                    <a:pt x="0" y="0"/>
                  </a:moveTo>
                  <a:lnTo>
                    <a:pt x="3038" y="0"/>
                  </a:lnTo>
                  <a:lnTo>
                    <a:pt x="2279650" y="1864626"/>
                  </a:lnTo>
                  <a:lnTo>
                    <a:pt x="2279650" y="3919537"/>
                  </a:lnTo>
                  <a:lnTo>
                    <a:pt x="0" y="3919537"/>
                  </a:lnTo>
                  <a:close/>
                </a:path>
              </a:pathLst>
            </a:custGeom>
            <a:solidFill>
              <a:schemeClr val="tx2">
                <a:lumMod val="90000"/>
                <a:lumOff val="10000"/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5" name="任意多边形: 形状 14"/>
            <p:cNvSpPr/>
            <p:nvPr userDrawn="1">
              <p:custDataLst>
                <p:tags r:id="rId7"/>
              </p:custDataLst>
            </p:nvPr>
          </p:nvSpPr>
          <p:spPr>
            <a:xfrm flipH="1">
              <a:off x="676982" y="5599772"/>
              <a:ext cx="496974" cy="854476"/>
            </a:xfrm>
            <a:custGeom>
              <a:avLst/>
              <a:gdLst>
                <a:gd name="connsiteX0" fmla="*/ 0 w 2279650"/>
                <a:gd name="connsiteY0" fmla="*/ 0 h 3919537"/>
                <a:gd name="connsiteX1" fmla="*/ 3038 w 2279650"/>
                <a:gd name="connsiteY1" fmla="*/ 0 h 3919537"/>
                <a:gd name="connsiteX2" fmla="*/ 2279650 w 2279650"/>
                <a:gd name="connsiteY2" fmla="*/ 1864626 h 3919537"/>
                <a:gd name="connsiteX3" fmla="*/ 2279650 w 2279650"/>
                <a:gd name="connsiteY3" fmla="*/ 3919537 h 3919537"/>
                <a:gd name="connsiteX4" fmla="*/ 0 w 2279650"/>
                <a:gd name="connsiteY4" fmla="*/ 3919537 h 3919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9650" h="3919537">
                  <a:moveTo>
                    <a:pt x="0" y="0"/>
                  </a:moveTo>
                  <a:lnTo>
                    <a:pt x="3038" y="0"/>
                  </a:lnTo>
                  <a:lnTo>
                    <a:pt x="2279650" y="1864626"/>
                  </a:lnTo>
                  <a:lnTo>
                    <a:pt x="2279650" y="3919537"/>
                  </a:lnTo>
                  <a:lnTo>
                    <a:pt x="0" y="3919537"/>
                  </a:lnTo>
                  <a:close/>
                </a:path>
              </a:pathLst>
            </a:custGeom>
            <a:solidFill>
              <a:schemeClr val="tx2">
                <a:lumMod val="90000"/>
                <a:lumOff val="1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"/>
            </p:custDataLst>
          </p:nvPr>
        </p:nvSpPr>
        <p:spPr>
          <a:xfrm>
            <a:off x="1522800" y="1339200"/>
            <a:ext cx="9144000" cy="2386800"/>
          </a:xfrm>
        </p:spPr>
        <p:txBody>
          <a:bodyPr wrap="square" anchor="b">
            <a:normAutofit/>
          </a:bodyPr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2"/>
            </p:custDataLst>
          </p:nvPr>
        </p:nvSpPr>
        <p:spPr>
          <a:xfrm>
            <a:off x="1522413" y="3862800"/>
            <a:ext cx="9144000" cy="1656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5" Type="http://schemas.openxmlformats.org/officeDocument/2006/relationships/theme" Target="../theme/theme2.xml"/><Relationship Id="rId24" Type="http://schemas.openxmlformats.org/officeDocument/2006/relationships/tags" Target="../tags/tag258.xml"/><Relationship Id="rId23" Type="http://schemas.openxmlformats.org/officeDocument/2006/relationships/tags" Target="../tags/tag257.xml"/><Relationship Id="rId22" Type="http://schemas.openxmlformats.org/officeDocument/2006/relationships/tags" Target="../tags/tag256.xml"/><Relationship Id="rId21" Type="http://schemas.openxmlformats.org/officeDocument/2006/relationships/tags" Target="../tags/tag255.xml"/><Relationship Id="rId20" Type="http://schemas.openxmlformats.org/officeDocument/2006/relationships/tags" Target="../tags/tag254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253.xml"/><Relationship Id="rId18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8.xml"/><Relationship Id="rId8" Type="http://schemas.openxmlformats.org/officeDocument/2006/relationships/slideLayout" Target="../slideLayouts/slideLayout37.xml"/><Relationship Id="rId7" Type="http://schemas.openxmlformats.org/officeDocument/2006/relationships/slideLayout" Target="../slideLayouts/slideLayout36.xml"/><Relationship Id="rId6" Type="http://schemas.openxmlformats.org/officeDocument/2006/relationships/slideLayout" Target="../slideLayouts/slideLayout35.xml"/><Relationship Id="rId5" Type="http://schemas.openxmlformats.org/officeDocument/2006/relationships/slideLayout" Target="../slideLayouts/slideLayout34.xml"/><Relationship Id="rId4" Type="http://schemas.openxmlformats.org/officeDocument/2006/relationships/slideLayout" Target="../slideLayouts/slideLayout33.xml"/><Relationship Id="rId3" Type="http://schemas.openxmlformats.org/officeDocument/2006/relationships/slideLayout" Target="../slideLayouts/slideLayout32.xml"/><Relationship Id="rId25" Type="http://schemas.openxmlformats.org/officeDocument/2006/relationships/theme" Target="../theme/theme3.xml"/><Relationship Id="rId24" Type="http://schemas.openxmlformats.org/officeDocument/2006/relationships/tags" Target="../tags/tag454.xml"/><Relationship Id="rId23" Type="http://schemas.openxmlformats.org/officeDocument/2006/relationships/tags" Target="../tags/tag453.xml"/><Relationship Id="rId22" Type="http://schemas.openxmlformats.org/officeDocument/2006/relationships/tags" Target="../tags/tag452.xml"/><Relationship Id="rId21" Type="http://schemas.openxmlformats.org/officeDocument/2006/relationships/tags" Target="../tags/tag451.xml"/><Relationship Id="rId20" Type="http://schemas.openxmlformats.org/officeDocument/2006/relationships/tags" Target="../tags/tag450.xml"/><Relationship Id="rId2" Type="http://schemas.openxmlformats.org/officeDocument/2006/relationships/slideLayout" Target="../slideLayouts/slideLayout31.xml"/><Relationship Id="rId19" Type="http://schemas.openxmlformats.org/officeDocument/2006/relationships/tags" Target="../tags/tag449.xml"/><Relationship Id="rId18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46.xml"/><Relationship Id="rId16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44.xml"/><Relationship Id="rId14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61398"/>
            <a:ext cx="10852237" cy="5388907"/>
          </a:xfrm>
          <a:prstGeom prst="rect">
            <a:avLst/>
          </a:prstGeom>
        </p:spPr>
        <p:txBody>
          <a:bodyPr vert="horz" wrap="square" lIns="90170" tIns="46990" rIns="90170" bIns="469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chemeClr val="bg1"/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bg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bg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bg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bg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bg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61398"/>
            <a:ext cx="10852237" cy="5388907"/>
          </a:xfrm>
          <a:prstGeom prst="rect">
            <a:avLst/>
          </a:prstGeom>
        </p:spPr>
        <p:txBody>
          <a:bodyPr vert="horz" wrap="square" lIns="90170" tIns="46990" rIns="90170" bIns="469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  <p:sldLayoutId id="2147483694" r:id="rId15"/>
    <p:sldLayoutId id="2147483695" r:id="rId16"/>
    <p:sldLayoutId id="2147483696" r:id="rId17"/>
    <p:sldLayoutId id="2147483697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chemeClr val="bg1"/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bg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bg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bg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bg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bg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30.xml"/><Relationship Id="rId5" Type="http://schemas.openxmlformats.org/officeDocument/2006/relationships/tags" Target="../tags/tag459.xml"/><Relationship Id="rId4" Type="http://schemas.openxmlformats.org/officeDocument/2006/relationships/tags" Target="../tags/tag458.xml"/><Relationship Id="rId3" Type="http://schemas.openxmlformats.org/officeDocument/2006/relationships/tags" Target="../tags/tag457.xml"/><Relationship Id="rId2" Type="http://schemas.openxmlformats.org/officeDocument/2006/relationships/tags" Target="../tags/tag456.xml"/><Relationship Id="rId1" Type="http://schemas.openxmlformats.org/officeDocument/2006/relationships/tags" Target="../tags/tag455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468.xml"/><Relationship Id="rId8" Type="http://schemas.openxmlformats.org/officeDocument/2006/relationships/tags" Target="../tags/tag467.xml"/><Relationship Id="rId7" Type="http://schemas.openxmlformats.org/officeDocument/2006/relationships/tags" Target="../tags/tag466.xml"/><Relationship Id="rId6" Type="http://schemas.openxmlformats.org/officeDocument/2006/relationships/tags" Target="../tags/tag465.xml"/><Relationship Id="rId5" Type="http://schemas.openxmlformats.org/officeDocument/2006/relationships/tags" Target="../tags/tag464.xml"/><Relationship Id="rId4" Type="http://schemas.openxmlformats.org/officeDocument/2006/relationships/tags" Target="../tags/tag463.xml"/><Relationship Id="rId3" Type="http://schemas.openxmlformats.org/officeDocument/2006/relationships/tags" Target="../tags/tag462.xml"/><Relationship Id="rId2" Type="http://schemas.openxmlformats.org/officeDocument/2006/relationships/tags" Target="../tags/tag461.xml"/><Relationship Id="rId11" Type="http://schemas.openxmlformats.org/officeDocument/2006/relationships/slideLayout" Target="../slideLayouts/slideLayout22.xml"/><Relationship Id="rId10" Type="http://schemas.openxmlformats.org/officeDocument/2006/relationships/tags" Target="../tags/tag469.xml"/><Relationship Id="rId1" Type="http://schemas.openxmlformats.org/officeDocument/2006/relationships/tags" Target="../tags/tag460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tags" Target="../tags/tag476.xml"/><Relationship Id="rId7" Type="http://schemas.openxmlformats.org/officeDocument/2006/relationships/tags" Target="../tags/tag475.xml"/><Relationship Id="rId6" Type="http://schemas.openxmlformats.org/officeDocument/2006/relationships/image" Target="../media/image2.png"/><Relationship Id="rId5" Type="http://schemas.openxmlformats.org/officeDocument/2006/relationships/tags" Target="../tags/tag474.xml"/><Relationship Id="rId4" Type="http://schemas.openxmlformats.org/officeDocument/2006/relationships/tags" Target="../tags/tag473.xml"/><Relationship Id="rId3" Type="http://schemas.openxmlformats.org/officeDocument/2006/relationships/tags" Target="../tags/tag472.xml"/><Relationship Id="rId2" Type="http://schemas.openxmlformats.org/officeDocument/2006/relationships/tags" Target="../tags/tag471.xml"/><Relationship Id="rId15" Type="http://schemas.openxmlformats.org/officeDocument/2006/relationships/slideLayout" Target="../slideLayouts/slideLayout36.xml"/><Relationship Id="rId14" Type="http://schemas.openxmlformats.org/officeDocument/2006/relationships/tags" Target="../tags/tag477.xml"/><Relationship Id="rId13" Type="http://schemas.openxmlformats.org/officeDocument/2006/relationships/image" Target="../media/image7.png"/><Relationship Id="rId12" Type="http://schemas.openxmlformats.org/officeDocument/2006/relationships/image" Target="../media/image6.png"/><Relationship Id="rId11" Type="http://schemas.openxmlformats.org/officeDocument/2006/relationships/image" Target="../media/image5.png"/><Relationship Id="rId10" Type="http://schemas.openxmlformats.org/officeDocument/2006/relationships/image" Target="../media/image4.png"/><Relationship Id="rId1" Type="http://schemas.openxmlformats.org/officeDocument/2006/relationships/tags" Target="../tags/tag470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6.xml"/><Relationship Id="rId8" Type="http://schemas.openxmlformats.org/officeDocument/2006/relationships/tags" Target="../tags/tag485.xml"/><Relationship Id="rId7" Type="http://schemas.openxmlformats.org/officeDocument/2006/relationships/tags" Target="../tags/tag484.xml"/><Relationship Id="rId6" Type="http://schemas.openxmlformats.org/officeDocument/2006/relationships/tags" Target="../tags/tag483.xml"/><Relationship Id="rId5" Type="http://schemas.openxmlformats.org/officeDocument/2006/relationships/tags" Target="../tags/tag482.xml"/><Relationship Id="rId4" Type="http://schemas.openxmlformats.org/officeDocument/2006/relationships/tags" Target="../tags/tag481.xml"/><Relationship Id="rId3" Type="http://schemas.openxmlformats.org/officeDocument/2006/relationships/tags" Target="../tags/tag480.xml"/><Relationship Id="rId2" Type="http://schemas.openxmlformats.org/officeDocument/2006/relationships/tags" Target="../tags/tag479.xml"/><Relationship Id="rId1" Type="http://schemas.openxmlformats.org/officeDocument/2006/relationships/tags" Target="../tags/tag478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png"/><Relationship Id="rId8" Type="http://schemas.openxmlformats.org/officeDocument/2006/relationships/tags" Target="../tags/tag493.xml"/><Relationship Id="rId7" Type="http://schemas.openxmlformats.org/officeDocument/2006/relationships/tags" Target="../tags/tag492.xml"/><Relationship Id="rId6" Type="http://schemas.openxmlformats.org/officeDocument/2006/relationships/tags" Target="../tags/tag491.xml"/><Relationship Id="rId5" Type="http://schemas.openxmlformats.org/officeDocument/2006/relationships/tags" Target="../tags/tag490.xml"/><Relationship Id="rId4" Type="http://schemas.openxmlformats.org/officeDocument/2006/relationships/tags" Target="../tags/tag489.xml"/><Relationship Id="rId3" Type="http://schemas.openxmlformats.org/officeDocument/2006/relationships/tags" Target="../tags/tag488.xml"/><Relationship Id="rId2" Type="http://schemas.openxmlformats.org/officeDocument/2006/relationships/tags" Target="../tags/tag487.xml"/><Relationship Id="rId12" Type="http://schemas.openxmlformats.org/officeDocument/2006/relationships/slideLayout" Target="../slideLayouts/slideLayout36.xml"/><Relationship Id="rId11" Type="http://schemas.openxmlformats.org/officeDocument/2006/relationships/themeOverride" Target="../theme/themeOverride1.xml"/><Relationship Id="rId10" Type="http://schemas.openxmlformats.org/officeDocument/2006/relationships/tags" Target="../tags/tag494.xml"/><Relationship Id="rId1" Type="http://schemas.openxmlformats.org/officeDocument/2006/relationships/tags" Target="../tags/tag486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png"/><Relationship Id="rId8" Type="http://schemas.openxmlformats.org/officeDocument/2006/relationships/tags" Target="../tags/tag502.xml"/><Relationship Id="rId7" Type="http://schemas.openxmlformats.org/officeDocument/2006/relationships/tags" Target="../tags/tag501.xml"/><Relationship Id="rId6" Type="http://schemas.openxmlformats.org/officeDocument/2006/relationships/tags" Target="../tags/tag500.xml"/><Relationship Id="rId5" Type="http://schemas.openxmlformats.org/officeDocument/2006/relationships/tags" Target="../tags/tag499.xml"/><Relationship Id="rId4" Type="http://schemas.openxmlformats.org/officeDocument/2006/relationships/tags" Target="../tags/tag498.xml"/><Relationship Id="rId3" Type="http://schemas.openxmlformats.org/officeDocument/2006/relationships/tags" Target="../tags/tag497.xml"/><Relationship Id="rId2" Type="http://schemas.openxmlformats.org/officeDocument/2006/relationships/tags" Target="../tags/tag496.xml"/><Relationship Id="rId11" Type="http://schemas.openxmlformats.org/officeDocument/2006/relationships/slideLayout" Target="../slideLayouts/slideLayout36.xml"/><Relationship Id="rId10" Type="http://schemas.openxmlformats.org/officeDocument/2006/relationships/tags" Target="../tags/tag503.xml"/><Relationship Id="rId1" Type="http://schemas.openxmlformats.org/officeDocument/2006/relationships/tags" Target="../tags/tag495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512.xml"/><Relationship Id="rId8" Type="http://schemas.openxmlformats.org/officeDocument/2006/relationships/tags" Target="../tags/tag511.xml"/><Relationship Id="rId7" Type="http://schemas.openxmlformats.org/officeDocument/2006/relationships/tags" Target="../tags/tag510.xml"/><Relationship Id="rId6" Type="http://schemas.openxmlformats.org/officeDocument/2006/relationships/tags" Target="../tags/tag509.xml"/><Relationship Id="rId5" Type="http://schemas.openxmlformats.org/officeDocument/2006/relationships/tags" Target="../tags/tag508.xml"/><Relationship Id="rId4" Type="http://schemas.openxmlformats.org/officeDocument/2006/relationships/tags" Target="../tags/tag507.xml"/><Relationship Id="rId3" Type="http://schemas.openxmlformats.org/officeDocument/2006/relationships/tags" Target="../tags/tag506.xml"/><Relationship Id="rId2" Type="http://schemas.openxmlformats.org/officeDocument/2006/relationships/tags" Target="../tags/tag505.xml"/><Relationship Id="rId12" Type="http://schemas.openxmlformats.org/officeDocument/2006/relationships/slideLayout" Target="../slideLayouts/slideLayout36.xml"/><Relationship Id="rId11" Type="http://schemas.openxmlformats.org/officeDocument/2006/relationships/tags" Target="../tags/tag513.xml"/><Relationship Id="rId10" Type="http://schemas.openxmlformats.org/officeDocument/2006/relationships/image" Target="../media/image8.png"/><Relationship Id="rId1" Type="http://schemas.openxmlformats.org/officeDocument/2006/relationships/tags" Target="../tags/tag504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521.xml"/><Relationship Id="rId8" Type="http://schemas.openxmlformats.org/officeDocument/2006/relationships/image" Target="../media/image9.png"/><Relationship Id="rId7" Type="http://schemas.openxmlformats.org/officeDocument/2006/relationships/tags" Target="../tags/tag520.xml"/><Relationship Id="rId6" Type="http://schemas.openxmlformats.org/officeDocument/2006/relationships/tags" Target="../tags/tag519.xml"/><Relationship Id="rId5" Type="http://schemas.openxmlformats.org/officeDocument/2006/relationships/tags" Target="../tags/tag518.xml"/><Relationship Id="rId4" Type="http://schemas.openxmlformats.org/officeDocument/2006/relationships/tags" Target="../tags/tag517.xml"/><Relationship Id="rId3" Type="http://schemas.openxmlformats.org/officeDocument/2006/relationships/tags" Target="../tags/tag516.xml"/><Relationship Id="rId2" Type="http://schemas.openxmlformats.org/officeDocument/2006/relationships/tags" Target="../tags/tag515.xml"/><Relationship Id="rId11" Type="http://schemas.openxmlformats.org/officeDocument/2006/relationships/slideLayout" Target="../slideLayouts/slideLayout36.xml"/><Relationship Id="rId10" Type="http://schemas.openxmlformats.org/officeDocument/2006/relationships/themeOverride" Target="../theme/themeOverride2.xml"/><Relationship Id="rId1" Type="http://schemas.openxmlformats.org/officeDocument/2006/relationships/tags" Target="../tags/tag514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529.xml"/><Relationship Id="rId8" Type="http://schemas.openxmlformats.org/officeDocument/2006/relationships/image" Target="../media/image9.png"/><Relationship Id="rId7" Type="http://schemas.openxmlformats.org/officeDocument/2006/relationships/tags" Target="../tags/tag528.xml"/><Relationship Id="rId6" Type="http://schemas.openxmlformats.org/officeDocument/2006/relationships/tags" Target="../tags/tag527.xml"/><Relationship Id="rId5" Type="http://schemas.openxmlformats.org/officeDocument/2006/relationships/tags" Target="../tags/tag526.xml"/><Relationship Id="rId4" Type="http://schemas.openxmlformats.org/officeDocument/2006/relationships/tags" Target="../tags/tag525.xml"/><Relationship Id="rId3" Type="http://schemas.openxmlformats.org/officeDocument/2006/relationships/tags" Target="../tags/tag524.xml"/><Relationship Id="rId2" Type="http://schemas.openxmlformats.org/officeDocument/2006/relationships/tags" Target="../tags/tag523.xml"/><Relationship Id="rId10" Type="http://schemas.openxmlformats.org/officeDocument/2006/relationships/slideLayout" Target="../slideLayouts/slideLayout36.xml"/><Relationship Id="rId1" Type="http://schemas.openxmlformats.org/officeDocument/2006/relationships/tags" Target="../tags/tag522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tags" Target="../tags/tag537.xml"/><Relationship Id="rId7" Type="http://schemas.openxmlformats.org/officeDocument/2006/relationships/tags" Target="../tags/tag536.xml"/><Relationship Id="rId6" Type="http://schemas.openxmlformats.org/officeDocument/2006/relationships/tags" Target="../tags/tag535.xml"/><Relationship Id="rId5" Type="http://schemas.openxmlformats.org/officeDocument/2006/relationships/tags" Target="../tags/tag534.xml"/><Relationship Id="rId4" Type="http://schemas.openxmlformats.org/officeDocument/2006/relationships/tags" Target="../tags/tag533.xml"/><Relationship Id="rId3" Type="http://schemas.openxmlformats.org/officeDocument/2006/relationships/tags" Target="../tags/tag532.xml"/><Relationship Id="rId2" Type="http://schemas.openxmlformats.org/officeDocument/2006/relationships/tags" Target="../tags/tag531.xml"/><Relationship Id="rId11" Type="http://schemas.openxmlformats.org/officeDocument/2006/relationships/slideLayout" Target="../slideLayouts/slideLayout36.xml"/><Relationship Id="rId10" Type="http://schemas.openxmlformats.org/officeDocument/2006/relationships/tags" Target="../tags/tag538.xml"/><Relationship Id="rId1" Type="http://schemas.openxmlformats.org/officeDocument/2006/relationships/tags" Target="../tags/tag530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546.xml"/><Relationship Id="rId8" Type="http://schemas.openxmlformats.org/officeDocument/2006/relationships/image" Target="../media/image10.png"/><Relationship Id="rId7" Type="http://schemas.openxmlformats.org/officeDocument/2006/relationships/tags" Target="../tags/tag545.xml"/><Relationship Id="rId6" Type="http://schemas.openxmlformats.org/officeDocument/2006/relationships/tags" Target="../tags/tag544.xml"/><Relationship Id="rId5" Type="http://schemas.openxmlformats.org/officeDocument/2006/relationships/tags" Target="../tags/tag543.xml"/><Relationship Id="rId4" Type="http://schemas.openxmlformats.org/officeDocument/2006/relationships/tags" Target="../tags/tag542.xml"/><Relationship Id="rId3" Type="http://schemas.openxmlformats.org/officeDocument/2006/relationships/tags" Target="../tags/tag541.xml"/><Relationship Id="rId2" Type="http://schemas.openxmlformats.org/officeDocument/2006/relationships/tags" Target="../tags/tag540.xml"/><Relationship Id="rId10" Type="http://schemas.openxmlformats.org/officeDocument/2006/relationships/slideLayout" Target="../slideLayouts/slideLayout36.xml"/><Relationship Id="rId1" Type="http://schemas.openxmlformats.org/officeDocument/2006/relationships/tags" Target="../tags/tag539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554.xml"/><Relationship Id="rId8" Type="http://schemas.openxmlformats.org/officeDocument/2006/relationships/image" Target="../media/image10.png"/><Relationship Id="rId7" Type="http://schemas.openxmlformats.org/officeDocument/2006/relationships/tags" Target="../tags/tag553.xml"/><Relationship Id="rId6" Type="http://schemas.openxmlformats.org/officeDocument/2006/relationships/tags" Target="../tags/tag552.xml"/><Relationship Id="rId5" Type="http://schemas.openxmlformats.org/officeDocument/2006/relationships/tags" Target="../tags/tag551.xml"/><Relationship Id="rId4" Type="http://schemas.openxmlformats.org/officeDocument/2006/relationships/tags" Target="../tags/tag550.xml"/><Relationship Id="rId3" Type="http://schemas.openxmlformats.org/officeDocument/2006/relationships/tags" Target="../tags/tag549.xml"/><Relationship Id="rId2" Type="http://schemas.openxmlformats.org/officeDocument/2006/relationships/tags" Target="../tags/tag548.xml"/><Relationship Id="rId10" Type="http://schemas.openxmlformats.org/officeDocument/2006/relationships/slideLayout" Target="../slideLayouts/slideLayout36.xml"/><Relationship Id="rId1" Type="http://schemas.openxmlformats.org/officeDocument/2006/relationships/tags" Target="../tags/tag547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562.xml"/><Relationship Id="rId8" Type="http://schemas.openxmlformats.org/officeDocument/2006/relationships/image" Target="../media/image10.png"/><Relationship Id="rId7" Type="http://schemas.openxmlformats.org/officeDocument/2006/relationships/tags" Target="../tags/tag561.xml"/><Relationship Id="rId6" Type="http://schemas.openxmlformats.org/officeDocument/2006/relationships/tags" Target="../tags/tag560.xml"/><Relationship Id="rId5" Type="http://schemas.openxmlformats.org/officeDocument/2006/relationships/tags" Target="../tags/tag559.xml"/><Relationship Id="rId4" Type="http://schemas.openxmlformats.org/officeDocument/2006/relationships/tags" Target="../tags/tag558.xml"/><Relationship Id="rId3" Type="http://schemas.openxmlformats.org/officeDocument/2006/relationships/tags" Target="../tags/tag557.xml"/><Relationship Id="rId2" Type="http://schemas.openxmlformats.org/officeDocument/2006/relationships/tags" Target="../tags/tag556.xml"/><Relationship Id="rId10" Type="http://schemas.openxmlformats.org/officeDocument/2006/relationships/slideLayout" Target="../slideLayouts/slideLayout36.xml"/><Relationship Id="rId1" Type="http://schemas.openxmlformats.org/officeDocument/2006/relationships/tags" Target="../tags/tag555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570.xml"/><Relationship Id="rId8" Type="http://schemas.openxmlformats.org/officeDocument/2006/relationships/image" Target="../media/image11.png"/><Relationship Id="rId7" Type="http://schemas.openxmlformats.org/officeDocument/2006/relationships/tags" Target="../tags/tag569.xml"/><Relationship Id="rId6" Type="http://schemas.openxmlformats.org/officeDocument/2006/relationships/tags" Target="../tags/tag568.xml"/><Relationship Id="rId5" Type="http://schemas.openxmlformats.org/officeDocument/2006/relationships/tags" Target="../tags/tag567.xml"/><Relationship Id="rId4" Type="http://schemas.openxmlformats.org/officeDocument/2006/relationships/tags" Target="../tags/tag566.xml"/><Relationship Id="rId3" Type="http://schemas.openxmlformats.org/officeDocument/2006/relationships/tags" Target="../tags/tag565.xml"/><Relationship Id="rId2" Type="http://schemas.openxmlformats.org/officeDocument/2006/relationships/tags" Target="../tags/tag564.xml"/><Relationship Id="rId10" Type="http://schemas.openxmlformats.org/officeDocument/2006/relationships/slideLayout" Target="../slideLayouts/slideLayout36.xml"/><Relationship Id="rId1" Type="http://schemas.openxmlformats.org/officeDocument/2006/relationships/tags" Target="../tags/tag563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578.xml"/><Relationship Id="rId8" Type="http://schemas.openxmlformats.org/officeDocument/2006/relationships/image" Target="../media/image11.png"/><Relationship Id="rId7" Type="http://schemas.openxmlformats.org/officeDocument/2006/relationships/tags" Target="../tags/tag577.xml"/><Relationship Id="rId6" Type="http://schemas.openxmlformats.org/officeDocument/2006/relationships/tags" Target="../tags/tag576.xml"/><Relationship Id="rId5" Type="http://schemas.openxmlformats.org/officeDocument/2006/relationships/tags" Target="../tags/tag575.xml"/><Relationship Id="rId4" Type="http://schemas.openxmlformats.org/officeDocument/2006/relationships/tags" Target="../tags/tag574.xml"/><Relationship Id="rId3" Type="http://schemas.openxmlformats.org/officeDocument/2006/relationships/tags" Target="../tags/tag573.xml"/><Relationship Id="rId2" Type="http://schemas.openxmlformats.org/officeDocument/2006/relationships/tags" Target="../tags/tag572.xml"/><Relationship Id="rId10" Type="http://schemas.openxmlformats.org/officeDocument/2006/relationships/slideLayout" Target="../slideLayouts/slideLayout36.xml"/><Relationship Id="rId1" Type="http://schemas.openxmlformats.org/officeDocument/2006/relationships/tags" Target="../tags/tag571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tags" Target="../tags/tag586.xml"/><Relationship Id="rId7" Type="http://schemas.openxmlformats.org/officeDocument/2006/relationships/tags" Target="../tags/tag585.xml"/><Relationship Id="rId6" Type="http://schemas.openxmlformats.org/officeDocument/2006/relationships/tags" Target="../tags/tag584.xml"/><Relationship Id="rId5" Type="http://schemas.openxmlformats.org/officeDocument/2006/relationships/tags" Target="../tags/tag583.xml"/><Relationship Id="rId4" Type="http://schemas.openxmlformats.org/officeDocument/2006/relationships/tags" Target="../tags/tag582.xml"/><Relationship Id="rId3" Type="http://schemas.openxmlformats.org/officeDocument/2006/relationships/tags" Target="../tags/tag581.xml"/><Relationship Id="rId2" Type="http://schemas.openxmlformats.org/officeDocument/2006/relationships/tags" Target="../tags/tag580.xml"/><Relationship Id="rId11" Type="http://schemas.openxmlformats.org/officeDocument/2006/relationships/slideLayout" Target="../slideLayouts/slideLayout36.xml"/><Relationship Id="rId10" Type="http://schemas.openxmlformats.org/officeDocument/2006/relationships/tags" Target="../tags/tag587.xml"/><Relationship Id="rId1" Type="http://schemas.openxmlformats.org/officeDocument/2006/relationships/tags" Target="../tags/tag579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595.xml"/><Relationship Id="rId8" Type="http://schemas.openxmlformats.org/officeDocument/2006/relationships/image" Target="../media/image12.png"/><Relationship Id="rId7" Type="http://schemas.openxmlformats.org/officeDocument/2006/relationships/tags" Target="../tags/tag594.xml"/><Relationship Id="rId6" Type="http://schemas.openxmlformats.org/officeDocument/2006/relationships/tags" Target="../tags/tag593.xml"/><Relationship Id="rId5" Type="http://schemas.openxmlformats.org/officeDocument/2006/relationships/tags" Target="../tags/tag592.xml"/><Relationship Id="rId4" Type="http://schemas.openxmlformats.org/officeDocument/2006/relationships/tags" Target="../tags/tag591.xml"/><Relationship Id="rId3" Type="http://schemas.openxmlformats.org/officeDocument/2006/relationships/tags" Target="../tags/tag590.xml"/><Relationship Id="rId2" Type="http://schemas.openxmlformats.org/officeDocument/2006/relationships/tags" Target="../tags/tag589.xml"/><Relationship Id="rId11" Type="http://schemas.openxmlformats.org/officeDocument/2006/relationships/slideLayout" Target="../slideLayouts/slideLayout36.xml"/><Relationship Id="rId10" Type="http://schemas.openxmlformats.org/officeDocument/2006/relationships/themeOverride" Target="../theme/themeOverride3.xml"/><Relationship Id="rId1" Type="http://schemas.openxmlformats.org/officeDocument/2006/relationships/tags" Target="../tags/tag588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603.xml"/><Relationship Id="rId8" Type="http://schemas.openxmlformats.org/officeDocument/2006/relationships/image" Target="../media/image12.png"/><Relationship Id="rId7" Type="http://schemas.openxmlformats.org/officeDocument/2006/relationships/tags" Target="../tags/tag602.xml"/><Relationship Id="rId6" Type="http://schemas.openxmlformats.org/officeDocument/2006/relationships/tags" Target="../tags/tag601.xml"/><Relationship Id="rId5" Type="http://schemas.openxmlformats.org/officeDocument/2006/relationships/tags" Target="../tags/tag600.xml"/><Relationship Id="rId4" Type="http://schemas.openxmlformats.org/officeDocument/2006/relationships/tags" Target="../tags/tag599.xml"/><Relationship Id="rId3" Type="http://schemas.openxmlformats.org/officeDocument/2006/relationships/tags" Target="../tags/tag598.xml"/><Relationship Id="rId2" Type="http://schemas.openxmlformats.org/officeDocument/2006/relationships/tags" Target="../tags/tag597.xml"/><Relationship Id="rId10" Type="http://schemas.openxmlformats.org/officeDocument/2006/relationships/slideLayout" Target="../slideLayouts/slideLayout36.xml"/><Relationship Id="rId1" Type="http://schemas.openxmlformats.org/officeDocument/2006/relationships/tags" Target="../tags/tag596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png"/><Relationship Id="rId8" Type="http://schemas.openxmlformats.org/officeDocument/2006/relationships/tags" Target="../tags/tag611.xml"/><Relationship Id="rId7" Type="http://schemas.openxmlformats.org/officeDocument/2006/relationships/tags" Target="../tags/tag610.xml"/><Relationship Id="rId6" Type="http://schemas.openxmlformats.org/officeDocument/2006/relationships/tags" Target="../tags/tag609.xml"/><Relationship Id="rId5" Type="http://schemas.openxmlformats.org/officeDocument/2006/relationships/tags" Target="../tags/tag608.xml"/><Relationship Id="rId4" Type="http://schemas.openxmlformats.org/officeDocument/2006/relationships/tags" Target="../tags/tag607.xml"/><Relationship Id="rId3" Type="http://schemas.openxmlformats.org/officeDocument/2006/relationships/tags" Target="../tags/tag606.xml"/><Relationship Id="rId2" Type="http://schemas.openxmlformats.org/officeDocument/2006/relationships/tags" Target="../tags/tag605.xml"/><Relationship Id="rId11" Type="http://schemas.openxmlformats.org/officeDocument/2006/relationships/slideLayout" Target="../slideLayouts/slideLayout36.xml"/><Relationship Id="rId10" Type="http://schemas.openxmlformats.org/officeDocument/2006/relationships/tags" Target="../tags/tag612.xml"/><Relationship Id="rId1" Type="http://schemas.openxmlformats.org/officeDocument/2006/relationships/tags" Target="../tags/tag604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620.xml"/><Relationship Id="rId8" Type="http://schemas.openxmlformats.org/officeDocument/2006/relationships/image" Target="../media/image13.png"/><Relationship Id="rId7" Type="http://schemas.openxmlformats.org/officeDocument/2006/relationships/tags" Target="../tags/tag619.xml"/><Relationship Id="rId6" Type="http://schemas.openxmlformats.org/officeDocument/2006/relationships/tags" Target="../tags/tag618.xml"/><Relationship Id="rId5" Type="http://schemas.openxmlformats.org/officeDocument/2006/relationships/tags" Target="../tags/tag617.xml"/><Relationship Id="rId4" Type="http://schemas.openxmlformats.org/officeDocument/2006/relationships/tags" Target="../tags/tag616.xml"/><Relationship Id="rId3" Type="http://schemas.openxmlformats.org/officeDocument/2006/relationships/tags" Target="../tags/tag615.xml"/><Relationship Id="rId2" Type="http://schemas.openxmlformats.org/officeDocument/2006/relationships/tags" Target="../tags/tag614.xml"/><Relationship Id="rId10" Type="http://schemas.openxmlformats.org/officeDocument/2006/relationships/slideLayout" Target="../slideLayouts/slideLayout36.xml"/><Relationship Id="rId1" Type="http://schemas.openxmlformats.org/officeDocument/2006/relationships/tags" Target="../tags/tag613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628.xml"/><Relationship Id="rId8" Type="http://schemas.openxmlformats.org/officeDocument/2006/relationships/image" Target="../media/image13.png"/><Relationship Id="rId7" Type="http://schemas.openxmlformats.org/officeDocument/2006/relationships/tags" Target="../tags/tag627.xml"/><Relationship Id="rId6" Type="http://schemas.openxmlformats.org/officeDocument/2006/relationships/tags" Target="../tags/tag626.xml"/><Relationship Id="rId5" Type="http://schemas.openxmlformats.org/officeDocument/2006/relationships/tags" Target="../tags/tag625.xml"/><Relationship Id="rId4" Type="http://schemas.openxmlformats.org/officeDocument/2006/relationships/tags" Target="../tags/tag624.xml"/><Relationship Id="rId3" Type="http://schemas.openxmlformats.org/officeDocument/2006/relationships/tags" Target="../tags/tag623.xml"/><Relationship Id="rId2" Type="http://schemas.openxmlformats.org/officeDocument/2006/relationships/tags" Target="../tags/tag622.xml"/><Relationship Id="rId10" Type="http://schemas.openxmlformats.org/officeDocument/2006/relationships/slideLayout" Target="../slideLayouts/slideLayout36.xml"/><Relationship Id="rId1" Type="http://schemas.openxmlformats.org/officeDocument/2006/relationships/tags" Target="../tags/tag621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636.xml"/><Relationship Id="rId7" Type="http://schemas.openxmlformats.org/officeDocument/2006/relationships/tags" Target="../tags/tag635.xml"/><Relationship Id="rId6" Type="http://schemas.openxmlformats.org/officeDocument/2006/relationships/tags" Target="../tags/tag634.xml"/><Relationship Id="rId5" Type="http://schemas.openxmlformats.org/officeDocument/2006/relationships/tags" Target="../tags/tag633.xml"/><Relationship Id="rId4" Type="http://schemas.openxmlformats.org/officeDocument/2006/relationships/tags" Target="../tags/tag632.xml"/><Relationship Id="rId3" Type="http://schemas.openxmlformats.org/officeDocument/2006/relationships/tags" Target="../tags/tag631.xml"/><Relationship Id="rId2" Type="http://schemas.openxmlformats.org/officeDocument/2006/relationships/tags" Target="../tags/tag630.xml"/><Relationship Id="rId11" Type="http://schemas.openxmlformats.org/officeDocument/2006/relationships/slideLayout" Target="../slideLayouts/slideLayout36.xml"/><Relationship Id="rId10" Type="http://schemas.openxmlformats.org/officeDocument/2006/relationships/tags" Target="../tags/tag637.xml"/><Relationship Id="rId1" Type="http://schemas.openxmlformats.org/officeDocument/2006/relationships/tags" Target="../tags/tag629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6.xml"/><Relationship Id="rId8" Type="http://schemas.openxmlformats.org/officeDocument/2006/relationships/tags" Target="../tags/tag644.xml"/><Relationship Id="rId7" Type="http://schemas.openxmlformats.org/officeDocument/2006/relationships/image" Target="../media/image14.png"/><Relationship Id="rId6" Type="http://schemas.openxmlformats.org/officeDocument/2006/relationships/tags" Target="../tags/tag643.xml"/><Relationship Id="rId5" Type="http://schemas.openxmlformats.org/officeDocument/2006/relationships/tags" Target="../tags/tag642.xml"/><Relationship Id="rId4" Type="http://schemas.openxmlformats.org/officeDocument/2006/relationships/tags" Target="../tags/tag641.xml"/><Relationship Id="rId3" Type="http://schemas.openxmlformats.org/officeDocument/2006/relationships/tags" Target="../tags/tag640.xml"/><Relationship Id="rId2" Type="http://schemas.openxmlformats.org/officeDocument/2006/relationships/tags" Target="../tags/tag639.xml"/><Relationship Id="rId1" Type="http://schemas.openxmlformats.org/officeDocument/2006/relationships/tags" Target="../tags/tag6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ctrTitle" idx="13"/>
            <p:custDataLst>
              <p:tags r:id="rId1"/>
            </p:custDataLst>
          </p:nvPr>
        </p:nvSpPr>
        <p:spPr>
          <a:xfrm>
            <a:off x="1953260" y="2383790"/>
            <a:ext cx="8286115" cy="933450"/>
          </a:xfrm>
        </p:spPr>
        <p:txBody>
          <a:bodyPr>
            <a:normAutofit/>
          </a:bodyPr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4890">
                <a:solidFill>
                  <a:schemeClr val="bg1"/>
                </a:solidFill>
              </a:rPr>
              <a:t>EPYC仿真领域调优分享</a:t>
            </a:r>
            <a:endParaRPr lang="zh-CN" altLang="en-US" sz="4890">
              <a:solidFill>
                <a:schemeClr val="bg1"/>
              </a:solidFill>
            </a:endParaRPr>
          </a:p>
        </p:txBody>
      </p:sp>
      <p:sp>
        <p:nvSpPr>
          <p:cNvPr id="8" name="副标题 7"/>
          <p:cNvSpPr>
            <a:spLocks noGrp="1"/>
          </p:cNvSpPr>
          <p:nvPr>
            <p:ph type="subTitle" idx="14"/>
            <p:custDataLst>
              <p:tags r:id="rId2"/>
            </p:custDataLst>
          </p:nvPr>
        </p:nvSpPr>
        <p:spPr>
          <a:xfrm>
            <a:off x="3930015" y="3590290"/>
            <a:ext cx="4331335" cy="406400"/>
          </a:xfrm>
        </p:spPr>
        <p:txBody>
          <a:bodyPr>
            <a:normAutofit/>
          </a:bodyPr>
          <a:p>
            <a:pPr marL="0" lvl="0" indent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SzPct val="100000"/>
              <a:buNone/>
            </a:pPr>
            <a:r>
              <a:rPr lang="zh-CN" altLang="en-US" sz="1400" b="1">
                <a:solidFill>
                  <a:schemeClr val="bg1"/>
                </a:solidFill>
              </a:rPr>
              <a:t>www.puersai.com</a:t>
            </a:r>
            <a:endParaRPr lang="zh-CN" altLang="en-US" sz="1400" b="1">
              <a:solidFill>
                <a:schemeClr val="bg1"/>
              </a:solidFill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5"/>
            <p:custDataLst>
              <p:tags r:id="rId3"/>
            </p:custDataLst>
          </p:nvPr>
        </p:nvSpPr>
        <p:spPr>
          <a:xfrm>
            <a:off x="7336790" y="4565015"/>
            <a:ext cx="1934210" cy="513080"/>
          </a:xfrm>
        </p:spPr>
        <p:txBody>
          <a:bodyPr>
            <a:normAutofit fontScale="90000"/>
          </a:bodyPr>
          <a:p>
            <a:pPr marL="0" lvl="0" indent="0" algn="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SzPct val="100000"/>
              <a:buNone/>
            </a:pPr>
            <a:r>
              <a:rPr lang="zh-CN" altLang="en-US" sz="1400">
                <a:solidFill>
                  <a:schemeClr val="bg1"/>
                </a:solidFill>
              </a:rPr>
              <a:t>汇报人：朴赛技术部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10" name="文本占位符 8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2921000" y="4565073"/>
            <a:ext cx="2813194" cy="512763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 fontScale="70000"/>
          </a:bodyPr>
          <a:lstStyle>
            <a:lvl1pPr mar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2000" u="none" strike="noStrike" kern="1200" cap="none" spc="15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SzPct val="100000"/>
              <a:buNone/>
            </a:pPr>
            <a:r>
              <a:rPr>
                <a:solidFill>
                  <a:schemeClr val="bg1"/>
                </a:solidFill>
              </a:rPr>
              <a:t>朴赛计算机（上海）有限公司</a:t>
            </a:r>
            <a:endParaRPr>
              <a:solidFill>
                <a:schemeClr val="bg1"/>
              </a:solidFill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5"/>
          <p:cNvSpPr txBox="1"/>
          <p:nvPr>
            <p:custDataLst>
              <p:tags r:id="rId1"/>
            </p:custDataLst>
          </p:nvPr>
        </p:nvSpPr>
        <p:spPr>
          <a:xfrm>
            <a:off x="3820160" y="2175229"/>
            <a:ext cx="582396" cy="593372"/>
          </a:xfrm>
          <a:prstGeom prst="rect">
            <a:avLst/>
          </a:prstGeom>
          <a:noFill/>
        </p:spPr>
        <p:txBody>
          <a:bodyPr wrap="square" rtlCol="0">
            <a:normAutofit lnSpcReduction="20000"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1.</a:t>
            </a:r>
            <a:endParaRPr lang="en-US" altLang="zh-CN" sz="32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 bwMode="auto">
          <a:xfrm>
            <a:off x="4491658" y="1993796"/>
            <a:ext cx="3208987" cy="7748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ctr" anchorCtr="0">
            <a:noAutofit/>
          </a:bodyPr>
          <a:lstStyle/>
          <a:p>
            <a:pPr marL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2400" b="1" spc="20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</a:rPr>
              <a:t>测试环境及相关介绍</a:t>
            </a:r>
            <a:endParaRPr lang="zh-CN" altLang="en-US" sz="2400" b="1" spc="200">
              <a:solidFill>
                <a:schemeClr val="bg1"/>
              </a:solidFill>
              <a:uFillTx/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5" name="文本框 5"/>
          <p:cNvSpPr txBox="1"/>
          <p:nvPr>
            <p:custDataLst>
              <p:tags r:id="rId3"/>
            </p:custDataLst>
          </p:nvPr>
        </p:nvSpPr>
        <p:spPr>
          <a:xfrm>
            <a:off x="3820160" y="2964885"/>
            <a:ext cx="582396" cy="593372"/>
          </a:xfrm>
          <a:prstGeom prst="rect">
            <a:avLst/>
          </a:prstGeom>
          <a:noFill/>
        </p:spPr>
        <p:txBody>
          <a:bodyPr wrap="square" rtlCol="0">
            <a:normAutofit lnSpcReduction="20000"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2.</a:t>
            </a:r>
            <a:endParaRPr lang="en-US" altLang="zh-CN" sz="32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 bwMode="auto">
          <a:xfrm>
            <a:off x="4491658" y="2783452"/>
            <a:ext cx="3208987" cy="7748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ctr" anchorCtr="0">
            <a:noAutofit/>
          </a:bodyPr>
          <a:lstStyle/>
          <a:p>
            <a:pPr marL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2400" b="1" spc="20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</a:rPr>
              <a:t>测试目标及环境配置</a:t>
            </a:r>
            <a:endParaRPr lang="zh-CN" altLang="en-US" sz="2400" b="1" spc="200">
              <a:solidFill>
                <a:schemeClr val="bg1"/>
              </a:solidFill>
              <a:uFillTx/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3820160" y="3754541"/>
            <a:ext cx="582396" cy="593372"/>
          </a:xfrm>
          <a:prstGeom prst="rect">
            <a:avLst/>
          </a:prstGeom>
          <a:noFill/>
        </p:spPr>
        <p:txBody>
          <a:bodyPr wrap="square" rtlCol="0">
            <a:normAutofit lnSpcReduction="20000"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3.</a:t>
            </a:r>
            <a:endParaRPr lang="en-US" altLang="zh-CN" sz="32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 bwMode="auto">
          <a:xfrm>
            <a:off x="4491658" y="3573108"/>
            <a:ext cx="3208987" cy="7748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ctr" anchorCtr="0">
            <a:noAutofit/>
          </a:bodyPr>
          <a:lstStyle/>
          <a:p>
            <a:pPr marL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2400" b="1" spc="20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</a:rPr>
              <a:t>测试结果及数据比对</a:t>
            </a:r>
            <a:endParaRPr lang="zh-CN" altLang="en-US" sz="2400" b="1" spc="200">
              <a:solidFill>
                <a:schemeClr val="bg1"/>
              </a:solidFill>
              <a:uFillTx/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9" name="文本框 5"/>
          <p:cNvSpPr txBox="1"/>
          <p:nvPr>
            <p:custDataLst>
              <p:tags r:id="rId7"/>
            </p:custDataLst>
          </p:nvPr>
        </p:nvSpPr>
        <p:spPr>
          <a:xfrm>
            <a:off x="3820160" y="4544198"/>
            <a:ext cx="582396" cy="593372"/>
          </a:xfrm>
          <a:prstGeom prst="rect">
            <a:avLst/>
          </a:prstGeom>
          <a:noFill/>
        </p:spPr>
        <p:txBody>
          <a:bodyPr wrap="square" rtlCol="0">
            <a:normAutofit lnSpcReduction="20000"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4.</a:t>
            </a:r>
            <a:endParaRPr lang="en-US" altLang="zh-CN" sz="32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2" name="文本框 11"/>
          <p:cNvSpPr txBox="1"/>
          <p:nvPr>
            <p:custDataLst>
              <p:tags r:id="rId8"/>
            </p:custDataLst>
          </p:nvPr>
        </p:nvSpPr>
        <p:spPr bwMode="auto">
          <a:xfrm>
            <a:off x="4491658" y="4362764"/>
            <a:ext cx="3208987" cy="7748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ctr" anchorCtr="0">
            <a:noAutofit/>
          </a:bodyPr>
          <a:lstStyle/>
          <a:p>
            <a:pPr marL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2400" b="1" spc="20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测试总结及</a:t>
            </a:r>
            <a:r>
              <a:rPr lang="en-US" altLang="zh-CN" sz="2400" b="1" spc="20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选型建议</a:t>
            </a:r>
            <a:endParaRPr lang="en-US" altLang="zh-CN" sz="2400" b="1" spc="200">
              <a:solidFill>
                <a:schemeClr val="bg1"/>
              </a:solidFill>
              <a:uFillTx/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13" name="文本框 12"/>
          <p:cNvSpPr txBox="1"/>
          <p:nvPr>
            <p:custDataLst>
              <p:tags r:id="rId9"/>
            </p:custDataLst>
          </p:nvPr>
        </p:nvSpPr>
        <p:spPr>
          <a:xfrm>
            <a:off x="5228947" y="386398"/>
            <a:ext cx="1733550" cy="706755"/>
          </a:xfrm>
          <a:prstGeom prst="rect">
            <a:avLst/>
          </a:prstGeom>
          <a:noFill/>
        </p:spPr>
        <p:txBody>
          <a:bodyPr wrap="square" lIns="91440" tIns="45720" rIns="91440" bIns="45720" rtlCol="0" anchor="b" anchorCtr="0">
            <a:normAutofit/>
          </a:bodyPr>
          <a:lstStyle>
            <a:defPPr>
              <a:defRPr lang="zh-CN"/>
            </a:defPPr>
            <a:lvl1pPr>
              <a:defRPr sz="4000" b="1" spc="60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algn="ctr"/>
            <a:r>
              <a:rPr lang="zh-CN" altLang="en-US">
                <a:solidFill>
                  <a:schemeClr val="bg1"/>
                </a:solidFill>
                <a:ea typeface="汉仪旗黑-85S" panose="00020600040101010101" pitchFamily="18" charset="-122"/>
                <a:sym typeface="Arial" panose="020B0604020202020204" pitchFamily="34" charset="0"/>
              </a:rPr>
              <a:t>目录</a:t>
            </a:r>
            <a:endParaRPr lang="zh-CN" altLang="en-US">
              <a:solidFill>
                <a:schemeClr val="bg1"/>
              </a:solidFill>
              <a:ea typeface="汉仪旗黑-85S" panose="00020600040101010101" pitchFamily="18" charset="-122"/>
              <a:sym typeface="Arial" panose="020B0604020202020204" pitchFamily="34" charset="0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 userDrawn="1">
            <p:custDataLst>
              <p:tags r:id="rId1"/>
            </p:custDataLst>
          </p:nvPr>
        </p:nvGrpSpPr>
        <p:grpSpPr>
          <a:xfrm>
            <a:off x="205978" y="83342"/>
            <a:ext cx="11788853" cy="688181"/>
            <a:chOff x="205978" y="83342"/>
            <a:chExt cx="11788853" cy="688181"/>
          </a:xfrm>
        </p:grpSpPr>
        <p:sp>
          <p:nvSpPr>
            <p:cNvPr id="22" name="平行四边形 21"/>
            <p:cNvSpPr/>
            <p:nvPr userDrawn="1">
              <p:custDataLst>
                <p:tags r:id="rId2"/>
              </p:custDataLst>
            </p:nvPr>
          </p:nvSpPr>
          <p:spPr>
            <a:xfrm rot="16200000" flipV="1">
              <a:off x="7739" y="422075"/>
              <a:ext cx="547687" cy="151209"/>
            </a:xfrm>
            <a:prstGeom prst="parallelogram">
              <a:avLst>
                <a:gd name="adj" fmla="val 611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3" name="平行四边形 22"/>
            <p:cNvSpPr/>
            <p:nvPr userDrawn="1">
              <p:custDataLst>
                <p:tags r:id="rId3"/>
              </p:custDataLst>
            </p:nvPr>
          </p:nvSpPr>
          <p:spPr>
            <a:xfrm rot="16200000" flipV="1">
              <a:off x="238720" y="250624"/>
              <a:ext cx="464342" cy="129778"/>
            </a:xfrm>
            <a:prstGeom prst="parallelogram">
              <a:avLst>
                <a:gd name="adj" fmla="val 61117"/>
              </a:avLst>
            </a:prstGeom>
            <a:solidFill>
              <a:schemeClr val="dk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" name="任意多边形: 形状 10"/>
            <p:cNvSpPr/>
            <p:nvPr userDrawn="1">
              <p:custDataLst>
                <p:tags r:id="rId4"/>
              </p:custDataLst>
            </p:nvPr>
          </p:nvSpPr>
          <p:spPr>
            <a:xfrm flipH="1">
              <a:off x="11669220" y="185737"/>
              <a:ext cx="220836" cy="379696"/>
            </a:xfrm>
            <a:custGeom>
              <a:avLst/>
              <a:gdLst>
                <a:gd name="connsiteX0" fmla="*/ 0 w 2279650"/>
                <a:gd name="connsiteY0" fmla="*/ 0 h 3919537"/>
                <a:gd name="connsiteX1" fmla="*/ 3038 w 2279650"/>
                <a:gd name="connsiteY1" fmla="*/ 0 h 3919537"/>
                <a:gd name="connsiteX2" fmla="*/ 2279650 w 2279650"/>
                <a:gd name="connsiteY2" fmla="*/ 1864626 h 3919537"/>
                <a:gd name="connsiteX3" fmla="*/ 2279650 w 2279650"/>
                <a:gd name="connsiteY3" fmla="*/ 3919537 h 3919537"/>
                <a:gd name="connsiteX4" fmla="*/ 0 w 2279650"/>
                <a:gd name="connsiteY4" fmla="*/ 3919537 h 3919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9650" h="3919537">
                  <a:moveTo>
                    <a:pt x="0" y="0"/>
                  </a:moveTo>
                  <a:lnTo>
                    <a:pt x="3038" y="0"/>
                  </a:lnTo>
                  <a:lnTo>
                    <a:pt x="2279650" y="1864626"/>
                  </a:lnTo>
                  <a:lnTo>
                    <a:pt x="2279650" y="3919537"/>
                  </a:lnTo>
                  <a:lnTo>
                    <a:pt x="0" y="3919537"/>
                  </a:lnTo>
                  <a:close/>
                </a:path>
              </a:pathLst>
            </a:custGeom>
            <a:solidFill>
              <a:schemeClr val="dk2">
                <a:lumMod val="90000"/>
                <a:lumOff val="10000"/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5" name="任意多边形: 形状 11"/>
            <p:cNvSpPr/>
            <p:nvPr userDrawn="1">
              <p:custDataLst>
                <p:tags r:id="rId5"/>
              </p:custDataLst>
            </p:nvPr>
          </p:nvSpPr>
          <p:spPr>
            <a:xfrm flipH="1">
              <a:off x="11773995" y="147637"/>
              <a:ext cx="220836" cy="379696"/>
            </a:xfrm>
            <a:custGeom>
              <a:avLst/>
              <a:gdLst>
                <a:gd name="connsiteX0" fmla="*/ 0 w 2279650"/>
                <a:gd name="connsiteY0" fmla="*/ 0 h 3919537"/>
                <a:gd name="connsiteX1" fmla="*/ 3038 w 2279650"/>
                <a:gd name="connsiteY1" fmla="*/ 0 h 3919537"/>
                <a:gd name="connsiteX2" fmla="*/ 2279650 w 2279650"/>
                <a:gd name="connsiteY2" fmla="*/ 1864626 h 3919537"/>
                <a:gd name="connsiteX3" fmla="*/ 2279650 w 2279650"/>
                <a:gd name="connsiteY3" fmla="*/ 3919537 h 3919537"/>
                <a:gd name="connsiteX4" fmla="*/ 0 w 2279650"/>
                <a:gd name="connsiteY4" fmla="*/ 3919537 h 3919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9650" h="3919537">
                  <a:moveTo>
                    <a:pt x="0" y="0"/>
                  </a:moveTo>
                  <a:lnTo>
                    <a:pt x="3038" y="0"/>
                  </a:lnTo>
                  <a:lnTo>
                    <a:pt x="2279650" y="1864626"/>
                  </a:lnTo>
                  <a:lnTo>
                    <a:pt x="2279650" y="3919537"/>
                  </a:lnTo>
                  <a:lnTo>
                    <a:pt x="0" y="3919537"/>
                  </a:lnTo>
                  <a:close/>
                </a:path>
              </a:pathLst>
            </a:custGeom>
            <a:solidFill>
              <a:schemeClr val="dk2">
                <a:lumMod val="90000"/>
                <a:lumOff val="1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5" name="图片 4"/>
          <p:cNvPicPr/>
          <p:nvPr/>
        </p:nvPicPr>
        <p:blipFill>
          <a:blip r:embed="rId6"/>
          <a:stretch>
            <a:fillRect/>
          </a:stretch>
        </p:blipFill>
        <p:spPr>
          <a:xfrm>
            <a:off x="1071880" y="1325880"/>
            <a:ext cx="3823970" cy="957580"/>
          </a:xfrm>
          <a:prstGeom prst="rect">
            <a:avLst/>
          </a:prstGeom>
        </p:spPr>
      </p:pic>
      <p:sp>
        <p:nvSpPr>
          <p:cNvPr id="6" name="文本框 5"/>
          <p:cNvSpPr txBox="1"/>
          <p:nvPr>
            <p:custDataLst>
              <p:tags r:id="rId7"/>
            </p:custDataLst>
          </p:nvPr>
        </p:nvSpPr>
        <p:spPr>
          <a:xfrm>
            <a:off x="1233170" y="2479675"/>
            <a:ext cx="3397885" cy="18992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4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Ansys Fluent </a:t>
            </a:r>
            <a:r>
              <a:rPr lang="zh-CN" altLang="en-US" sz="14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 </a:t>
            </a:r>
            <a:r>
              <a:rPr lang="en-US" altLang="zh-CN" sz="14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Ansys </a:t>
            </a:r>
            <a:r>
              <a:rPr lang="zh-CN" altLang="en-US" sz="14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公司开发的通用计算流体力学（</a:t>
            </a:r>
            <a:r>
              <a:rPr lang="en-US" altLang="zh-CN" sz="14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CFD）</a:t>
            </a:r>
            <a:r>
              <a:rPr lang="zh-CN" altLang="en-US" sz="14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商业求解器，用于在计算机上对流体流动、传热及相关物理现象进行数值仿真。通过建立几何模型、划分网格、设定边界条件，</a:t>
            </a:r>
            <a:r>
              <a:rPr lang="en-US" altLang="zh-CN" sz="14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Fluent </a:t>
            </a:r>
            <a:r>
              <a:rPr lang="zh-CN" altLang="en-US" sz="14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可在设计阶段预测产品的流动特性、温度分布及压力损失，从而减少物理试验、缩短研发周期。</a:t>
            </a:r>
            <a:endParaRPr lang="zh-CN" altLang="en-US" sz="14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sz="14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8"/>
            </p:custDataLst>
          </p:nvPr>
        </p:nvSpPr>
        <p:spPr>
          <a:xfrm>
            <a:off x="951865" y="312420"/>
            <a:ext cx="40640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 b="1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一、软件介绍</a:t>
            </a:r>
            <a:endParaRPr lang="zh-CN" altLang="en-US" sz="4000" b="1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9" name="图片 28"/>
          <p:cNvPicPr/>
          <p:nvPr/>
        </p:nvPicPr>
        <p:blipFill>
          <a:blip r:embed="rId9"/>
          <a:srcRect l="9707" r="9790"/>
          <a:stretch>
            <a:fillRect/>
          </a:stretch>
        </p:blipFill>
        <p:spPr>
          <a:xfrm>
            <a:off x="6049010" y="1588770"/>
            <a:ext cx="5524500" cy="4046220"/>
          </a:xfrm>
          <a:prstGeom prst="rect">
            <a:avLst/>
          </a:prstGeom>
        </p:spPr>
      </p:pic>
      <p:pic>
        <p:nvPicPr>
          <p:cNvPr id="32" name="图片 31" descr="汽车 (1)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0575" y="4863330"/>
            <a:ext cx="468000" cy="468000"/>
          </a:xfrm>
          <a:prstGeom prst="rect">
            <a:avLst/>
          </a:prstGeom>
        </p:spPr>
      </p:pic>
      <p:sp>
        <p:nvSpPr>
          <p:cNvPr id="33" name="文本框 32"/>
          <p:cNvSpPr txBox="1"/>
          <p:nvPr/>
        </p:nvSpPr>
        <p:spPr>
          <a:xfrm>
            <a:off x="792480" y="5426710"/>
            <a:ext cx="56705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汽车</a:t>
            </a:r>
            <a:endParaRPr lang="zh-CN" altLang="en-US" sz="1400">
              <a:solidFill>
                <a:schemeClr val="bg1"/>
              </a:solidFill>
            </a:endParaRPr>
          </a:p>
        </p:txBody>
      </p:sp>
      <p:pic>
        <p:nvPicPr>
          <p:cNvPr id="34" name="图片 33" descr="卫星,航天,天文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23490" y="4863330"/>
            <a:ext cx="467955" cy="468000"/>
          </a:xfrm>
          <a:prstGeom prst="rect">
            <a:avLst/>
          </a:prstGeom>
        </p:spPr>
      </p:pic>
      <p:sp>
        <p:nvSpPr>
          <p:cNvPr id="35" name="文本框 34"/>
          <p:cNvSpPr txBox="1"/>
          <p:nvPr/>
        </p:nvSpPr>
        <p:spPr>
          <a:xfrm>
            <a:off x="2034540" y="5429250"/>
            <a:ext cx="5651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航天</a:t>
            </a:r>
            <a:endParaRPr lang="zh-CN" altLang="en-US" sz="1400">
              <a:solidFill>
                <a:schemeClr val="bg1"/>
              </a:solidFill>
            </a:endParaRPr>
          </a:p>
        </p:txBody>
      </p:sp>
      <p:pic>
        <p:nvPicPr>
          <p:cNvPr id="36" name="图片 35" descr="化学化工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16350" y="4863330"/>
            <a:ext cx="467955" cy="468000"/>
          </a:xfrm>
          <a:prstGeom prst="rect">
            <a:avLst/>
          </a:prstGeom>
        </p:spPr>
      </p:pic>
      <p:sp>
        <p:nvSpPr>
          <p:cNvPr id="37" name="文本框 36"/>
          <p:cNvSpPr txBox="1"/>
          <p:nvPr/>
        </p:nvSpPr>
        <p:spPr>
          <a:xfrm>
            <a:off x="3366135" y="5430520"/>
            <a:ext cx="54356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化工</a:t>
            </a:r>
            <a:endParaRPr lang="zh-CN" altLang="en-US" sz="1400">
              <a:solidFill>
                <a:schemeClr val="bg1"/>
              </a:solidFill>
            </a:endParaRPr>
          </a:p>
        </p:txBody>
      </p:sp>
      <p:pic>
        <p:nvPicPr>
          <p:cNvPr id="38" name="图片 37" descr="芯片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09210" y="4863330"/>
            <a:ext cx="467955" cy="468000"/>
          </a:xfrm>
          <a:prstGeom prst="rect">
            <a:avLst/>
          </a:prstGeom>
        </p:spPr>
      </p:pic>
      <p:sp>
        <p:nvSpPr>
          <p:cNvPr id="39" name="文本框 38"/>
          <p:cNvSpPr txBox="1"/>
          <p:nvPr/>
        </p:nvSpPr>
        <p:spPr>
          <a:xfrm>
            <a:off x="4683760" y="5426710"/>
            <a:ext cx="5626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芯片</a:t>
            </a:r>
            <a:endParaRPr lang="zh-CN" altLang="en-US" sz="1400">
              <a:solidFill>
                <a:schemeClr val="bg1"/>
              </a:solidFill>
            </a:endParaRPr>
          </a:p>
        </p:txBody>
      </p:sp>
    </p:spTree>
    <p:custDataLst>
      <p:tags r:id="rId1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 userDrawn="1">
            <p:custDataLst>
              <p:tags r:id="rId1"/>
            </p:custDataLst>
          </p:nvPr>
        </p:nvGrpSpPr>
        <p:grpSpPr>
          <a:xfrm>
            <a:off x="205978" y="83342"/>
            <a:ext cx="11788853" cy="688181"/>
            <a:chOff x="205978" y="83342"/>
            <a:chExt cx="11788853" cy="688181"/>
          </a:xfrm>
        </p:grpSpPr>
        <p:sp>
          <p:nvSpPr>
            <p:cNvPr id="22" name="平行四边形 21"/>
            <p:cNvSpPr/>
            <p:nvPr userDrawn="1">
              <p:custDataLst>
                <p:tags r:id="rId2"/>
              </p:custDataLst>
            </p:nvPr>
          </p:nvSpPr>
          <p:spPr>
            <a:xfrm rot="16200000" flipV="1">
              <a:off x="7739" y="422075"/>
              <a:ext cx="547687" cy="151209"/>
            </a:xfrm>
            <a:prstGeom prst="parallelogram">
              <a:avLst>
                <a:gd name="adj" fmla="val 611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3" name="平行四边形 22"/>
            <p:cNvSpPr/>
            <p:nvPr userDrawn="1">
              <p:custDataLst>
                <p:tags r:id="rId3"/>
              </p:custDataLst>
            </p:nvPr>
          </p:nvSpPr>
          <p:spPr>
            <a:xfrm rot="16200000" flipV="1">
              <a:off x="238720" y="250624"/>
              <a:ext cx="464342" cy="129778"/>
            </a:xfrm>
            <a:prstGeom prst="parallelogram">
              <a:avLst>
                <a:gd name="adj" fmla="val 61117"/>
              </a:avLst>
            </a:prstGeom>
            <a:solidFill>
              <a:schemeClr val="dk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" name="任意多边形: 形状 10"/>
            <p:cNvSpPr/>
            <p:nvPr userDrawn="1">
              <p:custDataLst>
                <p:tags r:id="rId4"/>
              </p:custDataLst>
            </p:nvPr>
          </p:nvSpPr>
          <p:spPr>
            <a:xfrm flipH="1">
              <a:off x="11669220" y="185737"/>
              <a:ext cx="220836" cy="379696"/>
            </a:xfrm>
            <a:custGeom>
              <a:avLst/>
              <a:gdLst>
                <a:gd name="connsiteX0" fmla="*/ 0 w 2279650"/>
                <a:gd name="connsiteY0" fmla="*/ 0 h 3919537"/>
                <a:gd name="connsiteX1" fmla="*/ 3038 w 2279650"/>
                <a:gd name="connsiteY1" fmla="*/ 0 h 3919537"/>
                <a:gd name="connsiteX2" fmla="*/ 2279650 w 2279650"/>
                <a:gd name="connsiteY2" fmla="*/ 1864626 h 3919537"/>
                <a:gd name="connsiteX3" fmla="*/ 2279650 w 2279650"/>
                <a:gd name="connsiteY3" fmla="*/ 3919537 h 3919537"/>
                <a:gd name="connsiteX4" fmla="*/ 0 w 2279650"/>
                <a:gd name="connsiteY4" fmla="*/ 3919537 h 3919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9650" h="3919537">
                  <a:moveTo>
                    <a:pt x="0" y="0"/>
                  </a:moveTo>
                  <a:lnTo>
                    <a:pt x="3038" y="0"/>
                  </a:lnTo>
                  <a:lnTo>
                    <a:pt x="2279650" y="1864626"/>
                  </a:lnTo>
                  <a:lnTo>
                    <a:pt x="2279650" y="3919537"/>
                  </a:lnTo>
                  <a:lnTo>
                    <a:pt x="0" y="3919537"/>
                  </a:lnTo>
                  <a:close/>
                </a:path>
              </a:pathLst>
            </a:custGeom>
            <a:solidFill>
              <a:schemeClr val="dk2">
                <a:lumMod val="90000"/>
                <a:lumOff val="10000"/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5" name="任意多边形: 形状 11"/>
            <p:cNvSpPr/>
            <p:nvPr userDrawn="1">
              <p:custDataLst>
                <p:tags r:id="rId5"/>
              </p:custDataLst>
            </p:nvPr>
          </p:nvSpPr>
          <p:spPr>
            <a:xfrm flipH="1">
              <a:off x="11773995" y="147637"/>
              <a:ext cx="220836" cy="379696"/>
            </a:xfrm>
            <a:custGeom>
              <a:avLst/>
              <a:gdLst>
                <a:gd name="connsiteX0" fmla="*/ 0 w 2279650"/>
                <a:gd name="connsiteY0" fmla="*/ 0 h 3919537"/>
                <a:gd name="connsiteX1" fmla="*/ 3038 w 2279650"/>
                <a:gd name="connsiteY1" fmla="*/ 0 h 3919537"/>
                <a:gd name="connsiteX2" fmla="*/ 2279650 w 2279650"/>
                <a:gd name="connsiteY2" fmla="*/ 1864626 h 3919537"/>
                <a:gd name="connsiteX3" fmla="*/ 2279650 w 2279650"/>
                <a:gd name="connsiteY3" fmla="*/ 3919537 h 3919537"/>
                <a:gd name="connsiteX4" fmla="*/ 0 w 2279650"/>
                <a:gd name="connsiteY4" fmla="*/ 3919537 h 3919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9650" h="3919537">
                  <a:moveTo>
                    <a:pt x="0" y="0"/>
                  </a:moveTo>
                  <a:lnTo>
                    <a:pt x="3038" y="0"/>
                  </a:lnTo>
                  <a:lnTo>
                    <a:pt x="2279650" y="1864626"/>
                  </a:lnTo>
                  <a:lnTo>
                    <a:pt x="2279650" y="3919537"/>
                  </a:lnTo>
                  <a:lnTo>
                    <a:pt x="0" y="3919537"/>
                  </a:lnTo>
                  <a:close/>
                </a:path>
              </a:pathLst>
            </a:custGeom>
            <a:solidFill>
              <a:schemeClr val="dk2">
                <a:lumMod val="90000"/>
                <a:lumOff val="1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951865" y="312420"/>
            <a:ext cx="40640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 b="1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二、测试目标</a:t>
            </a:r>
            <a:endParaRPr lang="zh-CN" altLang="en-US" sz="4000" b="1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7"/>
            </p:custDataLst>
          </p:nvPr>
        </p:nvGraphicFramePr>
        <p:xfrm>
          <a:off x="457200" y="1368327"/>
          <a:ext cx="11277600" cy="4966970"/>
        </p:xfrm>
        <a:graphic>
          <a:graphicData uri="http://schemas.openxmlformats.org/drawingml/2006/table">
            <a:tbl>
              <a:tblPr/>
              <a:tblGrid>
                <a:gridCol w="1347470"/>
                <a:gridCol w="3329305"/>
                <a:gridCol w="3303905"/>
                <a:gridCol w="3296920"/>
              </a:tblGrid>
              <a:tr h="570230">
                <a:tc>
                  <a:txBody>
                    <a:bodyPr/>
                    <a:p>
                      <a:pPr indent="0" algn="ctr" eaLnBrk="0" fontAlgn="base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</a:pPr>
                      <a:r>
                        <a:rPr lang="zh-CN" sz="1400" b="1" spc="12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平台</a:t>
                      </a:r>
                      <a:endParaRPr lang="zh-CN" sz="1400" b="1" spc="12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254000" marR="254000" marT="127000" marB="127000" anchor="ctr" anchorCtr="0">
                    <a:lnL w="158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8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11E1A"/>
                    </a:solidFill>
                  </a:tcPr>
                </a:tc>
                <a:tc>
                  <a:txBody>
                    <a:bodyPr/>
                    <a:p>
                      <a:pPr indent="0" algn="ctr" eaLnBrk="0" fontAlgn="base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AMD EPYC 9005</a:t>
                      </a:r>
                      <a:endParaRPr lang="en-US" altLang="zh-CN" sz="1200" b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254000" marR="254000" marT="127000" marB="127000" anchor="ctr" anchorCtr="0">
                    <a:lnL w="31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8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11E1A"/>
                    </a:solidFill>
                  </a:tcPr>
                </a:tc>
                <a:tc>
                  <a:txBody>
                    <a:bodyPr/>
                    <a:p>
                      <a:pPr indent="0" algn="ctr" eaLnBrk="0" fontAlgn="base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AMD EPYC 9004</a:t>
                      </a:r>
                      <a:endParaRPr lang="en-US" altLang="zh-CN" sz="1200" b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254000" marR="254000" marT="127000" marB="127000" anchor="ctr" anchorCtr="0">
                    <a:lnL w="31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8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11E1A"/>
                    </a:solidFill>
                  </a:tcPr>
                </a:tc>
                <a:tc>
                  <a:txBody>
                    <a:bodyPr/>
                    <a:p>
                      <a:pPr indent="0" algn="ctr" eaLnBrk="0" fontAlgn="base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AMD EPYC 7003</a:t>
                      </a:r>
                      <a:endParaRPr lang="en-US" altLang="zh-CN" sz="1200" b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254000" marR="254000" marT="127000" marB="127000" anchor="ctr" anchorCtr="0">
                    <a:lnL w="31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8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8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11E1A"/>
                    </a:solidFill>
                  </a:tcPr>
                </a:tc>
              </a:tr>
              <a:tr h="569595">
                <a:tc>
                  <a:txBody>
                    <a:bodyPr/>
                    <a:p>
                      <a:pPr indent="0" algn="ctr" eaLnBrk="0" fontAlgn="base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</a:pPr>
                      <a:r>
                        <a:rPr lang="zh-CN" sz="1400" b="1" spc="12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准系统</a:t>
                      </a:r>
                      <a:endParaRPr lang="zh-CN" sz="1400" b="1" spc="12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254000" marR="254000" marT="127000" marB="127000" anchor="ctr" anchorCtr="0">
                    <a:lnL w="158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11E1A"/>
                    </a:solidFill>
                  </a:tcPr>
                </a:tc>
                <a:tc>
                  <a:txBody>
                    <a:bodyPr/>
                    <a:p>
                      <a:pPr indent="0" algn="ctr" eaLnBrk="0" fontAlgn="base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b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朴赛</a:t>
                      </a:r>
                      <a:r>
                        <a:rPr lang="zh-CN" altLang="en-US" sz="1200" b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lang="en-US" altLang="zh-CN" sz="1200" b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PGA444-D08L</a:t>
                      </a:r>
                      <a:endParaRPr lang="en-US" altLang="zh-CN" sz="1200" b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54000" marR="254000" marT="127000" marB="127000" anchor="ctr" anchorCtr="0">
                    <a:lnL w="31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11E1A"/>
                    </a:solidFill>
                  </a:tcPr>
                </a:tc>
                <a:tc>
                  <a:txBody>
                    <a:bodyPr/>
                    <a:p>
                      <a:pPr indent="0" algn="ctr" eaLnBrk="0" fontAlgn="base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b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朴赛</a:t>
                      </a:r>
                      <a:r>
                        <a:rPr lang="zh-CN" altLang="en-US" sz="1200" b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lang="en-US" altLang="zh-CN" sz="1200" b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PRA244-D12H</a:t>
                      </a:r>
                      <a:endParaRPr lang="en-US" altLang="zh-CN" sz="1200" b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54000" marR="254000" marT="127000" marB="127000" anchor="ctr" anchorCtr="0">
                    <a:lnL w="31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11E1A"/>
                    </a:solidFill>
                  </a:tcPr>
                </a:tc>
                <a:tc>
                  <a:txBody>
                    <a:bodyPr/>
                    <a:p>
                      <a:pPr marL="0" indent="0" algn="ctr" eaLnBrk="0" fontAlgn="base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</a:pPr>
                      <a:r>
                        <a:rPr lang="zh-CN" sz="1200" b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非准系统</a:t>
                      </a:r>
                      <a:endParaRPr lang="zh-CN" altLang="zh-CN" sz="1200" b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54000" marR="254000" marT="127000" marB="127000" anchor="ctr" anchorCtr="0">
                    <a:lnL w="31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8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11E1A"/>
                    </a:solidFill>
                  </a:tcPr>
                </a:tc>
              </a:tr>
              <a:tr h="570230">
                <a:tc>
                  <a:txBody>
                    <a:bodyPr/>
                    <a:p>
                      <a:pPr indent="0" algn="ctr" eaLnBrk="0" fontAlgn="base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</a:pPr>
                      <a:r>
                        <a:rPr lang="zh-CN" sz="1400" b="1" spc="12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处理器</a:t>
                      </a:r>
                      <a:endParaRPr lang="zh-CN" sz="1400" b="1" spc="12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254000" marR="254000" marT="127000" marB="127000" anchor="ctr" anchorCtr="0">
                    <a:lnL w="158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11E1A"/>
                    </a:solidFill>
                  </a:tcPr>
                </a:tc>
                <a:tc>
                  <a:txBody>
                    <a:bodyPr/>
                    <a:p>
                      <a:pPr indent="0" algn="ctr" eaLnBrk="0" fontAlgn="base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AMD EPYC 9755</a:t>
                      </a:r>
                      <a:endParaRPr lang="en-US" altLang="zh-CN" sz="1200" b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254000" marR="254000" marT="127000" marB="127000" anchor="ctr" anchorCtr="0">
                    <a:lnL w="31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11E1A"/>
                    </a:solidFill>
                  </a:tcPr>
                </a:tc>
                <a:tc>
                  <a:txBody>
                    <a:bodyPr/>
                    <a:p>
                      <a:pPr indent="0" algn="ctr" eaLnBrk="0" fontAlgn="base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AMD EPYC 9654</a:t>
                      </a:r>
                      <a:endParaRPr lang="en-US" altLang="zh-CN" sz="1200" b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254000" marR="254000" marT="127000" marB="127000" anchor="ctr" anchorCtr="0">
                    <a:lnL w="31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11E1A"/>
                    </a:solidFill>
                  </a:tcPr>
                </a:tc>
                <a:tc>
                  <a:txBody>
                    <a:bodyPr/>
                    <a:p>
                      <a:pPr indent="0" algn="ctr" eaLnBrk="0" fontAlgn="base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AMD EPYC 7763</a:t>
                      </a:r>
                      <a:endParaRPr lang="en-US" altLang="zh-CN" sz="1200" b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254000" marR="254000" marT="127000" marB="127000" anchor="ctr" anchorCtr="0">
                    <a:lnL w="31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8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11E1A"/>
                    </a:solidFill>
                  </a:tcPr>
                </a:tc>
              </a:tr>
              <a:tr h="773430">
                <a:tc>
                  <a:txBody>
                    <a:bodyPr/>
                    <a:p>
                      <a:pPr indent="0" algn="ctr" eaLnBrk="0" fontAlgn="base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</a:pPr>
                      <a:r>
                        <a:rPr lang="zh-CN" sz="1400" b="1" spc="12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内存</a:t>
                      </a:r>
                      <a:endParaRPr lang="zh-CN" sz="1400" b="1" spc="12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254000" marR="254000" marT="127000" marB="127000" anchor="ctr" anchorCtr="0">
                    <a:lnL w="158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11E1A"/>
                    </a:solidFill>
                  </a:tcPr>
                </a:tc>
                <a:tc>
                  <a:txBody>
                    <a:bodyPr/>
                    <a:p>
                      <a:pPr indent="0" algn="ctr" eaLnBrk="0" fontAlgn="base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</a:pPr>
                      <a:r>
                        <a:rPr lang="zh-CN" sz="1200" b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三星</a:t>
                      </a:r>
                      <a:r>
                        <a:rPr lang="zh-CN" altLang="en-US" sz="1200" b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lang="en-US" altLang="zh-CN" sz="1200" b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RECC DDR5 64GB 6400 MT/S × 24</a:t>
                      </a:r>
                      <a:endParaRPr lang="en-US" altLang="zh-CN" sz="1200" b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54000" marR="254000" marT="127000" marB="127000" anchor="ctr" anchorCtr="0">
                    <a:lnL w="31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11E1A"/>
                    </a:solidFill>
                  </a:tcPr>
                </a:tc>
                <a:tc>
                  <a:txBody>
                    <a:bodyPr/>
                    <a:p>
                      <a:pPr indent="0" algn="ctr" eaLnBrk="0" fontAlgn="base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</a:pPr>
                      <a:r>
                        <a:rPr lang="zh-CN" sz="1200" b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三星</a:t>
                      </a:r>
                      <a:r>
                        <a:rPr lang="zh-CN" altLang="en-US" sz="1200" b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lang="en-US" altLang="zh-CN" sz="1200" b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RECC DDR5 32GB 4800 MT/s × 24</a:t>
                      </a:r>
                      <a:endParaRPr lang="en-US" altLang="zh-CN" sz="1200" b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54000" marR="254000" marT="127000" marB="127000" anchor="ctr" anchorCtr="0">
                    <a:lnL w="31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11E1A"/>
                    </a:solidFill>
                  </a:tcPr>
                </a:tc>
                <a:tc>
                  <a:txBody>
                    <a:bodyPr/>
                    <a:p>
                      <a:pPr marL="0" indent="0" algn="ctr" eaLnBrk="0" fontAlgn="base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</a:pPr>
                      <a:r>
                        <a:rPr lang="zh-CN" sz="1200" b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镁光</a:t>
                      </a:r>
                      <a:r>
                        <a:rPr lang="zh-CN" altLang="en-US" sz="1200" b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lang="en-US" altLang="zh-CN" sz="1200" b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RECC DDR4 32GB         3200 MT/s × 16</a:t>
                      </a:r>
                      <a:endParaRPr lang="en-US" altLang="zh-CN" sz="1200" b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54000" marR="254000" marT="127000" marB="127000" anchor="ctr" anchorCtr="0">
                    <a:lnL w="31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8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11E1A"/>
                    </a:solidFill>
                  </a:tcPr>
                </a:tc>
              </a:tr>
              <a:tr h="570230">
                <a:tc>
                  <a:txBody>
                    <a:bodyPr/>
                    <a:p>
                      <a:pPr indent="0" algn="ctr" eaLnBrk="0" fontAlgn="base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</a:pPr>
                      <a:r>
                        <a:rPr lang="zh-CN" sz="1400" b="1" spc="12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主</a:t>
                      </a:r>
                      <a:r>
                        <a:rPr lang="en-US" altLang="zh-CN" sz="1400" b="1" spc="12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lang="zh-CN" altLang="en-US" sz="1400" b="1" spc="12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板</a:t>
                      </a:r>
                      <a:endParaRPr lang="zh-CN" altLang="en-US" sz="1400" b="1" spc="12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54000" marR="254000" marT="127000" marB="127000" anchor="ctr" anchorCtr="0">
                    <a:lnL w="158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11E1A"/>
                    </a:solidFill>
                  </a:tcPr>
                </a:tc>
                <a:tc>
                  <a:txBody>
                    <a:bodyPr/>
                    <a:p>
                      <a:pPr indent="0" algn="ctr" eaLnBrk="0" fontAlgn="base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/</a:t>
                      </a:r>
                      <a:endParaRPr lang="en-US" altLang="zh-CN" sz="1200" b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254000" marR="254000" marT="127000" marB="127000" anchor="ctr" anchorCtr="0">
                    <a:lnL w="31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11E1A"/>
                    </a:solidFill>
                  </a:tcPr>
                </a:tc>
                <a:tc>
                  <a:txBody>
                    <a:bodyPr/>
                    <a:p>
                      <a:pPr indent="0" algn="ctr" eaLnBrk="0" fontAlgn="base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/</a:t>
                      </a:r>
                      <a:endParaRPr lang="en-US" altLang="zh-CN" sz="1200" b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254000" marR="254000" marT="127000" marB="127000" anchor="ctr" anchorCtr="0">
                    <a:lnL w="31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11E1A"/>
                    </a:solidFill>
                  </a:tcPr>
                </a:tc>
                <a:tc>
                  <a:txBody>
                    <a:bodyPr/>
                    <a:p>
                      <a:pPr algn="ctr" eaLnBrk="0" fontAlgn="base">
                        <a:lnSpc>
                          <a:spcPct val="12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</a:pPr>
                      <a:r>
                        <a:rPr lang="zh-CN" altLang="en-US" sz="1200" b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朴赛 </a:t>
                      </a:r>
                      <a:r>
                        <a:rPr lang="en-US" altLang="zh-CN" sz="1200" b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P2ROME-D16 EEB</a:t>
                      </a:r>
                      <a:endParaRPr lang="en-US" altLang="zh-CN" sz="1200" b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54000" marR="254000" marT="127000" marB="127000" anchor="ctr" anchorCtr="0">
                    <a:lnL w="31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8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11E1A"/>
                    </a:solidFill>
                  </a:tcPr>
                </a:tc>
              </a:tr>
              <a:tr h="569595">
                <a:tc>
                  <a:txBody>
                    <a:bodyPr/>
                    <a:p>
                      <a:pPr indent="0" algn="ctr" eaLnBrk="0" fontAlgn="base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</a:pPr>
                      <a:r>
                        <a:rPr lang="zh-CN" sz="1400" b="1" spc="12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硬盘</a:t>
                      </a:r>
                      <a:endParaRPr lang="zh-CN" sz="1400" b="1" spc="12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254000" marR="254000" marT="127000" marB="127000" anchor="ctr" anchorCtr="0">
                    <a:lnL w="158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11E1A"/>
                    </a:solidFill>
                  </a:tcPr>
                </a:tc>
                <a:tc>
                  <a:txBody>
                    <a:bodyPr/>
                    <a:p>
                      <a:pPr indent="0" algn="ctr" eaLnBrk="0" fontAlgn="base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</a:pPr>
                      <a:r>
                        <a:rPr lang="zh-CN" sz="1200" b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镁光</a:t>
                      </a:r>
                      <a:r>
                        <a:rPr lang="zh-CN" altLang="en-US" sz="1200" b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lang="en-US" altLang="zh-CN" sz="1200" b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5400 480G</a:t>
                      </a:r>
                      <a:endParaRPr lang="en-US" altLang="zh-CN" sz="1200" b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54000" marR="254000" marT="127000" marB="127000" anchor="ctr" anchorCtr="0">
                    <a:lnL w="31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11E1A"/>
                    </a:solidFill>
                  </a:tcPr>
                </a:tc>
                <a:tc>
                  <a:txBody>
                    <a:bodyPr/>
                    <a:p>
                      <a:pPr indent="0" algn="ctr" eaLnBrk="0" fontAlgn="base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</a:pPr>
                      <a:r>
                        <a:rPr lang="zh-CN" sz="1200" b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镁光</a:t>
                      </a:r>
                      <a:r>
                        <a:rPr lang="zh-CN" altLang="en-US" sz="1200" b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lang="en-US" altLang="zh-CN" sz="1200" b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5400 480G</a:t>
                      </a:r>
                      <a:endParaRPr lang="en-US" altLang="zh-CN" sz="1200" b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54000" marR="254000" marT="127000" marB="127000" anchor="ctr" anchorCtr="0">
                    <a:lnL w="31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11E1A"/>
                    </a:solidFill>
                  </a:tcPr>
                </a:tc>
                <a:tc>
                  <a:txBody>
                    <a:bodyPr/>
                    <a:p>
                      <a:pPr indent="0" algn="ctr" eaLnBrk="0" fontAlgn="base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</a:pPr>
                      <a:r>
                        <a:rPr lang="zh-CN" sz="1200" b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镁光</a:t>
                      </a:r>
                      <a:r>
                        <a:rPr lang="zh-CN" altLang="en-US" sz="1200" b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lang="en-US" altLang="zh-CN" sz="1200" b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5400 480G</a:t>
                      </a:r>
                      <a:endParaRPr lang="en-US" altLang="zh-CN" sz="1200" b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54000" marR="254000" marT="127000" marB="127000" anchor="ctr" anchorCtr="0">
                    <a:lnL w="31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8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11E1A"/>
                    </a:solidFill>
                  </a:tcPr>
                </a:tc>
              </a:tr>
              <a:tr h="570230">
                <a:tc>
                  <a:txBody>
                    <a:bodyPr/>
                    <a:p>
                      <a:pPr indent="0" algn="ctr" eaLnBrk="0" fontAlgn="base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</a:pPr>
                      <a:r>
                        <a:rPr lang="zh-CN" sz="1400" b="1" spc="12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电</a:t>
                      </a:r>
                      <a:r>
                        <a:rPr lang="en-US" altLang="zh-CN" sz="1400" b="1" spc="12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lang="zh-CN" altLang="en-US" sz="1400" b="1" spc="12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源</a:t>
                      </a:r>
                      <a:endParaRPr lang="zh-CN" altLang="en-US" sz="1400" b="1" spc="12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54000" marR="254000" marT="127000" marB="127000" anchor="ctr" anchorCtr="0">
                    <a:lnL w="158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11E1A"/>
                    </a:solidFill>
                  </a:tcPr>
                </a:tc>
                <a:tc>
                  <a:txBody>
                    <a:bodyPr/>
                    <a:p>
                      <a:pPr indent="0" algn="ctr" eaLnBrk="0" fontAlgn="base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</a:pPr>
                      <a:r>
                        <a:rPr lang="zh-CN" sz="1200" b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高斯宝</a:t>
                      </a:r>
                      <a:r>
                        <a:rPr lang="zh-CN" altLang="en-US" sz="1200" b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lang="en-US" altLang="zh-CN" sz="1200" b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G1136</a:t>
                      </a:r>
                      <a:endParaRPr lang="en-US" altLang="zh-CN" sz="1200" b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54000" marR="254000" marT="127000" marB="127000" anchor="ctr" anchorCtr="0">
                    <a:lnL w="31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11E1A"/>
                    </a:solidFill>
                  </a:tcPr>
                </a:tc>
                <a:tc>
                  <a:txBody>
                    <a:bodyPr/>
                    <a:p>
                      <a:pPr indent="0" algn="ctr" eaLnBrk="0" fontAlgn="base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</a:pPr>
                      <a:r>
                        <a:rPr lang="zh-CN" sz="1200" b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高斯宝</a:t>
                      </a:r>
                      <a:r>
                        <a:rPr lang="en-US" altLang="zh-CN" sz="1200" b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 G1136</a:t>
                      </a:r>
                      <a:endParaRPr lang="en-US" altLang="zh-CN" sz="1200" b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54000" marR="254000" marT="127000" marB="127000" anchor="ctr" anchorCtr="0">
                    <a:lnL w="31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11E1A"/>
                    </a:solidFill>
                  </a:tcPr>
                </a:tc>
                <a:tc>
                  <a:txBody>
                    <a:bodyPr/>
                    <a:p>
                      <a:pPr indent="0" algn="ctr" eaLnBrk="0" fontAlgn="base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</a:pPr>
                      <a:r>
                        <a:rPr lang="zh-CN" sz="1200" b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长城</a:t>
                      </a:r>
                      <a:r>
                        <a:rPr lang="zh-CN" altLang="en-US" sz="1200" b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lang="en-US" altLang="zh-CN" sz="1200" b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ATX 1250W</a:t>
                      </a:r>
                      <a:endParaRPr lang="en-US" altLang="zh-CN" sz="1200" b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54000" marR="254000" marT="127000" marB="127000" anchor="ctr" anchorCtr="0">
                    <a:lnL w="31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8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11E1A"/>
                    </a:solidFill>
                  </a:tcPr>
                </a:tc>
              </a:tr>
              <a:tr h="773430">
                <a:tc gridSpan="4">
                  <a:txBody>
                    <a:bodyPr/>
                    <a:p>
                      <a:pPr indent="0" algn="ctr" eaLnBrk="0" fontAlgn="base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zh-CN" altLang="en-US" sz="120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本次测试，分别在4</a:t>
                      </a:r>
                      <a:r>
                        <a:rPr lang="en-US" altLang="zh-CN" sz="120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W、20W、60W、210W、500W、3200W</a:t>
                      </a:r>
                      <a:r>
                        <a:rPr lang="zh-CN" altLang="en-US" sz="120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六个场景下进行调优前、调优后的性能测试。根据测试所花费的时间，进行求解效率的对比，并统计最终调优前后的差距对比。</a:t>
                      </a:r>
                      <a:endParaRPr lang="zh-CN" altLang="en-US" sz="1200" b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 marL="254000" marR="254000" marT="127000" marB="127000" anchor="ctr" anchorCtr="0">
                    <a:lnL w="158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8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11E1A"/>
                    </a:solidFill>
                  </a:tcPr>
                </a:tc>
                <a:tc hMerge="1">
                  <a:tcPr marL="0" marR="0" marT="0" marB="0" anchor="ctr" anchorCtr="0">
                    <a:lnL w="31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8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hMerge="1">
                  <a:tcPr marL="0" marR="0" marT="0" marB="0" anchor="ctr" anchorCtr="0">
                    <a:lnL w="31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hMerge="1">
                  <a:tcPr marL="0" marR="0" marT="0" marB="0" anchor="ctr" anchorCtr="0">
                    <a:lnL w="31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8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</a:tbl>
          </a:graphicData>
        </a:graphic>
      </p:graphicFrame>
    </p:spTree>
    <p:custDataLst>
      <p:tags r:id="rId8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组合 22"/>
          <p:cNvGrpSpPr/>
          <p:nvPr userDrawn="1">
            <p:custDataLst>
              <p:tags r:id="rId1"/>
            </p:custDataLst>
          </p:nvPr>
        </p:nvGrpSpPr>
        <p:grpSpPr>
          <a:xfrm>
            <a:off x="205978" y="83342"/>
            <a:ext cx="11788853" cy="688181"/>
            <a:chOff x="205978" y="83342"/>
            <a:chExt cx="11788853" cy="688181"/>
          </a:xfrm>
        </p:grpSpPr>
        <p:sp>
          <p:nvSpPr>
            <p:cNvPr id="24" name="平行四边形 23"/>
            <p:cNvSpPr/>
            <p:nvPr userDrawn="1">
              <p:custDataLst>
                <p:tags r:id="rId2"/>
              </p:custDataLst>
            </p:nvPr>
          </p:nvSpPr>
          <p:spPr>
            <a:xfrm rot="16200000" flipV="1">
              <a:off x="7739" y="422075"/>
              <a:ext cx="547687" cy="151209"/>
            </a:xfrm>
            <a:prstGeom prst="parallelogram">
              <a:avLst>
                <a:gd name="adj" fmla="val 611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5" name="平行四边形 24"/>
            <p:cNvSpPr/>
            <p:nvPr userDrawn="1">
              <p:custDataLst>
                <p:tags r:id="rId3"/>
              </p:custDataLst>
            </p:nvPr>
          </p:nvSpPr>
          <p:spPr>
            <a:xfrm rot="16200000" flipV="1">
              <a:off x="238720" y="250624"/>
              <a:ext cx="464342" cy="129778"/>
            </a:xfrm>
            <a:prstGeom prst="parallelogram">
              <a:avLst>
                <a:gd name="adj" fmla="val 61117"/>
              </a:avLst>
            </a:prstGeom>
            <a:solidFill>
              <a:schemeClr val="dk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8" name="任意多边形: 形状 10"/>
            <p:cNvSpPr/>
            <p:nvPr userDrawn="1">
              <p:custDataLst>
                <p:tags r:id="rId4"/>
              </p:custDataLst>
            </p:nvPr>
          </p:nvSpPr>
          <p:spPr>
            <a:xfrm flipH="1">
              <a:off x="11669220" y="185737"/>
              <a:ext cx="220836" cy="379696"/>
            </a:xfrm>
            <a:custGeom>
              <a:avLst/>
              <a:gdLst>
                <a:gd name="connsiteX0" fmla="*/ 0 w 2279650"/>
                <a:gd name="connsiteY0" fmla="*/ 0 h 3919537"/>
                <a:gd name="connsiteX1" fmla="*/ 3038 w 2279650"/>
                <a:gd name="connsiteY1" fmla="*/ 0 h 3919537"/>
                <a:gd name="connsiteX2" fmla="*/ 2279650 w 2279650"/>
                <a:gd name="connsiteY2" fmla="*/ 1864626 h 3919537"/>
                <a:gd name="connsiteX3" fmla="*/ 2279650 w 2279650"/>
                <a:gd name="connsiteY3" fmla="*/ 3919537 h 3919537"/>
                <a:gd name="connsiteX4" fmla="*/ 0 w 2279650"/>
                <a:gd name="connsiteY4" fmla="*/ 3919537 h 3919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9650" h="3919537">
                  <a:moveTo>
                    <a:pt x="0" y="0"/>
                  </a:moveTo>
                  <a:lnTo>
                    <a:pt x="3038" y="0"/>
                  </a:lnTo>
                  <a:lnTo>
                    <a:pt x="2279650" y="1864626"/>
                  </a:lnTo>
                  <a:lnTo>
                    <a:pt x="2279650" y="3919537"/>
                  </a:lnTo>
                  <a:lnTo>
                    <a:pt x="0" y="3919537"/>
                  </a:lnTo>
                  <a:close/>
                </a:path>
              </a:pathLst>
            </a:custGeom>
            <a:solidFill>
              <a:schemeClr val="dk2">
                <a:lumMod val="90000"/>
                <a:lumOff val="10000"/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9" name="任意多边形: 形状 11"/>
            <p:cNvSpPr/>
            <p:nvPr userDrawn="1">
              <p:custDataLst>
                <p:tags r:id="rId5"/>
              </p:custDataLst>
            </p:nvPr>
          </p:nvSpPr>
          <p:spPr>
            <a:xfrm flipH="1">
              <a:off x="11773995" y="147637"/>
              <a:ext cx="220836" cy="379696"/>
            </a:xfrm>
            <a:custGeom>
              <a:avLst/>
              <a:gdLst>
                <a:gd name="connsiteX0" fmla="*/ 0 w 2279650"/>
                <a:gd name="connsiteY0" fmla="*/ 0 h 3919537"/>
                <a:gd name="connsiteX1" fmla="*/ 3038 w 2279650"/>
                <a:gd name="connsiteY1" fmla="*/ 0 h 3919537"/>
                <a:gd name="connsiteX2" fmla="*/ 2279650 w 2279650"/>
                <a:gd name="connsiteY2" fmla="*/ 1864626 h 3919537"/>
                <a:gd name="connsiteX3" fmla="*/ 2279650 w 2279650"/>
                <a:gd name="connsiteY3" fmla="*/ 3919537 h 3919537"/>
                <a:gd name="connsiteX4" fmla="*/ 0 w 2279650"/>
                <a:gd name="connsiteY4" fmla="*/ 3919537 h 3919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9650" h="3919537">
                  <a:moveTo>
                    <a:pt x="0" y="0"/>
                  </a:moveTo>
                  <a:lnTo>
                    <a:pt x="3038" y="0"/>
                  </a:lnTo>
                  <a:lnTo>
                    <a:pt x="2279650" y="1864626"/>
                  </a:lnTo>
                  <a:lnTo>
                    <a:pt x="2279650" y="3919537"/>
                  </a:lnTo>
                  <a:lnTo>
                    <a:pt x="0" y="3919537"/>
                  </a:lnTo>
                  <a:close/>
                </a:path>
              </a:pathLst>
            </a:custGeom>
            <a:solidFill>
              <a:schemeClr val="dk2">
                <a:lumMod val="90000"/>
                <a:lumOff val="1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" name="文本框 2"/>
          <p:cNvSpPr txBox="1"/>
          <p:nvPr>
            <p:custDataLst>
              <p:tags r:id="rId6"/>
            </p:custDataLst>
          </p:nvPr>
        </p:nvSpPr>
        <p:spPr>
          <a:xfrm>
            <a:off x="506095" y="4787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三、数据对比</a:t>
            </a:r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7"/>
            </p:custDataLst>
          </p:nvPr>
        </p:nvSpPr>
        <p:spPr>
          <a:xfrm>
            <a:off x="699135" y="1091565"/>
            <a:ext cx="48456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案例一</a:t>
            </a:r>
            <a:r>
              <a:rPr lang="en-US" altLang="zh-CN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侧向进出气箱体两相流仿真模型</a:t>
            </a:r>
            <a:r>
              <a:rPr lang="en-US" altLang="zh-CN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endParaRPr lang="en-US" altLang="zh-CN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96000" y="1089025"/>
            <a:ext cx="5400040" cy="4680000"/>
          </a:xfrm>
          <a:prstGeom prst="rect">
            <a:avLst/>
          </a:prstGeom>
        </p:spPr>
        <p:txBody>
          <a:bodyPr wrap="square">
            <a:noAutofit/>
          </a:bodyPr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zh-CN" alt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调优前性能对比</a:t>
            </a:r>
            <a:endParaRPr lang="zh-CN" altLang="en-US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zh-CN" altLang="en-US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不进行调优、保持默认BIOS、系统环境。根据多次测试，取平均值进行对比。</a:t>
            </a:r>
            <a:endParaRPr lang="zh-CN" altLang="en-US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 defTabSz="266700" eaLnBrk="0" fontAlgn="base">
              <a:lnSpc>
                <a:spcPct val="163000"/>
              </a:lnSpc>
              <a:spcBef>
                <a:spcPts val="0"/>
              </a:spcBef>
              <a:spcAft>
                <a:spcPct val="0"/>
              </a:spcAft>
            </a:pP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indent="0" algn="l" defTabSz="266700" eaLnBrk="0" fontAlgn="base">
              <a:lnSpc>
                <a:spcPct val="125000"/>
              </a:lnSpc>
              <a:spcBef>
                <a:spcPts val="0"/>
              </a:spcBef>
              <a:spcAft>
                <a:spcPct val="0"/>
              </a:spcAft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9755 VS EPYC 9654  </a:t>
            </a:r>
            <a:r>
              <a:rPr lang="zh-CN" altLang="en-US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的性能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indent="0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9755 </a:t>
            </a:r>
            <a:r>
              <a:rPr lang="en-US" altLang="zh-CN" sz="1200">
                <a:solidFill>
                  <a:srgbClr val="FFFFFF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        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123%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indent="0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9654 </a:t>
            </a:r>
            <a:r>
              <a:rPr lang="en-US" altLang="zh-CN" sz="1200">
                <a:solidFill>
                  <a:srgbClr val="FFFFFF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100%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 defTabSz="266700" eaLnBrk="0" fontAlgn="base">
              <a:lnSpc>
                <a:spcPct val="154000"/>
              </a:lnSpc>
              <a:spcBef>
                <a:spcPts val="0"/>
              </a:spcBef>
              <a:spcAft>
                <a:spcPct val="0"/>
              </a:spcAft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indent="0" algn="l" defTabSz="266700" eaLnBrk="0" fontAlgn="base">
              <a:spcBef>
                <a:spcPts val="0"/>
              </a:spcBef>
              <a:spcAft>
                <a:spcPct val="0"/>
              </a:spcAft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9755 VS EPYC 7763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indent="0" algn="l" defTabSz="266700" eaLnBrk="0" fontAlgn="base">
              <a:lnSpc>
                <a:spcPct val="133000"/>
              </a:lnSpc>
              <a:spcBef>
                <a:spcPts val="0"/>
              </a:spcBef>
              <a:spcAft>
                <a:spcPct val="0"/>
              </a:spcAft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9755 </a:t>
            </a:r>
            <a:r>
              <a:rPr lang="en-US" altLang="zh-CN" sz="1200">
                <a:solidFill>
                  <a:srgbClr val="FFFFFF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                                          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234%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indent="0" algn="l" defTabSz="266700" eaLnBrk="0" fontAlgn="base">
              <a:lnSpc>
                <a:spcPct val="133000"/>
              </a:lnSpc>
              <a:spcBef>
                <a:spcPts val="0"/>
              </a:spcBef>
              <a:spcAft>
                <a:spcPct val="0"/>
              </a:spcAft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7763 </a:t>
            </a:r>
            <a:r>
              <a:rPr lang="en-US" altLang="zh-CN" sz="1200">
                <a:solidFill>
                  <a:srgbClr val="FFFFFF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100%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indent="0" algn="l" defTabSz="266700" eaLnBrk="0" fontAlgn="base">
              <a:lnSpc>
                <a:spcPct val="133000"/>
              </a:lnSpc>
              <a:spcBef>
                <a:spcPts val="0"/>
              </a:spcBef>
              <a:spcAft>
                <a:spcPct val="0"/>
              </a:spcAft>
            </a:pP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indent="0" algn="l" defTabSz="266700" eaLnBrk="0" fontAlgn="base">
              <a:spcBef>
                <a:spcPts val="0"/>
              </a:spcBef>
              <a:spcAft>
                <a:spcPct val="0"/>
              </a:spcAft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9654 VS EPYC 7763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indent="0" algn="l" defTabSz="266700" eaLnBrk="0" fontAlgn="base">
              <a:lnSpc>
                <a:spcPct val="133000"/>
              </a:lnSpc>
              <a:spcBef>
                <a:spcPts val="0"/>
              </a:spcBef>
              <a:spcAft>
                <a:spcPct val="0"/>
              </a:spcAft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9654 </a:t>
            </a:r>
            <a:r>
              <a:rPr lang="en-US" altLang="zh-CN" sz="1200">
                <a:solidFill>
                  <a:srgbClr val="FFFFFF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                             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191% 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indent="0" algn="l" defTabSz="266700" eaLnBrk="0" fontAlgn="base">
              <a:lnSpc>
                <a:spcPct val="133000"/>
              </a:lnSpc>
              <a:spcBef>
                <a:spcPts val="0"/>
              </a:spcBef>
              <a:spcAft>
                <a:spcPct val="0"/>
              </a:spcAft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7763 </a:t>
            </a:r>
            <a:r>
              <a:rPr lang="en-US" altLang="zh-CN" sz="1200">
                <a:solidFill>
                  <a:srgbClr val="FFFFFF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100%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indent="0" algn="l" defTabSz="266700" eaLnBrk="0" fontAlgn="base">
              <a:lnSpc>
                <a:spcPct val="133000"/>
              </a:lnSpc>
              <a:spcBef>
                <a:spcPts val="0"/>
              </a:spcBef>
              <a:spcAft>
                <a:spcPct val="0"/>
              </a:spcAft>
            </a:pPr>
            <a:endParaRPr lang="zh-CN" altLang="en-US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9685" indent="0" algn="l" defTabSz="266700" eaLnBrk="0" fontAlgn="base">
              <a:lnSpc>
                <a:spcPct val="133000"/>
              </a:lnSpc>
              <a:spcBef>
                <a:spcPts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在调优前，该任务场景下，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9755</a:t>
            </a:r>
            <a:r>
              <a:rPr lang="zh-CN" altLang="en-US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求解效率为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9654</a:t>
            </a:r>
            <a:r>
              <a:rPr lang="zh-CN" altLang="en-US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123%</a:t>
            </a:r>
            <a:r>
              <a:rPr lang="zh-CN" altLang="en-US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9755</a:t>
            </a:r>
            <a:r>
              <a:rPr lang="zh-CN" altLang="en-US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求解效率是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7763</a:t>
            </a:r>
            <a:r>
              <a:rPr lang="zh-CN" altLang="en-US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234%</a:t>
            </a:r>
            <a:r>
              <a:rPr lang="zh-CN" altLang="en-US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9654</a:t>
            </a:r>
            <a:r>
              <a:rPr lang="zh-CN" altLang="en-US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求解效率是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7763</a:t>
            </a:r>
            <a:r>
              <a:rPr lang="zh-CN" altLang="en-US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191%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indent="0" algn="l" defTabSz="266700" eaLnBrk="0" fontAlgn="base">
              <a:lnSpc>
                <a:spcPct val="133000"/>
              </a:lnSpc>
              <a:spcBef>
                <a:spcPts val="0"/>
              </a:spcBef>
              <a:spcAft>
                <a:spcPct val="0"/>
              </a:spcAft>
            </a:pP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8"/>
            </p:custDataLst>
          </p:nvPr>
        </p:nvSpPr>
        <p:spPr>
          <a:xfrm>
            <a:off x="696000" y="4437000"/>
            <a:ext cx="453644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模型参数：总网格数:3200 万，1000 步</a:t>
            </a:r>
            <a:endParaRPr lang="zh-CN" altLang="en-US" sz="12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12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适用说明：通过追踪气液两相体积分数，模拟箱体侧向进气、侧向出气的腔内气体流动分布、涡流滞留、进出口流阻不均衡问题，用于腔体流道结构优化、进出口尺寸匹配、内部扰流缺陷分析。</a:t>
            </a:r>
            <a:endParaRPr lang="zh-CN" altLang="en-US" sz="12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" name="图片 1" descr="3200W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6000" y="1701000"/>
            <a:ext cx="3838428" cy="2520000"/>
          </a:xfrm>
          <a:prstGeom prst="rect">
            <a:avLst/>
          </a:prstGeom>
        </p:spPr>
      </p:pic>
    </p:spTree>
    <p:custDataLst>
      <p:tags r:id="rId10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组合 22"/>
          <p:cNvGrpSpPr/>
          <p:nvPr userDrawn="1">
            <p:custDataLst>
              <p:tags r:id="rId1"/>
            </p:custDataLst>
          </p:nvPr>
        </p:nvGrpSpPr>
        <p:grpSpPr>
          <a:xfrm>
            <a:off x="205978" y="83342"/>
            <a:ext cx="11788853" cy="688181"/>
            <a:chOff x="205978" y="83342"/>
            <a:chExt cx="11788853" cy="688181"/>
          </a:xfrm>
        </p:grpSpPr>
        <p:sp>
          <p:nvSpPr>
            <p:cNvPr id="24" name="平行四边形 23"/>
            <p:cNvSpPr/>
            <p:nvPr userDrawn="1">
              <p:custDataLst>
                <p:tags r:id="rId2"/>
              </p:custDataLst>
            </p:nvPr>
          </p:nvSpPr>
          <p:spPr>
            <a:xfrm rot="16200000" flipV="1">
              <a:off x="7739" y="422075"/>
              <a:ext cx="547687" cy="151209"/>
            </a:xfrm>
            <a:prstGeom prst="parallelogram">
              <a:avLst>
                <a:gd name="adj" fmla="val 611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5" name="平行四边形 24"/>
            <p:cNvSpPr/>
            <p:nvPr userDrawn="1">
              <p:custDataLst>
                <p:tags r:id="rId3"/>
              </p:custDataLst>
            </p:nvPr>
          </p:nvSpPr>
          <p:spPr>
            <a:xfrm rot="16200000" flipV="1">
              <a:off x="238720" y="250624"/>
              <a:ext cx="464342" cy="129778"/>
            </a:xfrm>
            <a:prstGeom prst="parallelogram">
              <a:avLst>
                <a:gd name="adj" fmla="val 61117"/>
              </a:avLst>
            </a:prstGeom>
            <a:solidFill>
              <a:schemeClr val="dk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8" name="任意多边形: 形状 10"/>
            <p:cNvSpPr/>
            <p:nvPr userDrawn="1">
              <p:custDataLst>
                <p:tags r:id="rId4"/>
              </p:custDataLst>
            </p:nvPr>
          </p:nvSpPr>
          <p:spPr>
            <a:xfrm flipH="1">
              <a:off x="11669220" y="185737"/>
              <a:ext cx="220836" cy="379696"/>
            </a:xfrm>
            <a:custGeom>
              <a:avLst/>
              <a:gdLst>
                <a:gd name="connsiteX0" fmla="*/ 0 w 2279650"/>
                <a:gd name="connsiteY0" fmla="*/ 0 h 3919537"/>
                <a:gd name="connsiteX1" fmla="*/ 3038 w 2279650"/>
                <a:gd name="connsiteY1" fmla="*/ 0 h 3919537"/>
                <a:gd name="connsiteX2" fmla="*/ 2279650 w 2279650"/>
                <a:gd name="connsiteY2" fmla="*/ 1864626 h 3919537"/>
                <a:gd name="connsiteX3" fmla="*/ 2279650 w 2279650"/>
                <a:gd name="connsiteY3" fmla="*/ 3919537 h 3919537"/>
                <a:gd name="connsiteX4" fmla="*/ 0 w 2279650"/>
                <a:gd name="connsiteY4" fmla="*/ 3919537 h 3919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9650" h="3919537">
                  <a:moveTo>
                    <a:pt x="0" y="0"/>
                  </a:moveTo>
                  <a:lnTo>
                    <a:pt x="3038" y="0"/>
                  </a:lnTo>
                  <a:lnTo>
                    <a:pt x="2279650" y="1864626"/>
                  </a:lnTo>
                  <a:lnTo>
                    <a:pt x="2279650" y="3919537"/>
                  </a:lnTo>
                  <a:lnTo>
                    <a:pt x="0" y="3919537"/>
                  </a:lnTo>
                  <a:close/>
                </a:path>
              </a:pathLst>
            </a:custGeom>
            <a:solidFill>
              <a:schemeClr val="dk2">
                <a:lumMod val="90000"/>
                <a:lumOff val="10000"/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9" name="任意多边形: 形状 11"/>
            <p:cNvSpPr/>
            <p:nvPr userDrawn="1">
              <p:custDataLst>
                <p:tags r:id="rId5"/>
              </p:custDataLst>
            </p:nvPr>
          </p:nvSpPr>
          <p:spPr>
            <a:xfrm flipH="1">
              <a:off x="11773995" y="147637"/>
              <a:ext cx="220836" cy="379696"/>
            </a:xfrm>
            <a:custGeom>
              <a:avLst/>
              <a:gdLst>
                <a:gd name="connsiteX0" fmla="*/ 0 w 2279650"/>
                <a:gd name="connsiteY0" fmla="*/ 0 h 3919537"/>
                <a:gd name="connsiteX1" fmla="*/ 3038 w 2279650"/>
                <a:gd name="connsiteY1" fmla="*/ 0 h 3919537"/>
                <a:gd name="connsiteX2" fmla="*/ 2279650 w 2279650"/>
                <a:gd name="connsiteY2" fmla="*/ 1864626 h 3919537"/>
                <a:gd name="connsiteX3" fmla="*/ 2279650 w 2279650"/>
                <a:gd name="connsiteY3" fmla="*/ 3919537 h 3919537"/>
                <a:gd name="connsiteX4" fmla="*/ 0 w 2279650"/>
                <a:gd name="connsiteY4" fmla="*/ 3919537 h 3919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9650" h="3919537">
                  <a:moveTo>
                    <a:pt x="0" y="0"/>
                  </a:moveTo>
                  <a:lnTo>
                    <a:pt x="3038" y="0"/>
                  </a:lnTo>
                  <a:lnTo>
                    <a:pt x="2279650" y="1864626"/>
                  </a:lnTo>
                  <a:lnTo>
                    <a:pt x="2279650" y="3919537"/>
                  </a:lnTo>
                  <a:lnTo>
                    <a:pt x="0" y="3919537"/>
                  </a:lnTo>
                  <a:close/>
                </a:path>
              </a:pathLst>
            </a:custGeom>
            <a:solidFill>
              <a:schemeClr val="dk2">
                <a:lumMod val="90000"/>
                <a:lumOff val="1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" name="文本框 2"/>
          <p:cNvSpPr txBox="1"/>
          <p:nvPr>
            <p:custDataLst>
              <p:tags r:id="rId6"/>
            </p:custDataLst>
          </p:nvPr>
        </p:nvSpPr>
        <p:spPr>
          <a:xfrm>
            <a:off x="506095" y="4787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三、数据对比</a:t>
            </a:r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7"/>
            </p:custDataLst>
          </p:nvPr>
        </p:nvSpPr>
        <p:spPr>
          <a:xfrm>
            <a:off x="699135" y="1091565"/>
            <a:ext cx="46596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案例一</a:t>
            </a:r>
            <a:r>
              <a:rPr lang="en-US" altLang="zh-CN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侧向进出气箱体两相流仿真模型</a:t>
            </a:r>
            <a:r>
              <a:rPr lang="en-US" altLang="zh-CN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endParaRPr lang="en-US" altLang="zh-CN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096000" y="1089000"/>
            <a:ext cx="5400000" cy="4680000"/>
          </a:xfrm>
          <a:prstGeom prst="rect">
            <a:avLst/>
          </a:prstGeom>
        </p:spPr>
        <p:txBody>
          <a:bodyPr>
            <a:noAutofit/>
          </a:bodyPr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zh-CN" alt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调优后性能对比（各自对比）</a:t>
            </a:r>
            <a:endParaRPr lang="zh-CN" altLang="en-US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zh-CN" altLang="en-US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对</a:t>
            </a:r>
            <a:r>
              <a:rPr lang="zh-CN" altLang="en-US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BIOS、系统环境进行优化，根据多次测试，取平均值进行对比。</a:t>
            </a:r>
            <a:endParaRPr lang="zh-CN" altLang="en-US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endParaRPr lang="zh-CN" altLang="en-US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zh-CN" altLang="en-US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9755 调优后 VS EPYC 9755 默认的性能</a:t>
            </a:r>
            <a:endParaRPr lang="zh-CN" altLang="en-US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zh-CN" altLang="en-US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9755 调优 </a:t>
            </a:r>
            <a:r>
              <a:rPr lang="en-US" altLang="zh-CN" sz="1200">
                <a:solidFill>
                  <a:srgbClr val="FFFFFF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        </a:t>
            </a:r>
            <a:r>
              <a:rPr lang="zh-CN" altLang="en-US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120% </a:t>
            </a:r>
            <a:endParaRPr lang="zh-CN" altLang="en-US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zh-CN" altLang="en-US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9755 默认 </a:t>
            </a:r>
            <a:r>
              <a:rPr lang="en-US" altLang="zh-CN" sz="1200">
                <a:solidFill>
                  <a:srgbClr val="FFFFFF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</a:t>
            </a:r>
            <a:r>
              <a:rPr lang="zh-CN" altLang="en-US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100%</a:t>
            </a:r>
            <a:endParaRPr lang="zh-CN" altLang="en-US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zh-CN" altLang="en-US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endParaRPr lang="zh-CN" altLang="en-US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zh-CN" altLang="en-US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9654 调优后 VS EPYC 9654  默认的性能</a:t>
            </a:r>
            <a:endParaRPr lang="zh-CN" altLang="en-US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zh-CN" altLang="en-US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9654  调优 </a:t>
            </a:r>
            <a:r>
              <a:rPr lang="en-US" altLang="zh-CN" sz="1200">
                <a:solidFill>
                  <a:srgbClr val="FFFFFF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        </a:t>
            </a:r>
            <a:r>
              <a:rPr lang="zh-CN" altLang="en-US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120%</a:t>
            </a:r>
            <a:endParaRPr lang="zh-CN" altLang="en-US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zh-CN" altLang="en-US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9654  默认 </a:t>
            </a:r>
            <a:r>
              <a:rPr lang="en-US" altLang="zh-CN" sz="1200">
                <a:solidFill>
                  <a:srgbClr val="FFFFFF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</a:t>
            </a:r>
            <a:r>
              <a:rPr lang="zh-CN" altLang="en-US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100%</a:t>
            </a:r>
            <a:endParaRPr lang="zh-CN" altLang="en-US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zh-CN" altLang="en-US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endParaRPr lang="zh-CN" altLang="en-US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zh-CN" altLang="en-US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7763 调优后VS EPYC 7763   默认的性能</a:t>
            </a:r>
            <a:endParaRPr lang="zh-CN" altLang="en-US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zh-CN" altLang="en-US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7763  调优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1200">
                <a:solidFill>
                  <a:srgbClr val="FFFFFF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                   </a:t>
            </a:r>
            <a:r>
              <a:rPr lang="zh-CN" altLang="en-US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166%</a:t>
            </a:r>
            <a:endParaRPr lang="zh-CN" altLang="en-US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zh-CN" altLang="en-US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7763  默认 </a:t>
            </a:r>
            <a:r>
              <a:rPr lang="en-US" altLang="zh-CN" sz="1200">
                <a:solidFill>
                  <a:srgbClr val="FFFFFF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</a:t>
            </a:r>
            <a:r>
              <a:rPr lang="zh-CN" altLang="en-US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100%</a:t>
            </a:r>
            <a:endParaRPr lang="zh-CN" altLang="en-US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zh-CN" altLang="en-US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endParaRPr lang="zh-CN" altLang="en-US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zh-CN" altLang="en-US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在调优后，9755的求解效率为调优前的120%。9654同样是是调优前的120%。7763调优后的求解效率则是调优前的</a:t>
            </a:r>
            <a:r>
              <a:rPr lang="zh-CN" altLang="en-US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166%。</a:t>
            </a:r>
            <a:endParaRPr lang="zh-CN" altLang="en-US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8"/>
            </p:custDataLst>
          </p:nvPr>
        </p:nvSpPr>
        <p:spPr>
          <a:xfrm>
            <a:off x="696000" y="4437000"/>
            <a:ext cx="453644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zh-CN" altLang="en-US" sz="12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模型参数：总网格数:3200 万，1000 步</a:t>
            </a:r>
            <a:endParaRPr lang="zh-CN" altLang="en-US" sz="12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12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适用说明：通过追踪气液两相体积分数，模拟箱体侧向进气、侧向出气的腔内气体流动分布、涡流滞留、进出口流阻不均衡问题，用于腔体流道结构优化、进出口尺寸匹配、内部扰流缺陷分析。</a:t>
            </a:r>
            <a:endParaRPr lang="zh-CN" altLang="en-US" sz="12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" name="图片 4" descr="3200W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6000" y="1701000"/>
            <a:ext cx="3838428" cy="2520000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组合 22"/>
          <p:cNvGrpSpPr/>
          <p:nvPr userDrawn="1">
            <p:custDataLst>
              <p:tags r:id="rId1"/>
            </p:custDataLst>
          </p:nvPr>
        </p:nvGrpSpPr>
        <p:grpSpPr>
          <a:xfrm>
            <a:off x="205978" y="83342"/>
            <a:ext cx="11788853" cy="688181"/>
            <a:chOff x="205978" y="83342"/>
            <a:chExt cx="11788853" cy="688181"/>
          </a:xfrm>
        </p:grpSpPr>
        <p:sp>
          <p:nvSpPr>
            <p:cNvPr id="24" name="平行四边形 23"/>
            <p:cNvSpPr/>
            <p:nvPr userDrawn="1">
              <p:custDataLst>
                <p:tags r:id="rId2"/>
              </p:custDataLst>
            </p:nvPr>
          </p:nvSpPr>
          <p:spPr>
            <a:xfrm rot="16200000" flipV="1">
              <a:off x="7739" y="422075"/>
              <a:ext cx="547687" cy="151209"/>
            </a:xfrm>
            <a:prstGeom prst="parallelogram">
              <a:avLst>
                <a:gd name="adj" fmla="val 611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5" name="平行四边形 24"/>
            <p:cNvSpPr/>
            <p:nvPr userDrawn="1">
              <p:custDataLst>
                <p:tags r:id="rId3"/>
              </p:custDataLst>
            </p:nvPr>
          </p:nvSpPr>
          <p:spPr>
            <a:xfrm rot="16200000" flipV="1">
              <a:off x="238720" y="250624"/>
              <a:ext cx="464342" cy="129778"/>
            </a:xfrm>
            <a:prstGeom prst="parallelogram">
              <a:avLst>
                <a:gd name="adj" fmla="val 61117"/>
              </a:avLst>
            </a:prstGeom>
            <a:solidFill>
              <a:schemeClr val="dk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8" name="任意多边形: 形状 10"/>
            <p:cNvSpPr/>
            <p:nvPr userDrawn="1">
              <p:custDataLst>
                <p:tags r:id="rId4"/>
              </p:custDataLst>
            </p:nvPr>
          </p:nvSpPr>
          <p:spPr>
            <a:xfrm flipH="1">
              <a:off x="11669220" y="185737"/>
              <a:ext cx="220836" cy="379696"/>
            </a:xfrm>
            <a:custGeom>
              <a:avLst/>
              <a:gdLst>
                <a:gd name="connsiteX0" fmla="*/ 0 w 2279650"/>
                <a:gd name="connsiteY0" fmla="*/ 0 h 3919537"/>
                <a:gd name="connsiteX1" fmla="*/ 3038 w 2279650"/>
                <a:gd name="connsiteY1" fmla="*/ 0 h 3919537"/>
                <a:gd name="connsiteX2" fmla="*/ 2279650 w 2279650"/>
                <a:gd name="connsiteY2" fmla="*/ 1864626 h 3919537"/>
                <a:gd name="connsiteX3" fmla="*/ 2279650 w 2279650"/>
                <a:gd name="connsiteY3" fmla="*/ 3919537 h 3919537"/>
                <a:gd name="connsiteX4" fmla="*/ 0 w 2279650"/>
                <a:gd name="connsiteY4" fmla="*/ 3919537 h 3919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9650" h="3919537">
                  <a:moveTo>
                    <a:pt x="0" y="0"/>
                  </a:moveTo>
                  <a:lnTo>
                    <a:pt x="3038" y="0"/>
                  </a:lnTo>
                  <a:lnTo>
                    <a:pt x="2279650" y="1864626"/>
                  </a:lnTo>
                  <a:lnTo>
                    <a:pt x="2279650" y="3919537"/>
                  </a:lnTo>
                  <a:lnTo>
                    <a:pt x="0" y="3919537"/>
                  </a:lnTo>
                  <a:close/>
                </a:path>
              </a:pathLst>
            </a:custGeom>
            <a:solidFill>
              <a:schemeClr val="dk2">
                <a:lumMod val="90000"/>
                <a:lumOff val="10000"/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9" name="任意多边形: 形状 11"/>
            <p:cNvSpPr/>
            <p:nvPr userDrawn="1">
              <p:custDataLst>
                <p:tags r:id="rId5"/>
              </p:custDataLst>
            </p:nvPr>
          </p:nvSpPr>
          <p:spPr>
            <a:xfrm flipH="1">
              <a:off x="11773995" y="147637"/>
              <a:ext cx="220836" cy="379696"/>
            </a:xfrm>
            <a:custGeom>
              <a:avLst/>
              <a:gdLst>
                <a:gd name="connsiteX0" fmla="*/ 0 w 2279650"/>
                <a:gd name="connsiteY0" fmla="*/ 0 h 3919537"/>
                <a:gd name="connsiteX1" fmla="*/ 3038 w 2279650"/>
                <a:gd name="connsiteY1" fmla="*/ 0 h 3919537"/>
                <a:gd name="connsiteX2" fmla="*/ 2279650 w 2279650"/>
                <a:gd name="connsiteY2" fmla="*/ 1864626 h 3919537"/>
                <a:gd name="connsiteX3" fmla="*/ 2279650 w 2279650"/>
                <a:gd name="connsiteY3" fmla="*/ 3919537 h 3919537"/>
                <a:gd name="connsiteX4" fmla="*/ 0 w 2279650"/>
                <a:gd name="connsiteY4" fmla="*/ 3919537 h 3919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9650" h="3919537">
                  <a:moveTo>
                    <a:pt x="0" y="0"/>
                  </a:moveTo>
                  <a:lnTo>
                    <a:pt x="3038" y="0"/>
                  </a:lnTo>
                  <a:lnTo>
                    <a:pt x="2279650" y="1864626"/>
                  </a:lnTo>
                  <a:lnTo>
                    <a:pt x="2279650" y="3919537"/>
                  </a:lnTo>
                  <a:lnTo>
                    <a:pt x="0" y="3919537"/>
                  </a:lnTo>
                  <a:close/>
                </a:path>
              </a:pathLst>
            </a:custGeom>
            <a:solidFill>
              <a:schemeClr val="dk2">
                <a:lumMod val="90000"/>
                <a:lumOff val="1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506095" y="4787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三、数据对比</a:t>
            </a:r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699135" y="1091565"/>
            <a:ext cx="50253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案例一</a:t>
            </a:r>
            <a:r>
              <a:rPr lang="en-US" altLang="zh-CN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侧向进出气箱体两相流仿真模型</a:t>
            </a:r>
            <a:r>
              <a:rPr lang="en-US" altLang="zh-CN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endParaRPr lang="en-US" altLang="zh-CN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8"/>
            </p:custDataLst>
          </p:nvPr>
        </p:nvSpPr>
        <p:spPr>
          <a:xfrm>
            <a:off x="696000" y="4437000"/>
            <a:ext cx="453644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zh-CN" altLang="en-US" sz="12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模型参数：总网格数:3200 万，1000 步</a:t>
            </a:r>
            <a:endParaRPr lang="zh-CN" altLang="en-US" sz="12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12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适用说明：通过追踪气液两相体积分数，模拟箱体侧向进气、侧向出气的腔内气体流动分布、涡流滞留、进出口流阻不均衡问题，用于腔体流道结构优化、进出口尺寸匹配、内部扰流缺陷分析。</a:t>
            </a:r>
            <a:endParaRPr lang="zh-CN" altLang="en-US" sz="12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9"/>
            </p:custDataLst>
          </p:nvPr>
        </p:nvSpPr>
        <p:spPr>
          <a:xfrm>
            <a:off x="6096000" y="1089000"/>
            <a:ext cx="5400000" cy="4680000"/>
          </a:xfrm>
          <a:prstGeom prst="rect">
            <a:avLst/>
          </a:prstGeom>
        </p:spPr>
        <p:txBody>
          <a:bodyPr>
            <a:noAutofit/>
          </a:bodyPr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调优后性能对比</a:t>
            </a:r>
            <a:endParaRPr lang="en-US" altLang="zh-CN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对BIOS、系统环境进行优化，根据多次测试，取平均值进行对比。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9755 VS EPYC 9654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9755 </a:t>
            </a:r>
            <a:r>
              <a:rPr lang="en-US" altLang="zh-CN" sz="1200">
                <a:solidFill>
                  <a:srgbClr val="FFFFFF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        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120% 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9654 </a:t>
            </a:r>
            <a:r>
              <a:rPr lang="en-US" altLang="zh-CN" sz="1200">
                <a:solidFill>
                  <a:srgbClr val="FFFFFF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100%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9755 VS EPYC 7763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9755 </a:t>
            </a:r>
            <a:r>
              <a:rPr lang="en-US" altLang="zh-CN" sz="1200">
                <a:solidFill>
                  <a:srgbClr val="FFFFFF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                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148% 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7763 </a:t>
            </a:r>
            <a:r>
              <a:rPr lang="en-US" altLang="zh-CN" sz="1200">
                <a:solidFill>
                  <a:srgbClr val="FFFFFF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100%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9654 VS EPYC 7763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9654 </a:t>
            </a:r>
            <a:r>
              <a:rPr lang="en-US" altLang="zh-CN" sz="1200">
                <a:solidFill>
                  <a:srgbClr val="FFFFFF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         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124% 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7763 </a:t>
            </a:r>
            <a:r>
              <a:rPr lang="en-US" altLang="zh-CN" sz="1200">
                <a:solidFill>
                  <a:srgbClr val="FFFFFF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100%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经特定调优后，9755求解效率为9654的120%，相较7763的求解效率则是148%。9654的计算效率则是7763的124%。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" name="图片 1" descr="3200W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6000" y="1701000"/>
            <a:ext cx="3838428" cy="2520000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组合 22"/>
          <p:cNvGrpSpPr/>
          <p:nvPr userDrawn="1">
            <p:custDataLst>
              <p:tags r:id="rId1"/>
            </p:custDataLst>
          </p:nvPr>
        </p:nvGrpSpPr>
        <p:grpSpPr>
          <a:xfrm>
            <a:off x="205978" y="83342"/>
            <a:ext cx="11788853" cy="688181"/>
            <a:chOff x="205978" y="83342"/>
            <a:chExt cx="11788853" cy="688181"/>
          </a:xfrm>
        </p:grpSpPr>
        <p:sp>
          <p:nvSpPr>
            <p:cNvPr id="24" name="平行四边形 23"/>
            <p:cNvSpPr/>
            <p:nvPr userDrawn="1">
              <p:custDataLst>
                <p:tags r:id="rId2"/>
              </p:custDataLst>
            </p:nvPr>
          </p:nvSpPr>
          <p:spPr>
            <a:xfrm rot="16200000" flipV="1">
              <a:off x="7739" y="422075"/>
              <a:ext cx="547687" cy="151209"/>
            </a:xfrm>
            <a:prstGeom prst="parallelogram">
              <a:avLst>
                <a:gd name="adj" fmla="val 611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5" name="平行四边形 24"/>
            <p:cNvSpPr/>
            <p:nvPr userDrawn="1">
              <p:custDataLst>
                <p:tags r:id="rId3"/>
              </p:custDataLst>
            </p:nvPr>
          </p:nvSpPr>
          <p:spPr>
            <a:xfrm rot="16200000" flipV="1">
              <a:off x="238720" y="250624"/>
              <a:ext cx="464342" cy="129778"/>
            </a:xfrm>
            <a:prstGeom prst="parallelogram">
              <a:avLst>
                <a:gd name="adj" fmla="val 61117"/>
              </a:avLst>
            </a:prstGeom>
            <a:solidFill>
              <a:schemeClr val="dk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8" name="任意多边形: 形状 10"/>
            <p:cNvSpPr/>
            <p:nvPr userDrawn="1">
              <p:custDataLst>
                <p:tags r:id="rId4"/>
              </p:custDataLst>
            </p:nvPr>
          </p:nvSpPr>
          <p:spPr>
            <a:xfrm flipH="1">
              <a:off x="11669220" y="185737"/>
              <a:ext cx="220836" cy="379696"/>
            </a:xfrm>
            <a:custGeom>
              <a:avLst/>
              <a:gdLst>
                <a:gd name="connsiteX0" fmla="*/ 0 w 2279650"/>
                <a:gd name="connsiteY0" fmla="*/ 0 h 3919537"/>
                <a:gd name="connsiteX1" fmla="*/ 3038 w 2279650"/>
                <a:gd name="connsiteY1" fmla="*/ 0 h 3919537"/>
                <a:gd name="connsiteX2" fmla="*/ 2279650 w 2279650"/>
                <a:gd name="connsiteY2" fmla="*/ 1864626 h 3919537"/>
                <a:gd name="connsiteX3" fmla="*/ 2279650 w 2279650"/>
                <a:gd name="connsiteY3" fmla="*/ 3919537 h 3919537"/>
                <a:gd name="connsiteX4" fmla="*/ 0 w 2279650"/>
                <a:gd name="connsiteY4" fmla="*/ 3919537 h 3919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9650" h="3919537">
                  <a:moveTo>
                    <a:pt x="0" y="0"/>
                  </a:moveTo>
                  <a:lnTo>
                    <a:pt x="3038" y="0"/>
                  </a:lnTo>
                  <a:lnTo>
                    <a:pt x="2279650" y="1864626"/>
                  </a:lnTo>
                  <a:lnTo>
                    <a:pt x="2279650" y="3919537"/>
                  </a:lnTo>
                  <a:lnTo>
                    <a:pt x="0" y="3919537"/>
                  </a:lnTo>
                  <a:close/>
                </a:path>
              </a:pathLst>
            </a:custGeom>
            <a:solidFill>
              <a:schemeClr val="dk2">
                <a:lumMod val="90000"/>
                <a:lumOff val="10000"/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9" name="任意多边形: 形状 11"/>
            <p:cNvSpPr/>
            <p:nvPr userDrawn="1">
              <p:custDataLst>
                <p:tags r:id="rId5"/>
              </p:custDataLst>
            </p:nvPr>
          </p:nvSpPr>
          <p:spPr>
            <a:xfrm flipH="1">
              <a:off x="11773995" y="147637"/>
              <a:ext cx="220836" cy="379696"/>
            </a:xfrm>
            <a:custGeom>
              <a:avLst/>
              <a:gdLst>
                <a:gd name="connsiteX0" fmla="*/ 0 w 2279650"/>
                <a:gd name="connsiteY0" fmla="*/ 0 h 3919537"/>
                <a:gd name="connsiteX1" fmla="*/ 3038 w 2279650"/>
                <a:gd name="connsiteY1" fmla="*/ 0 h 3919537"/>
                <a:gd name="connsiteX2" fmla="*/ 2279650 w 2279650"/>
                <a:gd name="connsiteY2" fmla="*/ 1864626 h 3919537"/>
                <a:gd name="connsiteX3" fmla="*/ 2279650 w 2279650"/>
                <a:gd name="connsiteY3" fmla="*/ 3919537 h 3919537"/>
                <a:gd name="connsiteX4" fmla="*/ 0 w 2279650"/>
                <a:gd name="connsiteY4" fmla="*/ 3919537 h 3919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9650" h="3919537">
                  <a:moveTo>
                    <a:pt x="0" y="0"/>
                  </a:moveTo>
                  <a:lnTo>
                    <a:pt x="3038" y="0"/>
                  </a:lnTo>
                  <a:lnTo>
                    <a:pt x="2279650" y="1864626"/>
                  </a:lnTo>
                  <a:lnTo>
                    <a:pt x="2279650" y="3919537"/>
                  </a:lnTo>
                  <a:lnTo>
                    <a:pt x="0" y="3919537"/>
                  </a:lnTo>
                  <a:close/>
                </a:path>
              </a:pathLst>
            </a:custGeom>
            <a:solidFill>
              <a:schemeClr val="dk2">
                <a:lumMod val="90000"/>
                <a:lumOff val="1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506095" y="4787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三、数据对比</a:t>
            </a:r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699135" y="1091565"/>
            <a:ext cx="45948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案例二</a:t>
            </a:r>
            <a:r>
              <a:rPr lang="en-US" altLang="zh-CN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汽车外流场空气动力学仿真模型</a:t>
            </a:r>
            <a:r>
              <a:rPr lang="en-US" altLang="zh-CN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endParaRPr lang="en-US" altLang="zh-CN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96000" y="4437000"/>
            <a:ext cx="4535805" cy="831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>
              <a:buClrTx/>
              <a:buSzTx/>
              <a:buFontTx/>
            </a:pPr>
            <a:r>
              <a:rPr lang="zh-CN" altLang="en-US" sz="12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模型参数：总网格数:500 万，500 步</a:t>
            </a:r>
            <a:endParaRPr lang="zh-CN" altLang="en-US" sz="12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 sz="12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模型介绍：基于单相湍流模型，模拟受限通道内双射流冲击、尾迹演化与静压分布特性，用于分析射流干扰、流场均匀性及气动阻力特性。</a:t>
            </a:r>
            <a:endParaRPr lang="zh-CN" altLang="en-US" sz="12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096000" y="1089000"/>
            <a:ext cx="5400000" cy="4680000"/>
          </a:xfrm>
          <a:prstGeom prst="rect">
            <a:avLst/>
          </a:prstGeom>
        </p:spPr>
        <p:txBody>
          <a:bodyPr wrap="square">
            <a:noAutofit/>
          </a:bodyPr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调优前性能对比</a:t>
            </a:r>
            <a:endParaRPr lang="en-US" altLang="zh-CN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不进行调优、保持默认BIOS、系统环境。根据多次测试，取平均值进行对比。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9755 VS EPYC 9654  的性能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9755 </a:t>
            </a:r>
            <a:r>
              <a:rPr lang="en-US" altLang="zh-CN" sz="1200">
                <a:solidFill>
                  <a:srgbClr val="FFFFFF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           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136% 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9654 </a:t>
            </a:r>
            <a:r>
              <a:rPr lang="en-US" altLang="zh-CN" sz="1200">
                <a:solidFill>
                  <a:srgbClr val="FFFFFF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100%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9755 VS EPYC 7763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9755 </a:t>
            </a:r>
            <a:r>
              <a:rPr lang="en-US" altLang="zh-CN" sz="1200">
                <a:solidFill>
                  <a:srgbClr val="FFFFFF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                                                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275% 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7763 </a:t>
            </a:r>
            <a:r>
              <a:rPr lang="en-US" altLang="zh-CN" sz="1200">
                <a:solidFill>
                  <a:srgbClr val="FFFFFF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100%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9654 VS EPYC 7763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9654 </a:t>
            </a:r>
            <a:r>
              <a:rPr lang="en-US" altLang="zh-CN" sz="1200">
                <a:solidFill>
                  <a:srgbClr val="FFFFFF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                                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202% 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7763 </a:t>
            </a:r>
            <a:r>
              <a:rPr lang="en-US" altLang="zh-CN" sz="1200">
                <a:solidFill>
                  <a:srgbClr val="FFFFFF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100%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根据测试结果，9755 求解效率显著高于 9654 和 7763，调优前9755求解效率为 9654 的 136% ，7763 的 275% ，而9654则是较 7763提升了102%。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" name="图片 5"/>
          <p:cNvPicPr/>
          <p:nvPr/>
        </p:nvPicPr>
        <p:blipFill>
          <a:blip r:embed="rId8"/>
          <a:stretch>
            <a:fillRect/>
          </a:stretch>
        </p:blipFill>
        <p:spPr>
          <a:xfrm>
            <a:off x="1056005" y="1701165"/>
            <a:ext cx="3837600" cy="2520000"/>
          </a:xfrm>
          <a:prstGeom prst="rect">
            <a:avLst/>
          </a:prstGeom>
        </p:spPr>
      </p:pic>
    </p:spTree>
    <p:custDataLst>
      <p:tags r:id="rId9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组合 22"/>
          <p:cNvGrpSpPr/>
          <p:nvPr userDrawn="1">
            <p:custDataLst>
              <p:tags r:id="rId1"/>
            </p:custDataLst>
          </p:nvPr>
        </p:nvGrpSpPr>
        <p:grpSpPr>
          <a:xfrm>
            <a:off x="205978" y="83342"/>
            <a:ext cx="11788853" cy="688181"/>
            <a:chOff x="205978" y="83342"/>
            <a:chExt cx="11788853" cy="688181"/>
          </a:xfrm>
        </p:grpSpPr>
        <p:sp>
          <p:nvSpPr>
            <p:cNvPr id="24" name="平行四边形 23"/>
            <p:cNvSpPr/>
            <p:nvPr userDrawn="1">
              <p:custDataLst>
                <p:tags r:id="rId2"/>
              </p:custDataLst>
            </p:nvPr>
          </p:nvSpPr>
          <p:spPr>
            <a:xfrm rot="16200000" flipV="1">
              <a:off x="7739" y="422075"/>
              <a:ext cx="547687" cy="151209"/>
            </a:xfrm>
            <a:prstGeom prst="parallelogram">
              <a:avLst>
                <a:gd name="adj" fmla="val 611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5" name="平行四边形 24"/>
            <p:cNvSpPr/>
            <p:nvPr userDrawn="1">
              <p:custDataLst>
                <p:tags r:id="rId3"/>
              </p:custDataLst>
            </p:nvPr>
          </p:nvSpPr>
          <p:spPr>
            <a:xfrm rot="16200000" flipV="1">
              <a:off x="238720" y="250624"/>
              <a:ext cx="464342" cy="129778"/>
            </a:xfrm>
            <a:prstGeom prst="parallelogram">
              <a:avLst>
                <a:gd name="adj" fmla="val 61117"/>
              </a:avLst>
            </a:prstGeom>
            <a:solidFill>
              <a:schemeClr val="dk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8" name="任意多边形: 形状 10"/>
            <p:cNvSpPr/>
            <p:nvPr userDrawn="1">
              <p:custDataLst>
                <p:tags r:id="rId4"/>
              </p:custDataLst>
            </p:nvPr>
          </p:nvSpPr>
          <p:spPr>
            <a:xfrm flipH="1">
              <a:off x="11669220" y="185737"/>
              <a:ext cx="220836" cy="379696"/>
            </a:xfrm>
            <a:custGeom>
              <a:avLst/>
              <a:gdLst>
                <a:gd name="connsiteX0" fmla="*/ 0 w 2279650"/>
                <a:gd name="connsiteY0" fmla="*/ 0 h 3919537"/>
                <a:gd name="connsiteX1" fmla="*/ 3038 w 2279650"/>
                <a:gd name="connsiteY1" fmla="*/ 0 h 3919537"/>
                <a:gd name="connsiteX2" fmla="*/ 2279650 w 2279650"/>
                <a:gd name="connsiteY2" fmla="*/ 1864626 h 3919537"/>
                <a:gd name="connsiteX3" fmla="*/ 2279650 w 2279650"/>
                <a:gd name="connsiteY3" fmla="*/ 3919537 h 3919537"/>
                <a:gd name="connsiteX4" fmla="*/ 0 w 2279650"/>
                <a:gd name="connsiteY4" fmla="*/ 3919537 h 3919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9650" h="3919537">
                  <a:moveTo>
                    <a:pt x="0" y="0"/>
                  </a:moveTo>
                  <a:lnTo>
                    <a:pt x="3038" y="0"/>
                  </a:lnTo>
                  <a:lnTo>
                    <a:pt x="2279650" y="1864626"/>
                  </a:lnTo>
                  <a:lnTo>
                    <a:pt x="2279650" y="3919537"/>
                  </a:lnTo>
                  <a:lnTo>
                    <a:pt x="0" y="3919537"/>
                  </a:lnTo>
                  <a:close/>
                </a:path>
              </a:pathLst>
            </a:custGeom>
            <a:solidFill>
              <a:schemeClr val="dk2">
                <a:lumMod val="90000"/>
                <a:lumOff val="10000"/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9" name="任意多边形: 形状 11"/>
            <p:cNvSpPr/>
            <p:nvPr userDrawn="1">
              <p:custDataLst>
                <p:tags r:id="rId5"/>
              </p:custDataLst>
            </p:nvPr>
          </p:nvSpPr>
          <p:spPr>
            <a:xfrm flipH="1">
              <a:off x="11773995" y="147637"/>
              <a:ext cx="220836" cy="379696"/>
            </a:xfrm>
            <a:custGeom>
              <a:avLst/>
              <a:gdLst>
                <a:gd name="connsiteX0" fmla="*/ 0 w 2279650"/>
                <a:gd name="connsiteY0" fmla="*/ 0 h 3919537"/>
                <a:gd name="connsiteX1" fmla="*/ 3038 w 2279650"/>
                <a:gd name="connsiteY1" fmla="*/ 0 h 3919537"/>
                <a:gd name="connsiteX2" fmla="*/ 2279650 w 2279650"/>
                <a:gd name="connsiteY2" fmla="*/ 1864626 h 3919537"/>
                <a:gd name="connsiteX3" fmla="*/ 2279650 w 2279650"/>
                <a:gd name="connsiteY3" fmla="*/ 3919537 h 3919537"/>
                <a:gd name="connsiteX4" fmla="*/ 0 w 2279650"/>
                <a:gd name="connsiteY4" fmla="*/ 3919537 h 3919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9650" h="3919537">
                  <a:moveTo>
                    <a:pt x="0" y="0"/>
                  </a:moveTo>
                  <a:lnTo>
                    <a:pt x="3038" y="0"/>
                  </a:lnTo>
                  <a:lnTo>
                    <a:pt x="2279650" y="1864626"/>
                  </a:lnTo>
                  <a:lnTo>
                    <a:pt x="2279650" y="3919537"/>
                  </a:lnTo>
                  <a:lnTo>
                    <a:pt x="0" y="3919537"/>
                  </a:lnTo>
                  <a:close/>
                </a:path>
              </a:pathLst>
            </a:custGeom>
            <a:solidFill>
              <a:schemeClr val="dk2">
                <a:lumMod val="90000"/>
                <a:lumOff val="1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6096000" y="1089000"/>
            <a:ext cx="5400000" cy="4680000"/>
          </a:xfrm>
          <a:prstGeom prst="rect">
            <a:avLst/>
          </a:prstGeom>
        </p:spPr>
        <p:txBody>
          <a:bodyPr>
            <a:noAutofit/>
          </a:bodyPr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调优后性能对比</a:t>
            </a:r>
            <a:r>
              <a:rPr lang="zh-CN" alt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（各自对比）</a:t>
            </a:r>
            <a:endParaRPr lang="en-US" altLang="zh-CN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对BIOS、系统环境进行优化，根据多次测试，取平均值进行对比。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9755 调优后VS EPYC 9755 默认的性能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9755 调优 </a:t>
            </a:r>
            <a:r>
              <a:rPr lang="en-US" altLang="zh-CN" sz="1200">
                <a:solidFill>
                  <a:srgbClr val="FFFFFF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             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132% 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9755 默认 </a:t>
            </a:r>
            <a:r>
              <a:rPr lang="en-US" altLang="zh-CN" sz="1200">
                <a:solidFill>
                  <a:srgbClr val="FFFFFF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100%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9654 调优后 VS EPYC 9654  默认的性能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9654  调优 </a:t>
            </a:r>
            <a:r>
              <a:rPr lang="en-US" altLang="zh-CN" sz="1200">
                <a:solidFill>
                  <a:srgbClr val="FFFFFF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        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123%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9654  默认 </a:t>
            </a:r>
            <a:r>
              <a:rPr lang="en-US" altLang="zh-CN" sz="1200">
                <a:solidFill>
                  <a:srgbClr val="FFFFFF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100%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7763 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调优后VS EPYC 7763   默认的性能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7763  调优 </a:t>
            </a:r>
            <a:r>
              <a:rPr lang="en-US" altLang="zh-CN" sz="1200">
                <a:solidFill>
                  <a:srgbClr val="FFFFFF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                  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146% 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7763  默认 </a:t>
            </a:r>
            <a:r>
              <a:rPr lang="en-US" altLang="zh-CN" sz="1200">
                <a:solidFill>
                  <a:srgbClr val="FFFFFF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100%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在调优后，9755相较于调优前，提升了32%的求解效率。9654相较于调优前，提升了23%的求解效率，7763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则是相较于调优前提升了46%大的求解效率。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506095" y="4787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三、数据对比</a:t>
            </a:r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699135" y="1091565"/>
            <a:ext cx="44742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案例二</a:t>
            </a:r>
            <a:r>
              <a:rPr lang="en-US" altLang="zh-CN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汽车外流场空气动力学仿真模型</a:t>
            </a:r>
            <a:r>
              <a:rPr lang="en-US" altLang="zh-CN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" name="图片 5"/>
          <p:cNvPicPr/>
          <p:nvPr/>
        </p:nvPicPr>
        <p:blipFill>
          <a:blip r:embed="rId8"/>
          <a:stretch>
            <a:fillRect/>
          </a:stretch>
        </p:blipFill>
        <p:spPr>
          <a:xfrm>
            <a:off x="1056005" y="1701165"/>
            <a:ext cx="3837600" cy="25200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96000" y="4437000"/>
            <a:ext cx="4535805" cy="831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>
              <a:buClrTx/>
              <a:buSzTx/>
              <a:buFontTx/>
            </a:pPr>
            <a:r>
              <a:rPr lang="zh-CN" altLang="en-US" sz="12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模型参数：总网格数:500 万，500 步</a:t>
            </a:r>
            <a:endParaRPr lang="zh-CN" altLang="en-US" sz="12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 sz="12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模型介绍：基于单相湍流模型，模拟受限通道内双射流冲击、尾迹演化与静压分布特性，用于分析射流干扰、流场均匀性及气动阻力特性。</a:t>
            </a:r>
            <a:endParaRPr lang="zh-CN" altLang="en-US" sz="12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  <p:custDataLst>
      <p:tags r:id="rId9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组合 22"/>
          <p:cNvGrpSpPr/>
          <p:nvPr userDrawn="1">
            <p:custDataLst>
              <p:tags r:id="rId1"/>
            </p:custDataLst>
          </p:nvPr>
        </p:nvGrpSpPr>
        <p:grpSpPr>
          <a:xfrm>
            <a:off x="205978" y="83342"/>
            <a:ext cx="11788853" cy="688181"/>
            <a:chOff x="205978" y="83342"/>
            <a:chExt cx="11788853" cy="688181"/>
          </a:xfrm>
        </p:grpSpPr>
        <p:sp>
          <p:nvSpPr>
            <p:cNvPr id="24" name="平行四边形 23"/>
            <p:cNvSpPr/>
            <p:nvPr userDrawn="1">
              <p:custDataLst>
                <p:tags r:id="rId2"/>
              </p:custDataLst>
            </p:nvPr>
          </p:nvSpPr>
          <p:spPr>
            <a:xfrm rot="16200000" flipV="1">
              <a:off x="7739" y="422075"/>
              <a:ext cx="547687" cy="151209"/>
            </a:xfrm>
            <a:prstGeom prst="parallelogram">
              <a:avLst>
                <a:gd name="adj" fmla="val 611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5" name="平行四边形 24"/>
            <p:cNvSpPr/>
            <p:nvPr userDrawn="1">
              <p:custDataLst>
                <p:tags r:id="rId3"/>
              </p:custDataLst>
            </p:nvPr>
          </p:nvSpPr>
          <p:spPr>
            <a:xfrm rot="16200000" flipV="1">
              <a:off x="238720" y="250624"/>
              <a:ext cx="464342" cy="129778"/>
            </a:xfrm>
            <a:prstGeom prst="parallelogram">
              <a:avLst>
                <a:gd name="adj" fmla="val 61117"/>
              </a:avLst>
            </a:prstGeom>
            <a:solidFill>
              <a:schemeClr val="dk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8" name="任意多边形: 形状 10"/>
            <p:cNvSpPr/>
            <p:nvPr userDrawn="1">
              <p:custDataLst>
                <p:tags r:id="rId4"/>
              </p:custDataLst>
            </p:nvPr>
          </p:nvSpPr>
          <p:spPr>
            <a:xfrm flipH="1">
              <a:off x="11669220" y="185737"/>
              <a:ext cx="220836" cy="379696"/>
            </a:xfrm>
            <a:custGeom>
              <a:avLst/>
              <a:gdLst>
                <a:gd name="connsiteX0" fmla="*/ 0 w 2279650"/>
                <a:gd name="connsiteY0" fmla="*/ 0 h 3919537"/>
                <a:gd name="connsiteX1" fmla="*/ 3038 w 2279650"/>
                <a:gd name="connsiteY1" fmla="*/ 0 h 3919537"/>
                <a:gd name="connsiteX2" fmla="*/ 2279650 w 2279650"/>
                <a:gd name="connsiteY2" fmla="*/ 1864626 h 3919537"/>
                <a:gd name="connsiteX3" fmla="*/ 2279650 w 2279650"/>
                <a:gd name="connsiteY3" fmla="*/ 3919537 h 3919537"/>
                <a:gd name="connsiteX4" fmla="*/ 0 w 2279650"/>
                <a:gd name="connsiteY4" fmla="*/ 3919537 h 3919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9650" h="3919537">
                  <a:moveTo>
                    <a:pt x="0" y="0"/>
                  </a:moveTo>
                  <a:lnTo>
                    <a:pt x="3038" y="0"/>
                  </a:lnTo>
                  <a:lnTo>
                    <a:pt x="2279650" y="1864626"/>
                  </a:lnTo>
                  <a:lnTo>
                    <a:pt x="2279650" y="3919537"/>
                  </a:lnTo>
                  <a:lnTo>
                    <a:pt x="0" y="3919537"/>
                  </a:lnTo>
                  <a:close/>
                </a:path>
              </a:pathLst>
            </a:custGeom>
            <a:solidFill>
              <a:schemeClr val="dk2">
                <a:lumMod val="90000"/>
                <a:lumOff val="10000"/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9" name="任意多边形: 形状 11"/>
            <p:cNvSpPr/>
            <p:nvPr userDrawn="1">
              <p:custDataLst>
                <p:tags r:id="rId5"/>
              </p:custDataLst>
            </p:nvPr>
          </p:nvSpPr>
          <p:spPr>
            <a:xfrm flipH="1">
              <a:off x="11773995" y="147637"/>
              <a:ext cx="220836" cy="379696"/>
            </a:xfrm>
            <a:custGeom>
              <a:avLst/>
              <a:gdLst>
                <a:gd name="connsiteX0" fmla="*/ 0 w 2279650"/>
                <a:gd name="connsiteY0" fmla="*/ 0 h 3919537"/>
                <a:gd name="connsiteX1" fmla="*/ 3038 w 2279650"/>
                <a:gd name="connsiteY1" fmla="*/ 0 h 3919537"/>
                <a:gd name="connsiteX2" fmla="*/ 2279650 w 2279650"/>
                <a:gd name="connsiteY2" fmla="*/ 1864626 h 3919537"/>
                <a:gd name="connsiteX3" fmla="*/ 2279650 w 2279650"/>
                <a:gd name="connsiteY3" fmla="*/ 3919537 h 3919537"/>
                <a:gd name="connsiteX4" fmla="*/ 0 w 2279650"/>
                <a:gd name="connsiteY4" fmla="*/ 3919537 h 3919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9650" h="3919537">
                  <a:moveTo>
                    <a:pt x="0" y="0"/>
                  </a:moveTo>
                  <a:lnTo>
                    <a:pt x="3038" y="0"/>
                  </a:lnTo>
                  <a:lnTo>
                    <a:pt x="2279650" y="1864626"/>
                  </a:lnTo>
                  <a:lnTo>
                    <a:pt x="2279650" y="3919537"/>
                  </a:lnTo>
                  <a:lnTo>
                    <a:pt x="0" y="3919537"/>
                  </a:lnTo>
                  <a:close/>
                </a:path>
              </a:pathLst>
            </a:custGeom>
            <a:solidFill>
              <a:schemeClr val="dk2">
                <a:lumMod val="90000"/>
                <a:lumOff val="1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506095" y="4787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三、数据对比</a:t>
            </a:r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699135" y="1091565"/>
            <a:ext cx="48221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案例二</a:t>
            </a:r>
            <a:r>
              <a:rPr lang="en-US" altLang="zh-CN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汽车外流场空气动力学仿真模型</a:t>
            </a:r>
            <a:r>
              <a:rPr lang="en-US" altLang="zh-CN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8"/>
            </p:custDataLst>
          </p:nvPr>
        </p:nvSpPr>
        <p:spPr>
          <a:xfrm>
            <a:off x="6096000" y="1089000"/>
            <a:ext cx="5400000" cy="4680000"/>
          </a:xfrm>
          <a:prstGeom prst="rect">
            <a:avLst/>
          </a:prstGeom>
        </p:spPr>
        <p:txBody>
          <a:bodyPr>
            <a:noAutofit/>
          </a:bodyPr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调优后性能对比</a:t>
            </a:r>
            <a:endParaRPr lang="en-US" altLang="zh-CN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对BIOS、系统环境进行优化，根据多次测试，取平均值进行对比。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9755 调优后VS EPYC 9654 调优后的性能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9755 </a:t>
            </a:r>
            <a:r>
              <a:rPr lang="en-US" altLang="zh-CN" sz="1200">
                <a:solidFill>
                  <a:srgbClr val="FFFFFF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                    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146%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9654 </a:t>
            </a:r>
            <a:r>
              <a:rPr lang="en-US" altLang="zh-CN" sz="1200">
                <a:solidFill>
                  <a:srgbClr val="FFFFFF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100%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9755 调优后VS EPYC 7763 调优后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9755 </a:t>
            </a:r>
            <a:r>
              <a:rPr lang="en-US" altLang="zh-CN" sz="1200">
                <a:solidFill>
                  <a:srgbClr val="FFFFFF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                                               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247%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7763 </a:t>
            </a:r>
            <a:r>
              <a:rPr lang="en-US" altLang="zh-CN" sz="1200">
                <a:solidFill>
                  <a:srgbClr val="FFFFFF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100%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9654 调优后VS EPYC 7763 调优后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9654 </a:t>
            </a:r>
            <a:r>
              <a:rPr lang="en-US" altLang="zh-CN" sz="1200">
                <a:solidFill>
                  <a:srgbClr val="FFFFFF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                           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169%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7763 </a:t>
            </a:r>
            <a:r>
              <a:rPr lang="en-US" altLang="zh-CN" sz="1200">
                <a:solidFill>
                  <a:srgbClr val="FFFFFF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100%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经特定调优后，9755 较默认设置下可节省 24%的时长。调优后效率相比9654 提升超 46% ，7633 提升超 147%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" name="图片 5"/>
          <p:cNvPicPr/>
          <p:nvPr/>
        </p:nvPicPr>
        <p:blipFill>
          <a:blip r:embed="rId9"/>
          <a:stretch>
            <a:fillRect/>
          </a:stretch>
        </p:blipFill>
        <p:spPr>
          <a:xfrm>
            <a:off x="1056005" y="1701165"/>
            <a:ext cx="3837600" cy="252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696000" y="4437000"/>
            <a:ext cx="4535805" cy="831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>
              <a:buClrTx/>
              <a:buSzTx/>
              <a:buFontTx/>
            </a:pPr>
            <a:r>
              <a:rPr lang="zh-CN" altLang="en-US" sz="12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模型参数：总网格数:500 万，500 步</a:t>
            </a:r>
            <a:endParaRPr lang="zh-CN" altLang="en-US" sz="12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 sz="12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模型介绍：基于单相湍流模型，模拟受限通道内双射流冲击、尾迹演化与静压分布特性，用于分析射流干扰、流场均匀性及气动阻力特性。</a:t>
            </a:r>
            <a:endParaRPr lang="zh-CN" altLang="en-US" sz="12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组合 22"/>
          <p:cNvGrpSpPr/>
          <p:nvPr userDrawn="1">
            <p:custDataLst>
              <p:tags r:id="rId1"/>
            </p:custDataLst>
          </p:nvPr>
        </p:nvGrpSpPr>
        <p:grpSpPr>
          <a:xfrm>
            <a:off x="205978" y="83342"/>
            <a:ext cx="11788853" cy="688181"/>
            <a:chOff x="205978" y="83342"/>
            <a:chExt cx="11788853" cy="688181"/>
          </a:xfrm>
        </p:grpSpPr>
        <p:sp>
          <p:nvSpPr>
            <p:cNvPr id="24" name="平行四边形 23"/>
            <p:cNvSpPr/>
            <p:nvPr userDrawn="1">
              <p:custDataLst>
                <p:tags r:id="rId2"/>
              </p:custDataLst>
            </p:nvPr>
          </p:nvSpPr>
          <p:spPr>
            <a:xfrm rot="16200000" flipV="1">
              <a:off x="7739" y="422075"/>
              <a:ext cx="547687" cy="151209"/>
            </a:xfrm>
            <a:prstGeom prst="parallelogram">
              <a:avLst>
                <a:gd name="adj" fmla="val 611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5" name="平行四边形 24"/>
            <p:cNvSpPr/>
            <p:nvPr userDrawn="1">
              <p:custDataLst>
                <p:tags r:id="rId3"/>
              </p:custDataLst>
            </p:nvPr>
          </p:nvSpPr>
          <p:spPr>
            <a:xfrm rot="16200000" flipV="1">
              <a:off x="238720" y="250624"/>
              <a:ext cx="464342" cy="129778"/>
            </a:xfrm>
            <a:prstGeom prst="parallelogram">
              <a:avLst>
                <a:gd name="adj" fmla="val 61117"/>
              </a:avLst>
            </a:prstGeom>
            <a:solidFill>
              <a:schemeClr val="dk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8" name="任意多边形: 形状 10"/>
            <p:cNvSpPr/>
            <p:nvPr userDrawn="1">
              <p:custDataLst>
                <p:tags r:id="rId4"/>
              </p:custDataLst>
            </p:nvPr>
          </p:nvSpPr>
          <p:spPr>
            <a:xfrm flipH="1">
              <a:off x="11669220" y="185737"/>
              <a:ext cx="220836" cy="379696"/>
            </a:xfrm>
            <a:custGeom>
              <a:avLst/>
              <a:gdLst>
                <a:gd name="connsiteX0" fmla="*/ 0 w 2279650"/>
                <a:gd name="connsiteY0" fmla="*/ 0 h 3919537"/>
                <a:gd name="connsiteX1" fmla="*/ 3038 w 2279650"/>
                <a:gd name="connsiteY1" fmla="*/ 0 h 3919537"/>
                <a:gd name="connsiteX2" fmla="*/ 2279650 w 2279650"/>
                <a:gd name="connsiteY2" fmla="*/ 1864626 h 3919537"/>
                <a:gd name="connsiteX3" fmla="*/ 2279650 w 2279650"/>
                <a:gd name="connsiteY3" fmla="*/ 3919537 h 3919537"/>
                <a:gd name="connsiteX4" fmla="*/ 0 w 2279650"/>
                <a:gd name="connsiteY4" fmla="*/ 3919537 h 3919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9650" h="3919537">
                  <a:moveTo>
                    <a:pt x="0" y="0"/>
                  </a:moveTo>
                  <a:lnTo>
                    <a:pt x="3038" y="0"/>
                  </a:lnTo>
                  <a:lnTo>
                    <a:pt x="2279650" y="1864626"/>
                  </a:lnTo>
                  <a:lnTo>
                    <a:pt x="2279650" y="3919537"/>
                  </a:lnTo>
                  <a:lnTo>
                    <a:pt x="0" y="3919537"/>
                  </a:lnTo>
                  <a:close/>
                </a:path>
              </a:pathLst>
            </a:custGeom>
            <a:solidFill>
              <a:schemeClr val="dk2">
                <a:lumMod val="90000"/>
                <a:lumOff val="10000"/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9" name="任意多边形: 形状 11"/>
            <p:cNvSpPr/>
            <p:nvPr userDrawn="1">
              <p:custDataLst>
                <p:tags r:id="rId5"/>
              </p:custDataLst>
            </p:nvPr>
          </p:nvSpPr>
          <p:spPr>
            <a:xfrm flipH="1">
              <a:off x="11773995" y="147637"/>
              <a:ext cx="220836" cy="379696"/>
            </a:xfrm>
            <a:custGeom>
              <a:avLst/>
              <a:gdLst>
                <a:gd name="connsiteX0" fmla="*/ 0 w 2279650"/>
                <a:gd name="connsiteY0" fmla="*/ 0 h 3919537"/>
                <a:gd name="connsiteX1" fmla="*/ 3038 w 2279650"/>
                <a:gd name="connsiteY1" fmla="*/ 0 h 3919537"/>
                <a:gd name="connsiteX2" fmla="*/ 2279650 w 2279650"/>
                <a:gd name="connsiteY2" fmla="*/ 1864626 h 3919537"/>
                <a:gd name="connsiteX3" fmla="*/ 2279650 w 2279650"/>
                <a:gd name="connsiteY3" fmla="*/ 3919537 h 3919537"/>
                <a:gd name="connsiteX4" fmla="*/ 0 w 2279650"/>
                <a:gd name="connsiteY4" fmla="*/ 3919537 h 3919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9650" h="3919537">
                  <a:moveTo>
                    <a:pt x="0" y="0"/>
                  </a:moveTo>
                  <a:lnTo>
                    <a:pt x="3038" y="0"/>
                  </a:lnTo>
                  <a:lnTo>
                    <a:pt x="2279650" y="1864626"/>
                  </a:lnTo>
                  <a:lnTo>
                    <a:pt x="2279650" y="3919537"/>
                  </a:lnTo>
                  <a:lnTo>
                    <a:pt x="0" y="3919537"/>
                  </a:lnTo>
                  <a:close/>
                </a:path>
              </a:pathLst>
            </a:custGeom>
            <a:solidFill>
              <a:schemeClr val="dk2">
                <a:lumMod val="90000"/>
                <a:lumOff val="1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506095" y="4787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三、数据对比</a:t>
            </a:r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699135" y="1091565"/>
            <a:ext cx="46386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案例三</a:t>
            </a:r>
            <a:r>
              <a:rPr lang="en-US" altLang="zh-CN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卧式腔体侧向进液两相流仿真模型 </a:t>
            </a:r>
            <a:r>
              <a:rPr lang="en-US" altLang="zh-CN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endParaRPr lang="en-US" altLang="zh-CN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95960" y="4436745"/>
            <a:ext cx="4641850" cy="782320"/>
          </a:xfrm>
          <a:prstGeom prst="rect">
            <a:avLst/>
          </a:prstGeom>
        </p:spPr>
        <p:txBody>
          <a:bodyPr>
            <a:noAutofit/>
          </a:bodyPr>
          <a:p>
            <a:pPr indent="0" algn="l" defTabSz="914400" fontAlgn="auto">
              <a:spcBef>
                <a:spcPts val="0"/>
              </a:spcBef>
              <a:buClrTx/>
              <a:buSzTx/>
              <a:buFontTx/>
            </a:pPr>
            <a:r>
              <a:rPr lang="zh-CN" altLang="en-US" sz="12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模型参数：总网格数:210 万，3000 步</a:t>
            </a:r>
            <a:endParaRPr lang="zh-CN" altLang="en-US" sz="12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 defTabSz="914400" fontAlgn="auto">
              <a:lnSpc>
                <a:spcPct val="100000"/>
              </a:lnSpc>
              <a:spcBef>
                <a:spcPts val="0"/>
              </a:spcBef>
              <a:buClrTx/>
              <a:buSzTx/>
              <a:buFontTx/>
            </a:pPr>
            <a:r>
              <a:rPr lang="zh-CN" altLang="en-US" sz="12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适用说明：通过追踪空气相体积分数，模拟复杂型腔充注过程中的卷气、滞气与排气不畅现象，用于结构优化与流场缺陷分析。</a:t>
            </a:r>
            <a:endParaRPr lang="zh-CN" altLang="en-US" sz="12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096000" y="1089000"/>
            <a:ext cx="5400000" cy="4680000"/>
          </a:xfrm>
          <a:prstGeom prst="rect">
            <a:avLst/>
          </a:prstGeom>
        </p:spPr>
        <p:txBody>
          <a:bodyPr>
            <a:noAutofit/>
          </a:bodyPr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调优前性能对比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不进行调优、保持默认BIOS、系统环境。根据多次测试，取平均值进行对比。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9755 VS EPYC 9654  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的性能 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9755 </a:t>
            </a:r>
            <a:r>
              <a:rPr lang="en-US" altLang="zh-CN" sz="1200">
                <a:solidFill>
                  <a:srgbClr val="FFFFFF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    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113%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9654 </a:t>
            </a:r>
            <a:r>
              <a:rPr lang="en-US" altLang="zh-CN" sz="1200">
                <a:solidFill>
                  <a:srgbClr val="FFFFFF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100%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9755 VS EPYC 7763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9755 </a:t>
            </a:r>
            <a:r>
              <a:rPr lang="en-US" altLang="zh-CN" sz="1200">
                <a:solidFill>
                  <a:srgbClr val="FFFFFF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                           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197% 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7763 </a:t>
            </a:r>
            <a:r>
              <a:rPr lang="en-US" altLang="zh-CN" sz="1200">
                <a:solidFill>
                  <a:srgbClr val="FFFFFF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100%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9654 VS EPYC 7763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9654 </a:t>
            </a:r>
            <a:r>
              <a:rPr lang="en-US" altLang="zh-CN" sz="1200">
                <a:solidFill>
                  <a:srgbClr val="FFFFFF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                     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175%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7763 </a:t>
            </a:r>
            <a:r>
              <a:rPr lang="en-US" altLang="zh-CN" sz="1200">
                <a:solidFill>
                  <a:srgbClr val="FFFFFF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100%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在调优前，该任务场景下，9755求解效率为9654的113%，9755求解效率是7763的197%。9654求解效率是7763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的175%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/>
          <p:cNvPicPr/>
          <p:nvPr/>
        </p:nvPicPr>
        <p:blipFill>
          <a:blip r:embed="rId8"/>
          <a:stretch>
            <a:fillRect/>
          </a:stretch>
        </p:blipFill>
        <p:spPr>
          <a:xfrm>
            <a:off x="1056000" y="1701000"/>
            <a:ext cx="3837600" cy="2520000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组合 22"/>
          <p:cNvGrpSpPr/>
          <p:nvPr userDrawn="1">
            <p:custDataLst>
              <p:tags r:id="rId1"/>
            </p:custDataLst>
          </p:nvPr>
        </p:nvGrpSpPr>
        <p:grpSpPr>
          <a:xfrm>
            <a:off x="205978" y="83342"/>
            <a:ext cx="11788853" cy="688181"/>
            <a:chOff x="205978" y="83342"/>
            <a:chExt cx="11788853" cy="688181"/>
          </a:xfrm>
        </p:grpSpPr>
        <p:sp>
          <p:nvSpPr>
            <p:cNvPr id="24" name="平行四边形 23"/>
            <p:cNvSpPr/>
            <p:nvPr userDrawn="1">
              <p:custDataLst>
                <p:tags r:id="rId2"/>
              </p:custDataLst>
            </p:nvPr>
          </p:nvSpPr>
          <p:spPr>
            <a:xfrm rot="16200000" flipV="1">
              <a:off x="7739" y="422075"/>
              <a:ext cx="547687" cy="151209"/>
            </a:xfrm>
            <a:prstGeom prst="parallelogram">
              <a:avLst>
                <a:gd name="adj" fmla="val 611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5" name="平行四边形 24"/>
            <p:cNvSpPr/>
            <p:nvPr userDrawn="1">
              <p:custDataLst>
                <p:tags r:id="rId3"/>
              </p:custDataLst>
            </p:nvPr>
          </p:nvSpPr>
          <p:spPr>
            <a:xfrm rot="16200000" flipV="1">
              <a:off x="238720" y="250624"/>
              <a:ext cx="464342" cy="129778"/>
            </a:xfrm>
            <a:prstGeom prst="parallelogram">
              <a:avLst>
                <a:gd name="adj" fmla="val 61117"/>
              </a:avLst>
            </a:prstGeom>
            <a:solidFill>
              <a:schemeClr val="dk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8" name="任意多边形: 形状 10"/>
            <p:cNvSpPr/>
            <p:nvPr userDrawn="1">
              <p:custDataLst>
                <p:tags r:id="rId4"/>
              </p:custDataLst>
            </p:nvPr>
          </p:nvSpPr>
          <p:spPr>
            <a:xfrm flipH="1">
              <a:off x="11669220" y="185737"/>
              <a:ext cx="220836" cy="379696"/>
            </a:xfrm>
            <a:custGeom>
              <a:avLst/>
              <a:gdLst>
                <a:gd name="connsiteX0" fmla="*/ 0 w 2279650"/>
                <a:gd name="connsiteY0" fmla="*/ 0 h 3919537"/>
                <a:gd name="connsiteX1" fmla="*/ 3038 w 2279650"/>
                <a:gd name="connsiteY1" fmla="*/ 0 h 3919537"/>
                <a:gd name="connsiteX2" fmla="*/ 2279650 w 2279650"/>
                <a:gd name="connsiteY2" fmla="*/ 1864626 h 3919537"/>
                <a:gd name="connsiteX3" fmla="*/ 2279650 w 2279650"/>
                <a:gd name="connsiteY3" fmla="*/ 3919537 h 3919537"/>
                <a:gd name="connsiteX4" fmla="*/ 0 w 2279650"/>
                <a:gd name="connsiteY4" fmla="*/ 3919537 h 3919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9650" h="3919537">
                  <a:moveTo>
                    <a:pt x="0" y="0"/>
                  </a:moveTo>
                  <a:lnTo>
                    <a:pt x="3038" y="0"/>
                  </a:lnTo>
                  <a:lnTo>
                    <a:pt x="2279650" y="1864626"/>
                  </a:lnTo>
                  <a:lnTo>
                    <a:pt x="2279650" y="3919537"/>
                  </a:lnTo>
                  <a:lnTo>
                    <a:pt x="0" y="3919537"/>
                  </a:lnTo>
                  <a:close/>
                </a:path>
              </a:pathLst>
            </a:custGeom>
            <a:solidFill>
              <a:schemeClr val="dk2">
                <a:lumMod val="90000"/>
                <a:lumOff val="10000"/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9" name="任意多边形: 形状 11"/>
            <p:cNvSpPr/>
            <p:nvPr userDrawn="1">
              <p:custDataLst>
                <p:tags r:id="rId5"/>
              </p:custDataLst>
            </p:nvPr>
          </p:nvSpPr>
          <p:spPr>
            <a:xfrm flipH="1">
              <a:off x="11773995" y="147637"/>
              <a:ext cx="220836" cy="379696"/>
            </a:xfrm>
            <a:custGeom>
              <a:avLst/>
              <a:gdLst>
                <a:gd name="connsiteX0" fmla="*/ 0 w 2279650"/>
                <a:gd name="connsiteY0" fmla="*/ 0 h 3919537"/>
                <a:gd name="connsiteX1" fmla="*/ 3038 w 2279650"/>
                <a:gd name="connsiteY1" fmla="*/ 0 h 3919537"/>
                <a:gd name="connsiteX2" fmla="*/ 2279650 w 2279650"/>
                <a:gd name="connsiteY2" fmla="*/ 1864626 h 3919537"/>
                <a:gd name="connsiteX3" fmla="*/ 2279650 w 2279650"/>
                <a:gd name="connsiteY3" fmla="*/ 3919537 h 3919537"/>
                <a:gd name="connsiteX4" fmla="*/ 0 w 2279650"/>
                <a:gd name="connsiteY4" fmla="*/ 3919537 h 3919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9650" h="3919537">
                  <a:moveTo>
                    <a:pt x="0" y="0"/>
                  </a:moveTo>
                  <a:lnTo>
                    <a:pt x="3038" y="0"/>
                  </a:lnTo>
                  <a:lnTo>
                    <a:pt x="2279650" y="1864626"/>
                  </a:lnTo>
                  <a:lnTo>
                    <a:pt x="2279650" y="3919537"/>
                  </a:lnTo>
                  <a:lnTo>
                    <a:pt x="0" y="3919537"/>
                  </a:lnTo>
                  <a:close/>
                </a:path>
              </a:pathLst>
            </a:custGeom>
            <a:solidFill>
              <a:schemeClr val="dk2">
                <a:lumMod val="90000"/>
                <a:lumOff val="1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506095" y="4787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三、数据对比</a:t>
            </a:r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699135" y="1091565"/>
            <a:ext cx="4679315" cy="5295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案例三</a:t>
            </a:r>
            <a:r>
              <a:rPr lang="en-US" altLang="zh-CN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卧式腔体侧向进液两相流仿真模型 </a:t>
            </a:r>
            <a:r>
              <a:rPr lang="en-US" altLang="zh-CN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endParaRPr lang="en-US" altLang="zh-CN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096000" y="1089000"/>
            <a:ext cx="5400000" cy="4680000"/>
          </a:xfrm>
          <a:prstGeom prst="rect">
            <a:avLst/>
          </a:prstGeom>
        </p:spPr>
        <p:txBody>
          <a:bodyPr>
            <a:noAutofit/>
          </a:bodyPr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调优后性能对比</a:t>
            </a:r>
            <a:r>
              <a:rPr lang="zh-CN" alt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（各自对比）</a:t>
            </a:r>
            <a:endParaRPr lang="en-US" altLang="zh-CN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对BIOS、系统环境进行优化，根据多次测试，取平均值进行对比。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9755 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调优后 VS EPYC 9755  默认的性能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9755  调优 </a:t>
            </a:r>
            <a:r>
              <a:rPr lang="en-US" altLang="zh-CN" sz="1200">
                <a:solidFill>
                  <a:srgbClr val="FFFFFF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                      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170%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9755  默认 </a:t>
            </a:r>
            <a:r>
              <a:rPr lang="en-US" altLang="zh-CN" sz="1200">
                <a:solidFill>
                  <a:srgbClr val="FFFFFF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100%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9654 调优后 VS EPYC 9654  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默认的性能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9654  调优 </a:t>
            </a:r>
            <a:r>
              <a:rPr lang="en-US" altLang="zh-CN" sz="1200">
                <a:solidFill>
                  <a:srgbClr val="FFFFFF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                    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168% 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9654  默认 </a:t>
            </a:r>
            <a:r>
              <a:rPr lang="en-US" altLang="zh-CN" sz="1200">
                <a:solidFill>
                  <a:srgbClr val="FFFFFF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100%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7763 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调优后VS EPYC 7763   默认的性能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7763  调优 </a:t>
            </a:r>
            <a:r>
              <a:rPr lang="en-US" altLang="zh-CN" sz="1200">
                <a:solidFill>
                  <a:srgbClr val="FFFFFF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                       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183%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7763  默认 </a:t>
            </a:r>
            <a:r>
              <a:rPr lang="en-US" altLang="zh-CN" sz="1200">
                <a:solidFill>
                  <a:srgbClr val="FFFFFF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100%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在调优后，9755的求解效率为调优前的170%。9654则是调优前的168%。7763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调优后的求解效率则是调优前的183%。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95960" y="4436745"/>
            <a:ext cx="4641850" cy="782320"/>
          </a:xfrm>
          <a:prstGeom prst="rect">
            <a:avLst/>
          </a:prstGeom>
        </p:spPr>
        <p:txBody>
          <a:bodyPr>
            <a:noAutofit/>
          </a:bodyPr>
          <a:p>
            <a:pPr indent="0" algn="l" defTabSz="914400" fontAlgn="auto">
              <a:spcBef>
                <a:spcPts val="0"/>
              </a:spcBef>
              <a:buClrTx/>
              <a:buSzTx/>
              <a:buFontTx/>
            </a:pPr>
            <a:r>
              <a:rPr lang="zh-CN" altLang="en-US" sz="12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模型参数：总网格数:210 万，3000 步</a:t>
            </a:r>
            <a:endParaRPr lang="zh-CN" altLang="en-US" sz="12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 defTabSz="914400" fontAlgn="auto">
              <a:lnSpc>
                <a:spcPct val="100000"/>
              </a:lnSpc>
              <a:spcBef>
                <a:spcPts val="0"/>
              </a:spcBef>
              <a:buClrTx/>
              <a:buSzTx/>
              <a:buFontTx/>
            </a:pPr>
            <a:r>
              <a:rPr lang="zh-CN" altLang="en-US" sz="12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适用说明：通过追踪空气相体积分数，模拟复杂型腔充注过程中的卷气、滞气与排气不畅现象，用于结构优化与流场缺陷分析。</a:t>
            </a:r>
            <a:endParaRPr lang="zh-CN" altLang="en-US" sz="12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" name="图片 4"/>
          <p:cNvPicPr/>
          <p:nvPr/>
        </p:nvPicPr>
        <p:blipFill>
          <a:blip r:embed="rId8"/>
          <a:stretch>
            <a:fillRect/>
          </a:stretch>
        </p:blipFill>
        <p:spPr>
          <a:xfrm>
            <a:off x="1056000" y="1701000"/>
            <a:ext cx="3837600" cy="2520000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组合 22"/>
          <p:cNvGrpSpPr/>
          <p:nvPr userDrawn="1">
            <p:custDataLst>
              <p:tags r:id="rId1"/>
            </p:custDataLst>
          </p:nvPr>
        </p:nvGrpSpPr>
        <p:grpSpPr>
          <a:xfrm>
            <a:off x="205978" y="83342"/>
            <a:ext cx="11788853" cy="688181"/>
            <a:chOff x="205978" y="83342"/>
            <a:chExt cx="11788853" cy="688181"/>
          </a:xfrm>
        </p:grpSpPr>
        <p:sp>
          <p:nvSpPr>
            <p:cNvPr id="24" name="平行四边形 23"/>
            <p:cNvSpPr/>
            <p:nvPr userDrawn="1">
              <p:custDataLst>
                <p:tags r:id="rId2"/>
              </p:custDataLst>
            </p:nvPr>
          </p:nvSpPr>
          <p:spPr>
            <a:xfrm rot="16200000" flipV="1">
              <a:off x="7739" y="422075"/>
              <a:ext cx="547687" cy="151209"/>
            </a:xfrm>
            <a:prstGeom prst="parallelogram">
              <a:avLst>
                <a:gd name="adj" fmla="val 611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5" name="平行四边形 24"/>
            <p:cNvSpPr/>
            <p:nvPr userDrawn="1">
              <p:custDataLst>
                <p:tags r:id="rId3"/>
              </p:custDataLst>
            </p:nvPr>
          </p:nvSpPr>
          <p:spPr>
            <a:xfrm rot="16200000" flipV="1">
              <a:off x="238720" y="250624"/>
              <a:ext cx="464342" cy="129778"/>
            </a:xfrm>
            <a:prstGeom prst="parallelogram">
              <a:avLst>
                <a:gd name="adj" fmla="val 61117"/>
              </a:avLst>
            </a:prstGeom>
            <a:solidFill>
              <a:schemeClr val="dk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8" name="任意多边形: 形状 10"/>
            <p:cNvSpPr/>
            <p:nvPr userDrawn="1">
              <p:custDataLst>
                <p:tags r:id="rId4"/>
              </p:custDataLst>
            </p:nvPr>
          </p:nvSpPr>
          <p:spPr>
            <a:xfrm flipH="1">
              <a:off x="11669220" y="185737"/>
              <a:ext cx="220836" cy="379696"/>
            </a:xfrm>
            <a:custGeom>
              <a:avLst/>
              <a:gdLst>
                <a:gd name="connsiteX0" fmla="*/ 0 w 2279650"/>
                <a:gd name="connsiteY0" fmla="*/ 0 h 3919537"/>
                <a:gd name="connsiteX1" fmla="*/ 3038 w 2279650"/>
                <a:gd name="connsiteY1" fmla="*/ 0 h 3919537"/>
                <a:gd name="connsiteX2" fmla="*/ 2279650 w 2279650"/>
                <a:gd name="connsiteY2" fmla="*/ 1864626 h 3919537"/>
                <a:gd name="connsiteX3" fmla="*/ 2279650 w 2279650"/>
                <a:gd name="connsiteY3" fmla="*/ 3919537 h 3919537"/>
                <a:gd name="connsiteX4" fmla="*/ 0 w 2279650"/>
                <a:gd name="connsiteY4" fmla="*/ 3919537 h 3919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9650" h="3919537">
                  <a:moveTo>
                    <a:pt x="0" y="0"/>
                  </a:moveTo>
                  <a:lnTo>
                    <a:pt x="3038" y="0"/>
                  </a:lnTo>
                  <a:lnTo>
                    <a:pt x="2279650" y="1864626"/>
                  </a:lnTo>
                  <a:lnTo>
                    <a:pt x="2279650" y="3919537"/>
                  </a:lnTo>
                  <a:lnTo>
                    <a:pt x="0" y="3919537"/>
                  </a:lnTo>
                  <a:close/>
                </a:path>
              </a:pathLst>
            </a:custGeom>
            <a:solidFill>
              <a:schemeClr val="dk2">
                <a:lumMod val="90000"/>
                <a:lumOff val="10000"/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9" name="任意多边形: 形状 11"/>
            <p:cNvSpPr/>
            <p:nvPr userDrawn="1">
              <p:custDataLst>
                <p:tags r:id="rId5"/>
              </p:custDataLst>
            </p:nvPr>
          </p:nvSpPr>
          <p:spPr>
            <a:xfrm flipH="1">
              <a:off x="11773995" y="147637"/>
              <a:ext cx="220836" cy="379696"/>
            </a:xfrm>
            <a:custGeom>
              <a:avLst/>
              <a:gdLst>
                <a:gd name="connsiteX0" fmla="*/ 0 w 2279650"/>
                <a:gd name="connsiteY0" fmla="*/ 0 h 3919537"/>
                <a:gd name="connsiteX1" fmla="*/ 3038 w 2279650"/>
                <a:gd name="connsiteY1" fmla="*/ 0 h 3919537"/>
                <a:gd name="connsiteX2" fmla="*/ 2279650 w 2279650"/>
                <a:gd name="connsiteY2" fmla="*/ 1864626 h 3919537"/>
                <a:gd name="connsiteX3" fmla="*/ 2279650 w 2279650"/>
                <a:gd name="connsiteY3" fmla="*/ 3919537 h 3919537"/>
                <a:gd name="connsiteX4" fmla="*/ 0 w 2279650"/>
                <a:gd name="connsiteY4" fmla="*/ 3919537 h 3919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9650" h="3919537">
                  <a:moveTo>
                    <a:pt x="0" y="0"/>
                  </a:moveTo>
                  <a:lnTo>
                    <a:pt x="3038" y="0"/>
                  </a:lnTo>
                  <a:lnTo>
                    <a:pt x="2279650" y="1864626"/>
                  </a:lnTo>
                  <a:lnTo>
                    <a:pt x="2279650" y="3919537"/>
                  </a:lnTo>
                  <a:lnTo>
                    <a:pt x="0" y="3919537"/>
                  </a:lnTo>
                  <a:close/>
                </a:path>
              </a:pathLst>
            </a:custGeom>
            <a:solidFill>
              <a:schemeClr val="dk2">
                <a:lumMod val="90000"/>
                <a:lumOff val="1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506095" y="4787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三、数据对比</a:t>
            </a:r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699135" y="1091565"/>
            <a:ext cx="4754245" cy="5365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案例三</a:t>
            </a:r>
            <a:r>
              <a:rPr lang="en-US" altLang="zh-CN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卧式腔体侧向进液两相流仿真模型 </a:t>
            </a:r>
            <a:r>
              <a:rPr lang="en-US" altLang="zh-CN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endParaRPr lang="en-US" altLang="zh-CN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096000" y="1089000"/>
            <a:ext cx="5400000" cy="4680000"/>
          </a:xfrm>
          <a:prstGeom prst="rect">
            <a:avLst/>
          </a:prstGeom>
        </p:spPr>
        <p:txBody>
          <a:bodyPr>
            <a:noAutofit/>
          </a:bodyPr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调优前性能对比</a:t>
            </a:r>
            <a:endParaRPr lang="en-US" altLang="zh-CN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对BIOS、系统环境进行优化，根据多次测试，取平均值进行对比。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9755 VS EPYC 9654  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的性能 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9755 </a:t>
            </a:r>
            <a:r>
              <a:rPr lang="en-US" altLang="zh-CN" sz="1200">
                <a:solidFill>
                  <a:srgbClr val="FFFFFF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   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113%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9654 </a:t>
            </a:r>
            <a:r>
              <a:rPr lang="en-US" altLang="zh-CN" sz="1200">
                <a:solidFill>
                  <a:srgbClr val="FFFFFF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100%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9755 VS EPYC 7763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9755 </a:t>
            </a:r>
            <a:r>
              <a:rPr lang="en-US" altLang="zh-CN" sz="1200">
                <a:solidFill>
                  <a:srgbClr val="FFFFFF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                              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197% 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7763 </a:t>
            </a:r>
            <a:r>
              <a:rPr lang="en-US" altLang="zh-CN" sz="1200">
                <a:solidFill>
                  <a:srgbClr val="FFFFFF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100%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9654 VS EPYC 7763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9654 </a:t>
            </a:r>
            <a:r>
              <a:rPr lang="en-US" altLang="zh-CN" sz="1200">
                <a:solidFill>
                  <a:srgbClr val="FFFFFF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                        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175%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7763 </a:t>
            </a:r>
            <a:r>
              <a:rPr lang="en-US" altLang="zh-CN" sz="1200">
                <a:solidFill>
                  <a:srgbClr val="FFFFFF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100%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在调优前，该任务场景下，9755求解效率为9654的113%，9755求解效率是7763的197%。9654求解效率是7763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的175%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95960" y="4436745"/>
            <a:ext cx="4641850" cy="782320"/>
          </a:xfrm>
          <a:prstGeom prst="rect">
            <a:avLst/>
          </a:prstGeom>
        </p:spPr>
        <p:txBody>
          <a:bodyPr>
            <a:noAutofit/>
          </a:bodyPr>
          <a:p>
            <a:pPr indent="0" algn="l" defTabSz="914400" fontAlgn="auto">
              <a:spcBef>
                <a:spcPts val="0"/>
              </a:spcBef>
              <a:buClrTx/>
              <a:buSzTx/>
              <a:buFontTx/>
            </a:pPr>
            <a:r>
              <a:rPr lang="zh-CN" altLang="en-US" sz="12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模型参数：总网格数:210 万，3000 步</a:t>
            </a:r>
            <a:endParaRPr lang="zh-CN" altLang="en-US" sz="12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 defTabSz="914400" fontAlgn="auto">
              <a:lnSpc>
                <a:spcPct val="100000"/>
              </a:lnSpc>
              <a:spcBef>
                <a:spcPts val="0"/>
              </a:spcBef>
              <a:buClrTx/>
              <a:buSzTx/>
              <a:buFontTx/>
            </a:pPr>
            <a:r>
              <a:rPr lang="zh-CN" altLang="en-US" sz="12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适用说明：通过追踪空气相体积分数，模拟复杂型腔充注过程中的卷气、滞气与排气不畅现象，用于结构优化与流场缺陷分析。</a:t>
            </a:r>
            <a:endParaRPr lang="zh-CN" altLang="en-US" sz="12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" name="图片 4"/>
          <p:cNvPicPr/>
          <p:nvPr/>
        </p:nvPicPr>
        <p:blipFill>
          <a:blip r:embed="rId8"/>
          <a:stretch>
            <a:fillRect/>
          </a:stretch>
        </p:blipFill>
        <p:spPr>
          <a:xfrm>
            <a:off x="1056000" y="1701000"/>
            <a:ext cx="3837600" cy="2520000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组合 22"/>
          <p:cNvGrpSpPr/>
          <p:nvPr userDrawn="1">
            <p:custDataLst>
              <p:tags r:id="rId1"/>
            </p:custDataLst>
          </p:nvPr>
        </p:nvGrpSpPr>
        <p:grpSpPr>
          <a:xfrm>
            <a:off x="205978" y="83342"/>
            <a:ext cx="11788853" cy="688181"/>
            <a:chOff x="205978" y="83342"/>
            <a:chExt cx="11788853" cy="688181"/>
          </a:xfrm>
        </p:grpSpPr>
        <p:sp>
          <p:nvSpPr>
            <p:cNvPr id="24" name="平行四边形 23"/>
            <p:cNvSpPr/>
            <p:nvPr userDrawn="1">
              <p:custDataLst>
                <p:tags r:id="rId2"/>
              </p:custDataLst>
            </p:nvPr>
          </p:nvSpPr>
          <p:spPr>
            <a:xfrm rot="16200000" flipV="1">
              <a:off x="7739" y="422075"/>
              <a:ext cx="547687" cy="151209"/>
            </a:xfrm>
            <a:prstGeom prst="parallelogram">
              <a:avLst>
                <a:gd name="adj" fmla="val 611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5" name="平行四边形 24"/>
            <p:cNvSpPr/>
            <p:nvPr userDrawn="1">
              <p:custDataLst>
                <p:tags r:id="rId3"/>
              </p:custDataLst>
            </p:nvPr>
          </p:nvSpPr>
          <p:spPr>
            <a:xfrm rot="16200000" flipV="1">
              <a:off x="238720" y="250624"/>
              <a:ext cx="464342" cy="129778"/>
            </a:xfrm>
            <a:prstGeom prst="parallelogram">
              <a:avLst>
                <a:gd name="adj" fmla="val 61117"/>
              </a:avLst>
            </a:prstGeom>
            <a:solidFill>
              <a:schemeClr val="dk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8" name="任意多边形: 形状 10"/>
            <p:cNvSpPr/>
            <p:nvPr userDrawn="1">
              <p:custDataLst>
                <p:tags r:id="rId4"/>
              </p:custDataLst>
            </p:nvPr>
          </p:nvSpPr>
          <p:spPr>
            <a:xfrm flipH="1">
              <a:off x="11669220" y="185737"/>
              <a:ext cx="220836" cy="379696"/>
            </a:xfrm>
            <a:custGeom>
              <a:avLst/>
              <a:gdLst>
                <a:gd name="connsiteX0" fmla="*/ 0 w 2279650"/>
                <a:gd name="connsiteY0" fmla="*/ 0 h 3919537"/>
                <a:gd name="connsiteX1" fmla="*/ 3038 w 2279650"/>
                <a:gd name="connsiteY1" fmla="*/ 0 h 3919537"/>
                <a:gd name="connsiteX2" fmla="*/ 2279650 w 2279650"/>
                <a:gd name="connsiteY2" fmla="*/ 1864626 h 3919537"/>
                <a:gd name="connsiteX3" fmla="*/ 2279650 w 2279650"/>
                <a:gd name="connsiteY3" fmla="*/ 3919537 h 3919537"/>
                <a:gd name="connsiteX4" fmla="*/ 0 w 2279650"/>
                <a:gd name="connsiteY4" fmla="*/ 3919537 h 3919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9650" h="3919537">
                  <a:moveTo>
                    <a:pt x="0" y="0"/>
                  </a:moveTo>
                  <a:lnTo>
                    <a:pt x="3038" y="0"/>
                  </a:lnTo>
                  <a:lnTo>
                    <a:pt x="2279650" y="1864626"/>
                  </a:lnTo>
                  <a:lnTo>
                    <a:pt x="2279650" y="3919537"/>
                  </a:lnTo>
                  <a:lnTo>
                    <a:pt x="0" y="3919537"/>
                  </a:lnTo>
                  <a:close/>
                </a:path>
              </a:pathLst>
            </a:custGeom>
            <a:solidFill>
              <a:schemeClr val="dk2">
                <a:lumMod val="90000"/>
                <a:lumOff val="10000"/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9" name="任意多边形: 形状 11"/>
            <p:cNvSpPr/>
            <p:nvPr userDrawn="1">
              <p:custDataLst>
                <p:tags r:id="rId5"/>
              </p:custDataLst>
            </p:nvPr>
          </p:nvSpPr>
          <p:spPr>
            <a:xfrm flipH="1">
              <a:off x="11773995" y="147637"/>
              <a:ext cx="220836" cy="379696"/>
            </a:xfrm>
            <a:custGeom>
              <a:avLst/>
              <a:gdLst>
                <a:gd name="connsiteX0" fmla="*/ 0 w 2279650"/>
                <a:gd name="connsiteY0" fmla="*/ 0 h 3919537"/>
                <a:gd name="connsiteX1" fmla="*/ 3038 w 2279650"/>
                <a:gd name="connsiteY1" fmla="*/ 0 h 3919537"/>
                <a:gd name="connsiteX2" fmla="*/ 2279650 w 2279650"/>
                <a:gd name="connsiteY2" fmla="*/ 1864626 h 3919537"/>
                <a:gd name="connsiteX3" fmla="*/ 2279650 w 2279650"/>
                <a:gd name="connsiteY3" fmla="*/ 3919537 h 3919537"/>
                <a:gd name="connsiteX4" fmla="*/ 0 w 2279650"/>
                <a:gd name="connsiteY4" fmla="*/ 3919537 h 3919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9650" h="3919537">
                  <a:moveTo>
                    <a:pt x="0" y="0"/>
                  </a:moveTo>
                  <a:lnTo>
                    <a:pt x="3038" y="0"/>
                  </a:lnTo>
                  <a:lnTo>
                    <a:pt x="2279650" y="1864626"/>
                  </a:lnTo>
                  <a:lnTo>
                    <a:pt x="2279650" y="3919537"/>
                  </a:lnTo>
                  <a:lnTo>
                    <a:pt x="0" y="3919537"/>
                  </a:lnTo>
                  <a:close/>
                </a:path>
              </a:pathLst>
            </a:custGeom>
            <a:solidFill>
              <a:schemeClr val="dk2">
                <a:lumMod val="90000"/>
                <a:lumOff val="1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506095" y="4787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三、数据对比</a:t>
            </a:r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699135" y="1091565"/>
            <a:ext cx="47955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案例四</a:t>
            </a:r>
            <a:r>
              <a:rPr lang="en-US" altLang="zh-CN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r>
              <a: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立式容器充注气液两相流仿真模型</a:t>
            </a:r>
            <a:r>
              <a:rPr lang="en-US" altLang="zh-CN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endParaRPr lang="en-US" altLang="zh-CN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96000" y="4437000"/>
            <a:ext cx="4640400" cy="645160"/>
          </a:xfrm>
          <a:prstGeom prst="rect">
            <a:avLst/>
          </a:prstGeom>
        </p:spPr>
        <p:txBody>
          <a:bodyPr>
            <a:spAutoFit/>
          </a:bodyPr>
          <a:p>
            <a:pPr algn="l" defTabSz="914400">
              <a:spcBef>
                <a:spcPts val="0"/>
              </a:spcBef>
              <a:buClrTx/>
              <a:buSzTx/>
              <a:buFontTx/>
            </a:pPr>
            <a:r>
              <a:rPr lang="zh-CN" altLang="en-US" sz="12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模型参数：总网格数:60 万，1000 步</a:t>
            </a:r>
            <a:endParaRPr lang="zh-CN" altLang="en-US" sz="12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defTabSz="914400">
              <a:lnSpc>
                <a:spcPct val="100000"/>
              </a:lnSpc>
              <a:spcBef>
                <a:spcPts val="0"/>
              </a:spcBef>
              <a:buClrTx/>
              <a:buSzTx/>
              <a:buFontTx/>
            </a:pPr>
            <a:r>
              <a:rPr lang="zh-CN" altLang="en-US" sz="12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适用说明：基于 VOF 多相流模型，模拟立式腔体液体充注、液面抬升与气液界面演化过程，用于分析充注流动特性与腔体容液特性。</a:t>
            </a:r>
            <a:endParaRPr lang="zh-CN" altLang="en-US" sz="12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096000" y="1089000"/>
            <a:ext cx="5400000" cy="4680000"/>
          </a:xfrm>
          <a:prstGeom prst="rect">
            <a:avLst/>
          </a:prstGeom>
        </p:spPr>
        <p:txBody>
          <a:bodyPr>
            <a:noAutofit/>
          </a:bodyPr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调优前性能对比</a:t>
            </a:r>
            <a:endParaRPr lang="en-US" altLang="zh-CN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不进行调优、保持默认BIOS、系统环境。根据多次测试，取平均值进行对比。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9755 VS EPYC 9654  的性能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9755 </a:t>
            </a:r>
            <a:r>
              <a:rPr lang="en-US" altLang="zh-CN" sz="1200">
                <a:solidFill>
                  <a:srgbClr val="FFFFFF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     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119%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9654 </a:t>
            </a:r>
            <a:r>
              <a:rPr lang="en-US" altLang="zh-CN" sz="1200">
                <a:solidFill>
                  <a:srgbClr val="FFFFFF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100%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9755 VS EPYC 7763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9755 </a:t>
            </a:r>
            <a:r>
              <a:rPr lang="en-US" altLang="zh-CN" sz="1200">
                <a:solidFill>
                  <a:srgbClr val="FFFFFF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                              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203%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7763 </a:t>
            </a:r>
            <a:r>
              <a:rPr lang="en-US" altLang="zh-CN" sz="1200">
                <a:solidFill>
                  <a:srgbClr val="FFFFFF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100%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9654 VS EPYC 7763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9654 </a:t>
            </a:r>
            <a:r>
              <a:rPr lang="en-US" altLang="zh-CN" sz="1200">
                <a:solidFill>
                  <a:srgbClr val="FFFFFF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                       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171% 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7763 </a:t>
            </a:r>
            <a:r>
              <a:rPr lang="en-US" altLang="zh-CN" sz="1200">
                <a:solidFill>
                  <a:srgbClr val="FFFFFF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100%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在调优前，9755 求解效率显著高于9654 和7763 ，其求解效率为9654 的119% ，7763  的203% .而9654的求解效率则是7763的171%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" name="图片 5"/>
          <p:cNvPicPr/>
          <p:nvPr/>
        </p:nvPicPr>
        <p:blipFill>
          <a:blip r:embed="rId8"/>
          <a:stretch>
            <a:fillRect/>
          </a:stretch>
        </p:blipFill>
        <p:spPr>
          <a:xfrm>
            <a:off x="1056000" y="1701000"/>
            <a:ext cx="3837600" cy="2520000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组合 22"/>
          <p:cNvGrpSpPr/>
          <p:nvPr userDrawn="1">
            <p:custDataLst>
              <p:tags r:id="rId1"/>
            </p:custDataLst>
          </p:nvPr>
        </p:nvGrpSpPr>
        <p:grpSpPr>
          <a:xfrm>
            <a:off x="205978" y="83342"/>
            <a:ext cx="11788853" cy="688181"/>
            <a:chOff x="205978" y="83342"/>
            <a:chExt cx="11788853" cy="688181"/>
          </a:xfrm>
        </p:grpSpPr>
        <p:sp>
          <p:nvSpPr>
            <p:cNvPr id="24" name="平行四边形 23"/>
            <p:cNvSpPr/>
            <p:nvPr userDrawn="1">
              <p:custDataLst>
                <p:tags r:id="rId2"/>
              </p:custDataLst>
            </p:nvPr>
          </p:nvSpPr>
          <p:spPr>
            <a:xfrm rot="16200000" flipV="1">
              <a:off x="7739" y="422075"/>
              <a:ext cx="547687" cy="151209"/>
            </a:xfrm>
            <a:prstGeom prst="parallelogram">
              <a:avLst>
                <a:gd name="adj" fmla="val 611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5" name="平行四边形 24"/>
            <p:cNvSpPr/>
            <p:nvPr userDrawn="1">
              <p:custDataLst>
                <p:tags r:id="rId3"/>
              </p:custDataLst>
            </p:nvPr>
          </p:nvSpPr>
          <p:spPr>
            <a:xfrm rot="16200000" flipV="1">
              <a:off x="238720" y="250624"/>
              <a:ext cx="464342" cy="129778"/>
            </a:xfrm>
            <a:prstGeom prst="parallelogram">
              <a:avLst>
                <a:gd name="adj" fmla="val 61117"/>
              </a:avLst>
            </a:prstGeom>
            <a:solidFill>
              <a:schemeClr val="dk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8" name="任意多边形: 形状 10"/>
            <p:cNvSpPr/>
            <p:nvPr userDrawn="1">
              <p:custDataLst>
                <p:tags r:id="rId4"/>
              </p:custDataLst>
            </p:nvPr>
          </p:nvSpPr>
          <p:spPr>
            <a:xfrm flipH="1">
              <a:off x="11669220" y="185737"/>
              <a:ext cx="220836" cy="379696"/>
            </a:xfrm>
            <a:custGeom>
              <a:avLst/>
              <a:gdLst>
                <a:gd name="connsiteX0" fmla="*/ 0 w 2279650"/>
                <a:gd name="connsiteY0" fmla="*/ 0 h 3919537"/>
                <a:gd name="connsiteX1" fmla="*/ 3038 w 2279650"/>
                <a:gd name="connsiteY1" fmla="*/ 0 h 3919537"/>
                <a:gd name="connsiteX2" fmla="*/ 2279650 w 2279650"/>
                <a:gd name="connsiteY2" fmla="*/ 1864626 h 3919537"/>
                <a:gd name="connsiteX3" fmla="*/ 2279650 w 2279650"/>
                <a:gd name="connsiteY3" fmla="*/ 3919537 h 3919537"/>
                <a:gd name="connsiteX4" fmla="*/ 0 w 2279650"/>
                <a:gd name="connsiteY4" fmla="*/ 3919537 h 3919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9650" h="3919537">
                  <a:moveTo>
                    <a:pt x="0" y="0"/>
                  </a:moveTo>
                  <a:lnTo>
                    <a:pt x="3038" y="0"/>
                  </a:lnTo>
                  <a:lnTo>
                    <a:pt x="2279650" y="1864626"/>
                  </a:lnTo>
                  <a:lnTo>
                    <a:pt x="2279650" y="3919537"/>
                  </a:lnTo>
                  <a:lnTo>
                    <a:pt x="0" y="3919537"/>
                  </a:lnTo>
                  <a:close/>
                </a:path>
              </a:pathLst>
            </a:custGeom>
            <a:solidFill>
              <a:schemeClr val="dk2">
                <a:lumMod val="90000"/>
                <a:lumOff val="10000"/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9" name="任意多边形: 形状 11"/>
            <p:cNvSpPr/>
            <p:nvPr userDrawn="1">
              <p:custDataLst>
                <p:tags r:id="rId5"/>
              </p:custDataLst>
            </p:nvPr>
          </p:nvSpPr>
          <p:spPr>
            <a:xfrm flipH="1">
              <a:off x="11773995" y="147637"/>
              <a:ext cx="220836" cy="379696"/>
            </a:xfrm>
            <a:custGeom>
              <a:avLst/>
              <a:gdLst>
                <a:gd name="connsiteX0" fmla="*/ 0 w 2279650"/>
                <a:gd name="connsiteY0" fmla="*/ 0 h 3919537"/>
                <a:gd name="connsiteX1" fmla="*/ 3038 w 2279650"/>
                <a:gd name="connsiteY1" fmla="*/ 0 h 3919537"/>
                <a:gd name="connsiteX2" fmla="*/ 2279650 w 2279650"/>
                <a:gd name="connsiteY2" fmla="*/ 1864626 h 3919537"/>
                <a:gd name="connsiteX3" fmla="*/ 2279650 w 2279650"/>
                <a:gd name="connsiteY3" fmla="*/ 3919537 h 3919537"/>
                <a:gd name="connsiteX4" fmla="*/ 0 w 2279650"/>
                <a:gd name="connsiteY4" fmla="*/ 3919537 h 3919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9650" h="3919537">
                  <a:moveTo>
                    <a:pt x="0" y="0"/>
                  </a:moveTo>
                  <a:lnTo>
                    <a:pt x="3038" y="0"/>
                  </a:lnTo>
                  <a:lnTo>
                    <a:pt x="2279650" y="1864626"/>
                  </a:lnTo>
                  <a:lnTo>
                    <a:pt x="2279650" y="3919537"/>
                  </a:lnTo>
                  <a:lnTo>
                    <a:pt x="0" y="3919537"/>
                  </a:lnTo>
                  <a:close/>
                </a:path>
              </a:pathLst>
            </a:custGeom>
            <a:solidFill>
              <a:schemeClr val="dk2">
                <a:lumMod val="90000"/>
                <a:lumOff val="1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506095" y="4787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三、数据对比</a:t>
            </a:r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699135" y="1091565"/>
            <a:ext cx="50844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案例四</a:t>
            </a:r>
            <a:r>
              <a:rPr lang="en-US" altLang="zh-CN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r>
              <a: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立式容器充注气液两相流仿真模型</a:t>
            </a:r>
            <a:r>
              <a:rPr lang="en-US" altLang="zh-CN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96000" y="4437000"/>
            <a:ext cx="4640400" cy="645160"/>
          </a:xfrm>
          <a:prstGeom prst="rect">
            <a:avLst/>
          </a:prstGeom>
        </p:spPr>
        <p:txBody>
          <a:bodyPr>
            <a:spAutoFit/>
          </a:bodyPr>
          <a:p>
            <a:pPr algn="l" defTabSz="914400">
              <a:spcBef>
                <a:spcPts val="0"/>
              </a:spcBef>
              <a:buClrTx/>
              <a:buSzTx/>
              <a:buFontTx/>
            </a:pPr>
            <a:r>
              <a:rPr lang="zh-CN" altLang="en-US" sz="12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模型参数：总网格数:60 万，1000 步</a:t>
            </a:r>
            <a:endParaRPr lang="zh-CN" altLang="en-US" sz="12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defTabSz="914400">
              <a:lnSpc>
                <a:spcPct val="100000"/>
              </a:lnSpc>
              <a:spcBef>
                <a:spcPts val="0"/>
              </a:spcBef>
              <a:buClrTx/>
              <a:buSzTx/>
              <a:buFontTx/>
            </a:pPr>
            <a:r>
              <a:rPr lang="zh-CN" altLang="en-US" sz="12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适用说明：基于 VOF 多相流模型，模拟立式腔体液体充注、液面抬升与气液界面演化过程，用于分析充注流动特性与腔体容液特性。</a:t>
            </a:r>
            <a:endParaRPr lang="zh-CN" altLang="en-US" sz="12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96000" y="1089000"/>
            <a:ext cx="5400000" cy="4680000"/>
          </a:xfrm>
          <a:prstGeom prst="rect">
            <a:avLst/>
          </a:prstGeom>
        </p:spPr>
        <p:txBody>
          <a:bodyPr>
            <a:noAutofit/>
          </a:bodyPr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None/>
            </a:pPr>
            <a:r>
              <a:rPr lang="en-US" alt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调优后性能对比</a:t>
            </a:r>
            <a:r>
              <a:rPr lang="zh-CN" alt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（各自对比）</a:t>
            </a:r>
            <a:endParaRPr lang="en-US" altLang="zh-CN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None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对BIOS、系统环境进行优化，根据多次测试，取平均值进行对比。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None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None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9755 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调优后VS EPYC 9755 默认的性能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None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9755 调优 </a:t>
            </a:r>
            <a:r>
              <a:rPr lang="en-US" altLang="zh-CN" sz="1200">
                <a:solidFill>
                  <a:srgbClr val="FFFFFF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                        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182% 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None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9755 默认 </a:t>
            </a:r>
            <a:r>
              <a:rPr lang="en-US" altLang="zh-CN" sz="1200">
                <a:solidFill>
                  <a:srgbClr val="FFFFFF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100%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None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None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9654 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调优后 VS EPYC 9654  默认的性能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None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9654  调优 </a:t>
            </a:r>
            <a:r>
              <a:rPr lang="en-US" altLang="zh-CN" sz="1200">
                <a:solidFill>
                  <a:srgbClr val="FFFFFF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                        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193%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None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9654  默认 </a:t>
            </a:r>
            <a:r>
              <a:rPr lang="en-US" altLang="zh-CN" sz="1200">
                <a:solidFill>
                  <a:srgbClr val="FFFFFF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100%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None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None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7763 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调优后VS EPYC 7763   默认的性能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None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7763  调优 </a:t>
            </a:r>
            <a:r>
              <a:rPr lang="en-US" altLang="zh-CN" sz="1200">
                <a:solidFill>
                  <a:srgbClr val="FFFFFF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   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113%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None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7763  默认 </a:t>
            </a:r>
            <a:r>
              <a:rPr lang="en-US" altLang="zh-CN" sz="1200">
                <a:solidFill>
                  <a:srgbClr val="FFFFFF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100%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None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None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在调优后，9755相较于调优前，提升了82%的求解效率。9654相较于调优前，提升了93%的求解效率，7763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则是相较于调优前提升了13%大的求解效率。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" name="图片 1"/>
          <p:cNvPicPr/>
          <p:nvPr/>
        </p:nvPicPr>
        <p:blipFill>
          <a:blip r:embed="rId8"/>
          <a:stretch>
            <a:fillRect/>
          </a:stretch>
        </p:blipFill>
        <p:spPr>
          <a:xfrm>
            <a:off x="1056000" y="1701000"/>
            <a:ext cx="3837600" cy="2520000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组合 22"/>
          <p:cNvGrpSpPr/>
          <p:nvPr userDrawn="1">
            <p:custDataLst>
              <p:tags r:id="rId1"/>
            </p:custDataLst>
          </p:nvPr>
        </p:nvGrpSpPr>
        <p:grpSpPr>
          <a:xfrm>
            <a:off x="205978" y="83342"/>
            <a:ext cx="11788853" cy="688181"/>
            <a:chOff x="205978" y="83342"/>
            <a:chExt cx="11788853" cy="688181"/>
          </a:xfrm>
        </p:grpSpPr>
        <p:sp>
          <p:nvSpPr>
            <p:cNvPr id="24" name="平行四边形 23"/>
            <p:cNvSpPr/>
            <p:nvPr userDrawn="1">
              <p:custDataLst>
                <p:tags r:id="rId2"/>
              </p:custDataLst>
            </p:nvPr>
          </p:nvSpPr>
          <p:spPr>
            <a:xfrm rot="16200000" flipV="1">
              <a:off x="7739" y="422075"/>
              <a:ext cx="547687" cy="151209"/>
            </a:xfrm>
            <a:prstGeom prst="parallelogram">
              <a:avLst>
                <a:gd name="adj" fmla="val 611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5" name="平行四边形 24"/>
            <p:cNvSpPr/>
            <p:nvPr userDrawn="1">
              <p:custDataLst>
                <p:tags r:id="rId3"/>
              </p:custDataLst>
            </p:nvPr>
          </p:nvSpPr>
          <p:spPr>
            <a:xfrm rot="16200000" flipV="1">
              <a:off x="238720" y="250624"/>
              <a:ext cx="464342" cy="129778"/>
            </a:xfrm>
            <a:prstGeom prst="parallelogram">
              <a:avLst>
                <a:gd name="adj" fmla="val 61117"/>
              </a:avLst>
            </a:prstGeom>
            <a:solidFill>
              <a:schemeClr val="dk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8" name="任意多边形: 形状 10"/>
            <p:cNvSpPr/>
            <p:nvPr userDrawn="1">
              <p:custDataLst>
                <p:tags r:id="rId4"/>
              </p:custDataLst>
            </p:nvPr>
          </p:nvSpPr>
          <p:spPr>
            <a:xfrm flipH="1">
              <a:off x="11669220" y="185737"/>
              <a:ext cx="220836" cy="379696"/>
            </a:xfrm>
            <a:custGeom>
              <a:avLst/>
              <a:gdLst>
                <a:gd name="connsiteX0" fmla="*/ 0 w 2279650"/>
                <a:gd name="connsiteY0" fmla="*/ 0 h 3919537"/>
                <a:gd name="connsiteX1" fmla="*/ 3038 w 2279650"/>
                <a:gd name="connsiteY1" fmla="*/ 0 h 3919537"/>
                <a:gd name="connsiteX2" fmla="*/ 2279650 w 2279650"/>
                <a:gd name="connsiteY2" fmla="*/ 1864626 h 3919537"/>
                <a:gd name="connsiteX3" fmla="*/ 2279650 w 2279650"/>
                <a:gd name="connsiteY3" fmla="*/ 3919537 h 3919537"/>
                <a:gd name="connsiteX4" fmla="*/ 0 w 2279650"/>
                <a:gd name="connsiteY4" fmla="*/ 3919537 h 3919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9650" h="3919537">
                  <a:moveTo>
                    <a:pt x="0" y="0"/>
                  </a:moveTo>
                  <a:lnTo>
                    <a:pt x="3038" y="0"/>
                  </a:lnTo>
                  <a:lnTo>
                    <a:pt x="2279650" y="1864626"/>
                  </a:lnTo>
                  <a:lnTo>
                    <a:pt x="2279650" y="3919537"/>
                  </a:lnTo>
                  <a:lnTo>
                    <a:pt x="0" y="3919537"/>
                  </a:lnTo>
                  <a:close/>
                </a:path>
              </a:pathLst>
            </a:custGeom>
            <a:solidFill>
              <a:schemeClr val="dk2">
                <a:lumMod val="90000"/>
                <a:lumOff val="10000"/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9" name="任意多边形: 形状 11"/>
            <p:cNvSpPr/>
            <p:nvPr userDrawn="1">
              <p:custDataLst>
                <p:tags r:id="rId5"/>
              </p:custDataLst>
            </p:nvPr>
          </p:nvSpPr>
          <p:spPr>
            <a:xfrm flipH="1">
              <a:off x="11773995" y="147637"/>
              <a:ext cx="220836" cy="379696"/>
            </a:xfrm>
            <a:custGeom>
              <a:avLst/>
              <a:gdLst>
                <a:gd name="connsiteX0" fmla="*/ 0 w 2279650"/>
                <a:gd name="connsiteY0" fmla="*/ 0 h 3919537"/>
                <a:gd name="connsiteX1" fmla="*/ 3038 w 2279650"/>
                <a:gd name="connsiteY1" fmla="*/ 0 h 3919537"/>
                <a:gd name="connsiteX2" fmla="*/ 2279650 w 2279650"/>
                <a:gd name="connsiteY2" fmla="*/ 1864626 h 3919537"/>
                <a:gd name="connsiteX3" fmla="*/ 2279650 w 2279650"/>
                <a:gd name="connsiteY3" fmla="*/ 3919537 h 3919537"/>
                <a:gd name="connsiteX4" fmla="*/ 0 w 2279650"/>
                <a:gd name="connsiteY4" fmla="*/ 3919537 h 3919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9650" h="3919537">
                  <a:moveTo>
                    <a:pt x="0" y="0"/>
                  </a:moveTo>
                  <a:lnTo>
                    <a:pt x="3038" y="0"/>
                  </a:lnTo>
                  <a:lnTo>
                    <a:pt x="2279650" y="1864626"/>
                  </a:lnTo>
                  <a:lnTo>
                    <a:pt x="2279650" y="3919537"/>
                  </a:lnTo>
                  <a:lnTo>
                    <a:pt x="0" y="3919537"/>
                  </a:lnTo>
                  <a:close/>
                </a:path>
              </a:pathLst>
            </a:custGeom>
            <a:solidFill>
              <a:schemeClr val="dk2">
                <a:lumMod val="90000"/>
                <a:lumOff val="1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506095" y="4787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三、数据对比</a:t>
            </a:r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699135" y="1091565"/>
            <a:ext cx="48031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案例四</a:t>
            </a:r>
            <a:r>
              <a:rPr lang="en-US" altLang="zh-CN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r>
              <a: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立式容器充注气液两相流仿真模型</a:t>
            </a:r>
            <a:r>
              <a:rPr lang="en-US" altLang="zh-CN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96000" y="4437000"/>
            <a:ext cx="4640400" cy="645160"/>
          </a:xfrm>
          <a:prstGeom prst="rect">
            <a:avLst/>
          </a:prstGeom>
        </p:spPr>
        <p:txBody>
          <a:bodyPr>
            <a:spAutoFit/>
          </a:bodyPr>
          <a:p>
            <a:pPr algn="l" defTabSz="914400">
              <a:spcBef>
                <a:spcPts val="0"/>
              </a:spcBef>
              <a:buClrTx/>
              <a:buSzTx/>
              <a:buFontTx/>
            </a:pPr>
            <a:r>
              <a:rPr lang="zh-CN" altLang="en-US" sz="12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模型参数：总网格数:60 万，1000 步</a:t>
            </a:r>
            <a:endParaRPr lang="zh-CN" altLang="en-US" sz="12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defTabSz="914400">
              <a:lnSpc>
                <a:spcPct val="100000"/>
              </a:lnSpc>
              <a:spcBef>
                <a:spcPts val="0"/>
              </a:spcBef>
              <a:buClrTx/>
              <a:buSzTx/>
              <a:buFontTx/>
            </a:pPr>
            <a:r>
              <a:rPr lang="zh-CN" altLang="en-US" sz="12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适用说明：基于 VOF 多相流模型，模拟立式腔体液体充注、液面抬升与气液界面演化过程，用于分析充注流动特性与腔体容液特性。</a:t>
            </a:r>
            <a:endParaRPr lang="zh-CN" altLang="en-US" sz="12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8"/>
            </p:custDataLst>
          </p:nvPr>
        </p:nvSpPr>
        <p:spPr>
          <a:xfrm>
            <a:off x="6096000" y="1089000"/>
            <a:ext cx="5400000" cy="4680000"/>
          </a:xfrm>
          <a:prstGeom prst="rect">
            <a:avLst/>
          </a:prstGeom>
        </p:spPr>
        <p:txBody>
          <a:bodyPr>
            <a:noAutofit/>
          </a:bodyPr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调优后性能对比</a:t>
            </a:r>
            <a:endParaRPr lang="en-US" altLang="zh-CN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对BIOS、系统环境进行优化，根据多次测试，取平均值进行对比。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9755 VS EPYC 9654  的性能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9755 </a:t>
            </a:r>
            <a:r>
              <a:rPr lang="en-US" altLang="zh-CN" sz="1200">
                <a:solidFill>
                  <a:srgbClr val="FFFFFF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   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112%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9654 </a:t>
            </a:r>
            <a:r>
              <a:rPr lang="en-US" altLang="zh-CN" sz="1200">
                <a:solidFill>
                  <a:srgbClr val="FFFFFF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100%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9755 VS EPYC 7763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9755 </a:t>
            </a:r>
            <a:r>
              <a:rPr lang="en-US" altLang="zh-CN" sz="1200">
                <a:solidFill>
                  <a:srgbClr val="FFFFFF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                                                         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328% 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7763 </a:t>
            </a:r>
            <a:r>
              <a:rPr lang="en-US" altLang="zh-CN" sz="1200">
                <a:solidFill>
                  <a:srgbClr val="FFFFFF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100%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9654 VS EPYC 7763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9654 </a:t>
            </a:r>
            <a:r>
              <a:rPr lang="en-US" altLang="zh-CN" sz="1200">
                <a:solidFill>
                  <a:srgbClr val="FFFFFF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                                                  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293% 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7763 </a:t>
            </a:r>
            <a:r>
              <a:rPr lang="en-US" altLang="zh-CN" sz="1200">
                <a:solidFill>
                  <a:srgbClr val="FFFFFF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100%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经特定调优后，9755的计算效率为9654的112%，是7763的328%。9654的计算效率则是7763的293%。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图片 2"/>
          <p:cNvPicPr/>
          <p:nvPr/>
        </p:nvPicPr>
        <p:blipFill>
          <a:blip r:embed="rId9"/>
          <a:stretch>
            <a:fillRect/>
          </a:stretch>
        </p:blipFill>
        <p:spPr>
          <a:xfrm>
            <a:off x="1056000" y="1701000"/>
            <a:ext cx="3837600" cy="2520000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组合 22"/>
          <p:cNvGrpSpPr/>
          <p:nvPr userDrawn="1">
            <p:custDataLst>
              <p:tags r:id="rId1"/>
            </p:custDataLst>
          </p:nvPr>
        </p:nvGrpSpPr>
        <p:grpSpPr>
          <a:xfrm>
            <a:off x="205978" y="83342"/>
            <a:ext cx="11788853" cy="688181"/>
            <a:chOff x="205978" y="83342"/>
            <a:chExt cx="11788853" cy="688181"/>
          </a:xfrm>
        </p:grpSpPr>
        <p:sp>
          <p:nvSpPr>
            <p:cNvPr id="24" name="平行四边形 23"/>
            <p:cNvSpPr/>
            <p:nvPr userDrawn="1">
              <p:custDataLst>
                <p:tags r:id="rId2"/>
              </p:custDataLst>
            </p:nvPr>
          </p:nvSpPr>
          <p:spPr>
            <a:xfrm rot="16200000" flipV="1">
              <a:off x="7739" y="422075"/>
              <a:ext cx="547687" cy="151209"/>
            </a:xfrm>
            <a:prstGeom prst="parallelogram">
              <a:avLst>
                <a:gd name="adj" fmla="val 611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5" name="平行四边形 24"/>
            <p:cNvSpPr/>
            <p:nvPr userDrawn="1">
              <p:custDataLst>
                <p:tags r:id="rId3"/>
              </p:custDataLst>
            </p:nvPr>
          </p:nvSpPr>
          <p:spPr>
            <a:xfrm rot="16200000" flipV="1">
              <a:off x="238720" y="250624"/>
              <a:ext cx="464342" cy="129778"/>
            </a:xfrm>
            <a:prstGeom prst="parallelogram">
              <a:avLst>
                <a:gd name="adj" fmla="val 61117"/>
              </a:avLst>
            </a:prstGeom>
            <a:solidFill>
              <a:schemeClr val="dk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8" name="任意多边形: 形状 10"/>
            <p:cNvSpPr/>
            <p:nvPr userDrawn="1">
              <p:custDataLst>
                <p:tags r:id="rId4"/>
              </p:custDataLst>
            </p:nvPr>
          </p:nvSpPr>
          <p:spPr>
            <a:xfrm flipH="1">
              <a:off x="11669220" y="185737"/>
              <a:ext cx="220836" cy="379696"/>
            </a:xfrm>
            <a:custGeom>
              <a:avLst/>
              <a:gdLst>
                <a:gd name="connsiteX0" fmla="*/ 0 w 2279650"/>
                <a:gd name="connsiteY0" fmla="*/ 0 h 3919537"/>
                <a:gd name="connsiteX1" fmla="*/ 3038 w 2279650"/>
                <a:gd name="connsiteY1" fmla="*/ 0 h 3919537"/>
                <a:gd name="connsiteX2" fmla="*/ 2279650 w 2279650"/>
                <a:gd name="connsiteY2" fmla="*/ 1864626 h 3919537"/>
                <a:gd name="connsiteX3" fmla="*/ 2279650 w 2279650"/>
                <a:gd name="connsiteY3" fmla="*/ 3919537 h 3919537"/>
                <a:gd name="connsiteX4" fmla="*/ 0 w 2279650"/>
                <a:gd name="connsiteY4" fmla="*/ 3919537 h 3919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9650" h="3919537">
                  <a:moveTo>
                    <a:pt x="0" y="0"/>
                  </a:moveTo>
                  <a:lnTo>
                    <a:pt x="3038" y="0"/>
                  </a:lnTo>
                  <a:lnTo>
                    <a:pt x="2279650" y="1864626"/>
                  </a:lnTo>
                  <a:lnTo>
                    <a:pt x="2279650" y="3919537"/>
                  </a:lnTo>
                  <a:lnTo>
                    <a:pt x="0" y="3919537"/>
                  </a:lnTo>
                  <a:close/>
                </a:path>
              </a:pathLst>
            </a:custGeom>
            <a:solidFill>
              <a:schemeClr val="dk2">
                <a:lumMod val="90000"/>
                <a:lumOff val="10000"/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9" name="任意多边形: 形状 11"/>
            <p:cNvSpPr/>
            <p:nvPr userDrawn="1">
              <p:custDataLst>
                <p:tags r:id="rId5"/>
              </p:custDataLst>
            </p:nvPr>
          </p:nvSpPr>
          <p:spPr>
            <a:xfrm flipH="1">
              <a:off x="11773995" y="147637"/>
              <a:ext cx="220836" cy="379696"/>
            </a:xfrm>
            <a:custGeom>
              <a:avLst/>
              <a:gdLst>
                <a:gd name="connsiteX0" fmla="*/ 0 w 2279650"/>
                <a:gd name="connsiteY0" fmla="*/ 0 h 3919537"/>
                <a:gd name="connsiteX1" fmla="*/ 3038 w 2279650"/>
                <a:gd name="connsiteY1" fmla="*/ 0 h 3919537"/>
                <a:gd name="connsiteX2" fmla="*/ 2279650 w 2279650"/>
                <a:gd name="connsiteY2" fmla="*/ 1864626 h 3919537"/>
                <a:gd name="connsiteX3" fmla="*/ 2279650 w 2279650"/>
                <a:gd name="connsiteY3" fmla="*/ 3919537 h 3919537"/>
                <a:gd name="connsiteX4" fmla="*/ 0 w 2279650"/>
                <a:gd name="connsiteY4" fmla="*/ 3919537 h 3919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9650" h="3919537">
                  <a:moveTo>
                    <a:pt x="0" y="0"/>
                  </a:moveTo>
                  <a:lnTo>
                    <a:pt x="3038" y="0"/>
                  </a:lnTo>
                  <a:lnTo>
                    <a:pt x="2279650" y="1864626"/>
                  </a:lnTo>
                  <a:lnTo>
                    <a:pt x="2279650" y="3919537"/>
                  </a:lnTo>
                  <a:lnTo>
                    <a:pt x="0" y="3919537"/>
                  </a:lnTo>
                  <a:close/>
                </a:path>
              </a:pathLst>
            </a:custGeom>
            <a:solidFill>
              <a:schemeClr val="dk2">
                <a:lumMod val="90000"/>
                <a:lumOff val="1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506095" y="4787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三、数据对比</a:t>
            </a:r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699135" y="1091565"/>
            <a:ext cx="474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案例五</a:t>
            </a:r>
            <a:r>
              <a:rPr lang="en-US" altLang="zh-CN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r>
              <a: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箱体侧向进液两相流体仿真模型</a:t>
            </a:r>
            <a:r>
              <a:rPr lang="en-US" altLang="zh-CN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endParaRPr lang="en-US" altLang="zh-CN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96000" y="4437000"/>
            <a:ext cx="4640400" cy="645160"/>
          </a:xfrm>
          <a:prstGeom prst="rect">
            <a:avLst/>
          </a:prstGeom>
        </p:spPr>
        <p:txBody>
          <a:bodyPr>
            <a:spAutoFit/>
          </a:bodyPr>
          <a:p>
            <a:pPr algn="l" defTabSz="914400">
              <a:spcBef>
                <a:spcPts val="0"/>
              </a:spcBef>
              <a:buClrTx/>
              <a:buSzTx/>
              <a:buFontTx/>
            </a:pPr>
            <a:r>
              <a:rPr lang="zh-CN" altLang="en-US" sz="12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模型参数：总网格数:20 万，500 步</a:t>
            </a:r>
            <a:endParaRPr lang="zh-CN" altLang="en-US" sz="12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defTabSz="914400">
              <a:spcBef>
                <a:spcPts val="0"/>
              </a:spcBef>
              <a:buClrTx/>
              <a:buSzTx/>
              <a:buFontTx/>
            </a:pPr>
            <a:r>
              <a:rPr lang="zh-CN" altLang="en-US" sz="12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适用说明：采用VOF 两相流算法，模拟卧式箱体侧向射流进液、流场冲击及稳态液位分布，用于评价腔体储液与进液流动性能。</a:t>
            </a:r>
            <a:endParaRPr lang="zh-CN" altLang="en-US" sz="12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096000" y="1089000"/>
            <a:ext cx="5400000" cy="4680000"/>
          </a:xfrm>
          <a:prstGeom prst="rect">
            <a:avLst/>
          </a:prstGeom>
        </p:spPr>
        <p:txBody>
          <a:bodyPr>
            <a:noAutofit/>
          </a:bodyPr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调优前性能对比</a:t>
            </a:r>
            <a:endParaRPr lang="en-US" altLang="zh-CN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不进行调优、保持默认BIOS、系统环境。根据多次测试，取平均值进行对比。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9755 VS EPYC 9654  的性能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9755 </a:t>
            </a:r>
            <a:r>
              <a:rPr lang="en-US" altLang="zh-CN" sz="1200">
                <a:solidFill>
                  <a:srgbClr val="FFFFFF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100%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9654 </a:t>
            </a:r>
            <a:r>
              <a:rPr lang="en-US" altLang="zh-CN" sz="1200">
                <a:solidFill>
                  <a:srgbClr val="FFFFFF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 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103%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9755 VS EPYC 7763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9755 </a:t>
            </a:r>
            <a:r>
              <a:rPr lang="en-US" altLang="zh-CN" sz="1200">
                <a:solidFill>
                  <a:srgbClr val="FFFFFF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                  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146%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7763 </a:t>
            </a:r>
            <a:r>
              <a:rPr lang="en-US" altLang="zh-CN" sz="1200">
                <a:solidFill>
                  <a:srgbClr val="FFFFFF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100%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9654 VS EPYC 7763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9654 </a:t>
            </a:r>
            <a:r>
              <a:rPr lang="en-US" altLang="zh-CN" sz="1200">
                <a:solidFill>
                  <a:srgbClr val="FFFFFF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                    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150%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7763 </a:t>
            </a:r>
            <a:r>
              <a:rPr lang="en-US" altLang="zh-CN" sz="1200">
                <a:solidFill>
                  <a:srgbClr val="FFFFFF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100%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在调优前，由于网格量较小，无法充分发挥多核算力以及高内存所带来的收益，因此9755和9654保持着接近的成绩。然而相对于7763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，两者均有50%左右的求解效率提升。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" name="图片 4" descr="20W"/>
          <p:cNvPicPr/>
          <p:nvPr/>
        </p:nvPicPr>
        <p:blipFill>
          <a:blip r:embed="rId8"/>
          <a:stretch>
            <a:fillRect/>
          </a:stretch>
        </p:blipFill>
        <p:spPr>
          <a:xfrm>
            <a:off x="1056000" y="1701000"/>
            <a:ext cx="3837600" cy="2520000"/>
          </a:xfrm>
          <a:prstGeom prst="rect">
            <a:avLst/>
          </a:prstGeom>
        </p:spPr>
      </p:pic>
    </p:spTree>
    <p:custDataLst>
      <p:tags r:id="rId9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组合 22"/>
          <p:cNvGrpSpPr/>
          <p:nvPr userDrawn="1">
            <p:custDataLst>
              <p:tags r:id="rId1"/>
            </p:custDataLst>
          </p:nvPr>
        </p:nvGrpSpPr>
        <p:grpSpPr>
          <a:xfrm>
            <a:off x="205978" y="83342"/>
            <a:ext cx="11788853" cy="688181"/>
            <a:chOff x="205978" y="83342"/>
            <a:chExt cx="11788853" cy="688181"/>
          </a:xfrm>
        </p:grpSpPr>
        <p:sp>
          <p:nvSpPr>
            <p:cNvPr id="24" name="平行四边形 23"/>
            <p:cNvSpPr/>
            <p:nvPr userDrawn="1">
              <p:custDataLst>
                <p:tags r:id="rId2"/>
              </p:custDataLst>
            </p:nvPr>
          </p:nvSpPr>
          <p:spPr>
            <a:xfrm rot="16200000" flipV="1">
              <a:off x="7739" y="422075"/>
              <a:ext cx="547687" cy="151209"/>
            </a:xfrm>
            <a:prstGeom prst="parallelogram">
              <a:avLst>
                <a:gd name="adj" fmla="val 611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5" name="平行四边形 24"/>
            <p:cNvSpPr/>
            <p:nvPr userDrawn="1">
              <p:custDataLst>
                <p:tags r:id="rId3"/>
              </p:custDataLst>
            </p:nvPr>
          </p:nvSpPr>
          <p:spPr>
            <a:xfrm rot="16200000" flipV="1">
              <a:off x="238720" y="250624"/>
              <a:ext cx="464342" cy="129778"/>
            </a:xfrm>
            <a:prstGeom prst="parallelogram">
              <a:avLst>
                <a:gd name="adj" fmla="val 61117"/>
              </a:avLst>
            </a:prstGeom>
            <a:solidFill>
              <a:schemeClr val="dk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8" name="任意多边形: 形状 10"/>
            <p:cNvSpPr/>
            <p:nvPr userDrawn="1">
              <p:custDataLst>
                <p:tags r:id="rId4"/>
              </p:custDataLst>
            </p:nvPr>
          </p:nvSpPr>
          <p:spPr>
            <a:xfrm flipH="1">
              <a:off x="11669220" y="185737"/>
              <a:ext cx="220836" cy="379696"/>
            </a:xfrm>
            <a:custGeom>
              <a:avLst/>
              <a:gdLst>
                <a:gd name="connsiteX0" fmla="*/ 0 w 2279650"/>
                <a:gd name="connsiteY0" fmla="*/ 0 h 3919537"/>
                <a:gd name="connsiteX1" fmla="*/ 3038 w 2279650"/>
                <a:gd name="connsiteY1" fmla="*/ 0 h 3919537"/>
                <a:gd name="connsiteX2" fmla="*/ 2279650 w 2279650"/>
                <a:gd name="connsiteY2" fmla="*/ 1864626 h 3919537"/>
                <a:gd name="connsiteX3" fmla="*/ 2279650 w 2279650"/>
                <a:gd name="connsiteY3" fmla="*/ 3919537 h 3919537"/>
                <a:gd name="connsiteX4" fmla="*/ 0 w 2279650"/>
                <a:gd name="connsiteY4" fmla="*/ 3919537 h 3919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9650" h="3919537">
                  <a:moveTo>
                    <a:pt x="0" y="0"/>
                  </a:moveTo>
                  <a:lnTo>
                    <a:pt x="3038" y="0"/>
                  </a:lnTo>
                  <a:lnTo>
                    <a:pt x="2279650" y="1864626"/>
                  </a:lnTo>
                  <a:lnTo>
                    <a:pt x="2279650" y="3919537"/>
                  </a:lnTo>
                  <a:lnTo>
                    <a:pt x="0" y="3919537"/>
                  </a:lnTo>
                  <a:close/>
                </a:path>
              </a:pathLst>
            </a:custGeom>
            <a:solidFill>
              <a:schemeClr val="dk2">
                <a:lumMod val="90000"/>
                <a:lumOff val="10000"/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9" name="任意多边形: 形状 11"/>
            <p:cNvSpPr/>
            <p:nvPr userDrawn="1">
              <p:custDataLst>
                <p:tags r:id="rId5"/>
              </p:custDataLst>
            </p:nvPr>
          </p:nvSpPr>
          <p:spPr>
            <a:xfrm flipH="1">
              <a:off x="11773995" y="147637"/>
              <a:ext cx="220836" cy="379696"/>
            </a:xfrm>
            <a:custGeom>
              <a:avLst/>
              <a:gdLst>
                <a:gd name="connsiteX0" fmla="*/ 0 w 2279650"/>
                <a:gd name="connsiteY0" fmla="*/ 0 h 3919537"/>
                <a:gd name="connsiteX1" fmla="*/ 3038 w 2279650"/>
                <a:gd name="connsiteY1" fmla="*/ 0 h 3919537"/>
                <a:gd name="connsiteX2" fmla="*/ 2279650 w 2279650"/>
                <a:gd name="connsiteY2" fmla="*/ 1864626 h 3919537"/>
                <a:gd name="connsiteX3" fmla="*/ 2279650 w 2279650"/>
                <a:gd name="connsiteY3" fmla="*/ 3919537 h 3919537"/>
                <a:gd name="connsiteX4" fmla="*/ 0 w 2279650"/>
                <a:gd name="connsiteY4" fmla="*/ 3919537 h 3919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9650" h="3919537">
                  <a:moveTo>
                    <a:pt x="0" y="0"/>
                  </a:moveTo>
                  <a:lnTo>
                    <a:pt x="3038" y="0"/>
                  </a:lnTo>
                  <a:lnTo>
                    <a:pt x="2279650" y="1864626"/>
                  </a:lnTo>
                  <a:lnTo>
                    <a:pt x="2279650" y="3919537"/>
                  </a:lnTo>
                  <a:lnTo>
                    <a:pt x="0" y="3919537"/>
                  </a:lnTo>
                  <a:close/>
                </a:path>
              </a:pathLst>
            </a:custGeom>
            <a:solidFill>
              <a:schemeClr val="dk2">
                <a:lumMod val="90000"/>
                <a:lumOff val="1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506095" y="4787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三、数据对比</a:t>
            </a:r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699135" y="1091565"/>
            <a:ext cx="46374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案例五</a:t>
            </a:r>
            <a:r>
              <a:rPr lang="en-US" altLang="zh-CN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r>
              <a: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箱体侧向进液两相流体仿真模型</a:t>
            </a:r>
            <a:r>
              <a:rPr lang="en-US" altLang="zh-CN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endParaRPr lang="en-US" altLang="zh-CN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96000" y="1089000"/>
            <a:ext cx="5400000" cy="4680000"/>
          </a:xfrm>
          <a:prstGeom prst="rect">
            <a:avLst/>
          </a:prstGeom>
        </p:spPr>
        <p:txBody>
          <a:bodyPr>
            <a:noAutofit/>
          </a:bodyPr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调优后性能对比</a:t>
            </a:r>
            <a:r>
              <a:rPr lang="zh-CN" alt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（各自对比）</a:t>
            </a:r>
            <a:endParaRPr lang="en-US" altLang="zh-CN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对BIOS、系统环境进行优化，根据多次测试，取平均值进行对比。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9755 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调优后VS EPYC 9755 默认的性能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9755  调优 </a:t>
            </a:r>
            <a:r>
              <a:rPr lang="en-US" altLang="zh-CN" sz="1200">
                <a:solidFill>
                  <a:srgbClr val="FFFFFF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                                       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262% 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9755  默认 </a:t>
            </a:r>
            <a:r>
              <a:rPr lang="en-US" altLang="zh-CN" sz="1200">
                <a:solidFill>
                  <a:srgbClr val="FFFFFF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100%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9654 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调优后 VS EPYC 9654  默认的性能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9654  调优 </a:t>
            </a:r>
            <a:r>
              <a:rPr lang="en-US" altLang="zh-CN" sz="1200">
                <a:solidFill>
                  <a:srgbClr val="FFFFFF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                                    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245%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9654  默认 </a:t>
            </a:r>
            <a:r>
              <a:rPr lang="en-US" altLang="zh-CN" sz="1200">
                <a:solidFill>
                  <a:srgbClr val="FFFFFF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100%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7763 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调优后VS EPYC 7763   默认的性能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7763  调优 </a:t>
            </a:r>
            <a:r>
              <a:rPr lang="en-US" altLang="zh-CN" sz="1200">
                <a:solidFill>
                  <a:srgbClr val="FFFFFF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                 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143%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7763  默认 </a:t>
            </a:r>
            <a:r>
              <a:rPr lang="en-US" altLang="zh-CN" sz="1200">
                <a:solidFill>
                  <a:srgbClr val="FFFFFF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100%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在调优后，9755的求解效率为调优前的262%。9654则是调优前的245%。7763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调优后的求解效率则是调优前的143%。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96000" y="4437000"/>
            <a:ext cx="4640400" cy="645160"/>
          </a:xfrm>
          <a:prstGeom prst="rect">
            <a:avLst/>
          </a:prstGeom>
        </p:spPr>
        <p:txBody>
          <a:bodyPr>
            <a:spAutoFit/>
          </a:bodyPr>
          <a:p>
            <a:pPr algn="l" defTabSz="914400">
              <a:spcBef>
                <a:spcPts val="0"/>
              </a:spcBef>
              <a:buClrTx/>
              <a:buSzTx/>
              <a:buFontTx/>
            </a:pPr>
            <a:r>
              <a:rPr lang="zh-CN" altLang="en-US" sz="12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模型参数：总网格数:20 万，500 步</a:t>
            </a:r>
            <a:endParaRPr lang="zh-CN" altLang="en-US" sz="12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defTabSz="914400">
              <a:spcBef>
                <a:spcPts val="0"/>
              </a:spcBef>
              <a:buClrTx/>
              <a:buSzTx/>
              <a:buFontTx/>
            </a:pPr>
            <a:r>
              <a:rPr lang="zh-CN" altLang="en-US" sz="12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适用说明：采用VOF 两相流算法，模拟卧式箱体侧向射流进液、流场冲击及稳态液位分布，用于评价腔体储液与进液流动性能。</a:t>
            </a:r>
            <a:endParaRPr lang="zh-CN" altLang="en-US" sz="12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图片 8" descr="20W"/>
          <p:cNvPicPr/>
          <p:nvPr/>
        </p:nvPicPr>
        <p:blipFill>
          <a:blip r:embed="rId8"/>
          <a:stretch>
            <a:fillRect/>
          </a:stretch>
        </p:blipFill>
        <p:spPr>
          <a:xfrm>
            <a:off x="1056000" y="1701000"/>
            <a:ext cx="3837600" cy="2520000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组合 22"/>
          <p:cNvGrpSpPr/>
          <p:nvPr userDrawn="1">
            <p:custDataLst>
              <p:tags r:id="rId1"/>
            </p:custDataLst>
          </p:nvPr>
        </p:nvGrpSpPr>
        <p:grpSpPr>
          <a:xfrm>
            <a:off x="205978" y="83342"/>
            <a:ext cx="11788853" cy="688181"/>
            <a:chOff x="205978" y="83342"/>
            <a:chExt cx="11788853" cy="688181"/>
          </a:xfrm>
        </p:grpSpPr>
        <p:sp>
          <p:nvSpPr>
            <p:cNvPr id="24" name="平行四边形 23"/>
            <p:cNvSpPr/>
            <p:nvPr userDrawn="1">
              <p:custDataLst>
                <p:tags r:id="rId2"/>
              </p:custDataLst>
            </p:nvPr>
          </p:nvSpPr>
          <p:spPr>
            <a:xfrm rot="16200000" flipV="1">
              <a:off x="7739" y="422075"/>
              <a:ext cx="547687" cy="151209"/>
            </a:xfrm>
            <a:prstGeom prst="parallelogram">
              <a:avLst>
                <a:gd name="adj" fmla="val 611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5" name="平行四边形 24"/>
            <p:cNvSpPr/>
            <p:nvPr userDrawn="1">
              <p:custDataLst>
                <p:tags r:id="rId3"/>
              </p:custDataLst>
            </p:nvPr>
          </p:nvSpPr>
          <p:spPr>
            <a:xfrm rot="16200000" flipV="1">
              <a:off x="238720" y="250624"/>
              <a:ext cx="464342" cy="129778"/>
            </a:xfrm>
            <a:prstGeom prst="parallelogram">
              <a:avLst>
                <a:gd name="adj" fmla="val 61117"/>
              </a:avLst>
            </a:prstGeom>
            <a:solidFill>
              <a:schemeClr val="dk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8" name="任意多边形: 形状 10"/>
            <p:cNvSpPr/>
            <p:nvPr userDrawn="1">
              <p:custDataLst>
                <p:tags r:id="rId4"/>
              </p:custDataLst>
            </p:nvPr>
          </p:nvSpPr>
          <p:spPr>
            <a:xfrm flipH="1">
              <a:off x="11669220" y="185737"/>
              <a:ext cx="220836" cy="379696"/>
            </a:xfrm>
            <a:custGeom>
              <a:avLst/>
              <a:gdLst>
                <a:gd name="connsiteX0" fmla="*/ 0 w 2279650"/>
                <a:gd name="connsiteY0" fmla="*/ 0 h 3919537"/>
                <a:gd name="connsiteX1" fmla="*/ 3038 w 2279650"/>
                <a:gd name="connsiteY1" fmla="*/ 0 h 3919537"/>
                <a:gd name="connsiteX2" fmla="*/ 2279650 w 2279650"/>
                <a:gd name="connsiteY2" fmla="*/ 1864626 h 3919537"/>
                <a:gd name="connsiteX3" fmla="*/ 2279650 w 2279650"/>
                <a:gd name="connsiteY3" fmla="*/ 3919537 h 3919537"/>
                <a:gd name="connsiteX4" fmla="*/ 0 w 2279650"/>
                <a:gd name="connsiteY4" fmla="*/ 3919537 h 3919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9650" h="3919537">
                  <a:moveTo>
                    <a:pt x="0" y="0"/>
                  </a:moveTo>
                  <a:lnTo>
                    <a:pt x="3038" y="0"/>
                  </a:lnTo>
                  <a:lnTo>
                    <a:pt x="2279650" y="1864626"/>
                  </a:lnTo>
                  <a:lnTo>
                    <a:pt x="2279650" y="3919537"/>
                  </a:lnTo>
                  <a:lnTo>
                    <a:pt x="0" y="3919537"/>
                  </a:lnTo>
                  <a:close/>
                </a:path>
              </a:pathLst>
            </a:custGeom>
            <a:solidFill>
              <a:schemeClr val="dk2">
                <a:lumMod val="90000"/>
                <a:lumOff val="10000"/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9" name="任意多边形: 形状 11"/>
            <p:cNvSpPr/>
            <p:nvPr userDrawn="1">
              <p:custDataLst>
                <p:tags r:id="rId5"/>
              </p:custDataLst>
            </p:nvPr>
          </p:nvSpPr>
          <p:spPr>
            <a:xfrm flipH="1">
              <a:off x="11773995" y="147637"/>
              <a:ext cx="220836" cy="379696"/>
            </a:xfrm>
            <a:custGeom>
              <a:avLst/>
              <a:gdLst>
                <a:gd name="connsiteX0" fmla="*/ 0 w 2279650"/>
                <a:gd name="connsiteY0" fmla="*/ 0 h 3919537"/>
                <a:gd name="connsiteX1" fmla="*/ 3038 w 2279650"/>
                <a:gd name="connsiteY1" fmla="*/ 0 h 3919537"/>
                <a:gd name="connsiteX2" fmla="*/ 2279650 w 2279650"/>
                <a:gd name="connsiteY2" fmla="*/ 1864626 h 3919537"/>
                <a:gd name="connsiteX3" fmla="*/ 2279650 w 2279650"/>
                <a:gd name="connsiteY3" fmla="*/ 3919537 h 3919537"/>
                <a:gd name="connsiteX4" fmla="*/ 0 w 2279650"/>
                <a:gd name="connsiteY4" fmla="*/ 3919537 h 3919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9650" h="3919537">
                  <a:moveTo>
                    <a:pt x="0" y="0"/>
                  </a:moveTo>
                  <a:lnTo>
                    <a:pt x="3038" y="0"/>
                  </a:lnTo>
                  <a:lnTo>
                    <a:pt x="2279650" y="1864626"/>
                  </a:lnTo>
                  <a:lnTo>
                    <a:pt x="2279650" y="3919537"/>
                  </a:lnTo>
                  <a:lnTo>
                    <a:pt x="0" y="3919537"/>
                  </a:lnTo>
                  <a:close/>
                </a:path>
              </a:pathLst>
            </a:custGeom>
            <a:solidFill>
              <a:schemeClr val="dk2">
                <a:lumMod val="90000"/>
                <a:lumOff val="1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506095" y="4787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三、数据对比</a:t>
            </a:r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699135" y="1091565"/>
            <a:ext cx="44615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案例五</a:t>
            </a:r>
            <a:r>
              <a:rPr lang="en-US" altLang="zh-CN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r>
              <a: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箱体侧向进液两相流体仿真模型</a:t>
            </a:r>
            <a:r>
              <a:rPr lang="en-US" altLang="zh-CN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endParaRPr lang="en-US" altLang="zh-CN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8"/>
            </p:custDataLst>
          </p:nvPr>
        </p:nvSpPr>
        <p:spPr>
          <a:xfrm>
            <a:off x="6096000" y="1089000"/>
            <a:ext cx="5400000" cy="4680000"/>
          </a:xfrm>
          <a:prstGeom prst="rect">
            <a:avLst/>
          </a:prstGeom>
        </p:spPr>
        <p:txBody>
          <a:bodyPr>
            <a:noAutofit/>
          </a:bodyPr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调优后性能对比</a:t>
            </a:r>
            <a:endParaRPr lang="en-US" altLang="zh-CN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对BIOS、系统环境进行优化，根据多次测试，取平均值进行对比。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9755 VS EPYC 9654  的性能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9755 </a:t>
            </a:r>
            <a:r>
              <a:rPr lang="en-US" altLang="zh-CN" sz="1200">
                <a:solidFill>
                  <a:srgbClr val="FFFFFF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 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103%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9654 </a:t>
            </a:r>
            <a:r>
              <a:rPr lang="en-US" altLang="zh-CN" sz="1200">
                <a:solidFill>
                  <a:srgbClr val="FFFFFF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100%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9755 VS EPYC 7763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9755 </a:t>
            </a:r>
            <a:r>
              <a:rPr lang="en-US" altLang="zh-CN" sz="1200">
                <a:solidFill>
                  <a:srgbClr val="FFFFFF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                                           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268% 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7763 </a:t>
            </a:r>
            <a:r>
              <a:rPr lang="en-US" altLang="zh-CN" sz="1200">
                <a:solidFill>
                  <a:srgbClr val="FFFFFF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100%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9654 VS EPYC 7763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9654 </a:t>
            </a:r>
            <a:r>
              <a:rPr lang="en-US" altLang="zh-CN" sz="1200">
                <a:solidFill>
                  <a:srgbClr val="FFFFFF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                                       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259% 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7763 </a:t>
            </a:r>
            <a:r>
              <a:rPr lang="en-US" altLang="zh-CN" sz="1200">
                <a:solidFill>
                  <a:srgbClr val="FFFFFF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100%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经特定调优后，9755与9654求解效率仍然相近，相较7763的求解效率则是268%。9654的计算效率则是7763的259%。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96000" y="4437000"/>
            <a:ext cx="4640400" cy="645160"/>
          </a:xfrm>
          <a:prstGeom prst="rect">
            <a:avLst/>
          </a:prstGeom>
        </p:spPr>
        <p:txBody>
          <a:bodyPr>
            <a:spAutoFit/>
          </a:bodyPr>
          <a:p>
            <a:pPr algn="l" defTabSz="914400">
              <a:spcBef>
                <a:spcPts val="0"/>
              </a:spcBef>
              <a:buClrTx/>
              <a:buSzTx/>
              <a:buFontTx/>
            </a:pPr>
            <a:r>
              <a:rPr lang="zh-CN" altLang="en-US" sz="12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模型参数：总网格数:20 万，500 步</a:t>
            </a:r>
            <a:endParaRPr lang="zh-CN" altLang="en-US" sz="12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defTabSz="914400">
              <a:spcBef>
                <a:spcPts val="0"/>
              </a:spcBef>
              <a:buClrTx/>
              <a:buSzTx/>
              <a:buFontTx/>
            </a:pPr>
            <a:r>
              <a:rPr lang="zh-CN" altLang="en-US" sz="12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适用说明：采用VOF 两相流算法，模拟卧式箱体侧向射流进液、流场冲击及稳态液位分布，用于评价腔体储液与进液流动性能。</a:t>
            </a:r>
            <a:endParaRPr lang="zh-CN" altLang="en-US" sz="12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" name="图片 5" descr="20W"/>
          <p:cNvPicPr/>
          <p:nvPr/>
        </p:nvPicPr>
        <p:blipFill>
          <a:blip r:embed="rId9"/>
          <a:stretch>
            <a:fillRect/>
          </a:stretch>
        </p:blipFill>
        <p:spPr>
          <a:xfrm>
            <a:off x="1056000" y="1701000"/>
            <a:ext cx="3837600" cy="2520000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组合 22"/>
          <p:cNvGrpSpPr/>
          <p:nvPr userDrawn="1">
            <p:custDataLst>
              <p:tags r:id="rId1"/>
            </p:custDataLst>
          </p:nvPr>
        </p:nvGrpSpPr>
        <p:grpSpPr>
          <a:xfrm>
            <a:off x="205978" y="83342"/>
            <a:ext cx="11788853" cy="688181"/>
            <a:chOff x="205978" y="83342"/>
            <a:chExt cx="11788853" cy="688181"/>
          </a:xfrm>
        </p:grpSpPr>
        <p:sp>
          <p:nvSpPr>
            <p:cNvPr id="24" name="平行四边形 23"/>
            <p:cNvSpPr/>
            <p:nvPr userDrawn="1">
              <p:custDataLst>
                <p:tags r:id="rId2"/>
              </p:custDataLst>
            </p:nvPr>
          </p:nvSpPr>
          <p:spPr>
            <a:xfrm rot="16200000" flipV="1">
              <a:off x="7739" y="422075"/>
              <a:ext cx="547687" cy="151209"/>
            </a:xfrm>
            <a:prstGeom prst="parallelogram">
              <a:avLst>
                <a:gd name="adj" fmla="val 611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5" name="平行四边形 24"/>
            <p:cNvSpPr/>
            <p:nvPr userDrawn="1">
              <p:custDataLst>
                <p:tags r:id="rId3"/>
              </p:custDataLst>
            </p:nvPr>
          </p:nvSpPr>
          <p:spPr>
            <a:xfrm rot="16200000" flipV="1">
              <a:off x="238720" y="250624"/>
              <a:ext cx="464342" cy="129778"/>
            </a:xfrm>
            <a:prstGeom prst="parallelogram">
              <a:avLst>
                <a:gd name="adj" fmla="val 61117"/>
              </a:avLst>
            </a:prstGeom>
            <a:solidFill>
              <a:schemeClr val="dk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8" name="任意多边形: 形状 10"/>
            <p:cNvSpPr/>
            <p:nvPr userDrawn="1">
              <p:custDataLst>
                <p:tags r:id="rId4"/>
              </p:custDataLst>
            </p:nvPr>
          </p:nvSpPr>
          <p:spPr>
            <a:xfrm flipH="1">
              <a:off x="11669220" y="185737"/>
              <a:ext cx="220836" cy="379696"/>
            </a:xfrm>
            <a:custGeom>
              <a:avLst/>
              <a:gdLst>
                <a:gd name="connsiteX0" fmla="*/ 0 w 2279650"/>
                <a:gd name="connsiteY0" fmla="*/ 0 h 3919537"/>
                <a:gd name="connsiteX1" fmla="*/ 3038 w 2279650"/>
                <a:gd name="connsiteY1" fmla="*/ 0 h 3919537"/>
                <a:gd name="connsiteX2" fmla="*/ 2279650 w 2279650"/>
                <a:gd name="connsiteY2" fmla="*/ 1864626 h 3919537"/>
                <a:gd name="connsiteX3" fmla="*/ 2279650 w 2279650"/>
                <a:gd name="connsiteY3" fmla="*/ 3919537 h 3919537"/>
                <a:gd name="connsiteX4" fmla="*/ 0 w 2279650"/>
                <a:gd name="connsiteY4" fmla="*/ 3919537 h 3919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9650" h="3919537">
                  <a:moveTo>
                    <a:pt x="0" y="0"/>
                  </a:moveTo>
                  <a:lnTo>
                    <a:pt x="3038" y="0"/>
                  </a:lnTo>
                  <a:lnTo>
                    <a:pt x="2279650" y="1864626"/>
                  </a:lnTo>
                  <a:lnTo>
                    <a:pt x="2279650" y="3919537"/>
                  </a:lnTo>
                  <a:lnTo>
                    <a:pt x="0" y="3919537"/>
                  </a:lnTo>
                  <a:close/>
                </a:path>
              </a:pathLst>
            </a:custGeom>
            <a:solidFill>
              <a:schemeClr val="dk2">
                <a:lumMod val="90000"/>
                <a:lumOff val="10000"/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9" name="任意多边形: 形状 11"/>
            <p:cNvSpPr/>
            <p:nvPr userDrawn="1">
              <p:custDataLst>
                <p:tags r:id="rId5"/>
              </p:custDataLst>
            </p:nvPr>
          </p:nvSpPr>
          <p:spPr>
            <a:xfrm flipH="1">
              <a:off x="11773995" y="147637"/>
              <a:ext cx="220836" cy="379696"/>
            </a:xfrm>
            <a:custGeom>
              <a:avLst/>
              <a:gdLst>
                <a:gd name="connsiteX0" fmla="*/ 0 w 2279650"/>
                <a:gd name="connsiteY0" fmla="*/ 0 h 3919537"/>
                <a:gd name="connsiteX1" fmla="*/ 3038 w 2279650"/>
                <a:gd name="connsiteY1" fmla="*/ 0 h 3919537"/>
                <a:gd name="connsiteX2" fmla="*/ 2279650 w 2279650"/>
                <a:gd name="connsiteY2" fmla="*/ 1864626 h 3919537"/>
                <a:gd name="connsiteX3" fmla="*/ 2279650 w 2279650"/>
                <a:gd name="connsiteY3" fmla="*/ 3919537 h 3919537"/>
                <a:gd name="connsiteX4" fmla="*/ 0 w 2279650"/>
                <a:gd name="connsiteY4" fmla="*/ 3919537 h 3919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9650" h="3919537">
                  <a:moveTo>
                    <a:pt x="0" y="0"/>
                  </a:moveTo>
                  <a:lnTo>
                    <a:pt x="3038" y="0"/>
                  </a:lnTo>
                  <a:lnTo>
                    <a:pt x="2279650" y="1864626"/>
                  </a:lnTo>
                  <a:lnTo>
                    <a:pt x="2279650" y="3919537"/>
                  </a:lnTo>
                  <a:lnTo>
                    <a:pt x="0" y="3919537"/>
                  </a:lnTo>
                  <a:close/>
                </a:path>
              </a:pathLst>
            </a:custGeom>
            <a:solidFill>
              <a:schemeClr val="dk2">
                <a:lumMod val="90000"/>
                <a:lumOff val="1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506095" y="4787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三、数据对比</a:t>
            </a:r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699135" y="10915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案例六</a:t>
            </a:r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96000" y="4437000"/>
            <a:ext cx="4640580" cy="821055"/>
          </a:xfrm>
          <a:prstGeom prst="rect">
            <a:avLst/>
          </a:prstGeom>
        </p:spPr>
        <p:txBody>
          <a:bodyPr>
            <a:noAutofit/>
          </a:bodyPr>
          <a:p>
            <a:pPr marL="0" algn="l" defTabSz="914400">
              <a:spcBef>
                <a:spcPts val="0"/>
              </a:spcBef>
              <a:buClrTx/>
              <a:buSzTx/>
              <a:buFontTx/>
            </a:pPr>
            <a:r>
              <a:rPr lang="zh-CN" altLang="en-US" sz="12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模型参数：总网格数:4W，500 步</a:t>
            </a:r>
            <a:endParaRPr lang="zh-CN" altLang="en-US" sz="12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algn="l" defTabSz="914400">
              <a:lnSpc>
                <a:spcPct val="100000"/>
              </a:lnSpc>
              <a:spcBef>
                <a:spcPts val="0"/>
              </a:spcBef>
              <a:buClrTx/>
              <a:buSzTx/>
              <a:buFontTx/>
            </a:pPr>
            <a:r>
              <a:rPr lang="zh-CN" altLang="en-US" sz="12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适用说明：基于瞬态 VOF 模型，模拟射流在重力作用下的喷射、贴壁流动、下落铺展全过程，用于预测自由液面形态、射流轨迹与流态变化规律。</a:t>
            </a:r>
            <a:endParaRPr lang="zh-CN" altLang="en-US" sz="12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096000" y="1089000"/>
            <a:ext cx="5400000" cy="4680000"/>
          </a:xfrm>
          <a:prstGeom prst="rect">
            <a:avLst/>
          </a:prstGeom>
        </p:spPr>
        <p:txBody>
          <a:bodyPr wrap="square">
            <a:noAutofit/>
          </a:bodyPr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调优前性能对比</a:t>
            </a:r>
            <a:endParaRPr lang="en-US" altLang="zh-CN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不进行调优、保持默认BIOS、系统环境。根据多次测试，取平均值进行对比。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9755 VS EPYC 9654  的性能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9755 </a:t>
            </a:r>
            <a:r>
              <a:rPr lang="en-US" altLang="zh-CN" sz="1200">
                <a:solidFill>
                  <a:srgbClr val="FFFFFF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100%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9654 </a:t>
            </a:r>
            <a:r>
              <a:rPr lang="en-US" altLang="zh-CN" sz="1200">
                <a:solidFill>
                  <a:srgbClr val="FFFFFF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100%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9755 VS EPYC 7763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9755 </a:t>
            </a:r>
            <a:r>
              <a:rPr lang="en-US" altLang="zh-CN" sz="1200">
                <a:solidFill>
                  <a:srgbClr val="FFFFFF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                      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165%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7763 </a:t>
            </a:r>
            <a:r>
              <a:rPr lang="en-US" altLang="zh-CN" sz="1200">
                <a:solidFill>
                  <a:srgbClr val="FFFFFF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100%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9654 VS EPYC 7763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9654 </a:t>
            </a:r>
            <a:r>
              <a:rPr lang="en-US" altLang="zh-CN" sz="1200">
                <a:solidFill>
                  <a:srgbClr val="FFFFFF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                      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166%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7763 </a:t>
            </a:r>
            <a:r>
              <a:rPr lang="en-US" altLang="zh-CN" sz="1200">
                <a:solidFill>
                  <a:srgbClr val="FFFFFF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100%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在调优前，由于网格量较小，无法充分发挥多核算力以及高内存所带来的收益，因此9755和9654保持着接近的成绩。然而相对于7763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，两者均有66%左右的求解效率提升。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/>
          <p:cNvPicPr/>
          <p:nvPr/>
        </p:nvPicPr>
        <p:blipFill>
          <a:blip r:embed="rId8"/>
          <a:stretch>
            <a:fillRect/>
          </a:stretch>
        </p:blipFill>
        <p:spPr>
          <a:xfrm>
            <a:off x="1056000" y="1701000"/>
            <a:ext cx="3837600" cy="2520000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组合 22"/>
          <p:cNvGrpSpPr/>
          <p:nvPr userDrawn="1">
            <p:custDataLst>
              <p:tags r:id="rId1"/>
            </p:custDataLst>
          </p:nvPr>
        </p:nvGrpSpPr>
        <p:grpSpPr>
          <a:xfrm>
            <a:off x="205978" y="83342"/>
            <a:ext cx="11788853" cy="688181"/>
            <a:chOff x="205978" y="83342"/>
            <a:chExt cx="11788853" cy="688181"/>
          </a:xfrm>
        </p:grpSpPr>
        <p:sp>
          <p:nvSpPr>
            <p:cNvPr id="24" name="平行四边形 23"/>
            <p:cNvSpPr/>
            <p:nvPr userDrawn="1">
              <p:custDataLst>
                <p:tags r:id="rId2"/>
              </p:custDataLst>
            </p:nvPr>
          </p:nvSpPr>
          <p:spPr>
            <a:xfrm rot="16200000" flipV="1">
              <a:off x="7739" y="422075"/>
              <a:ext cx="547687" cy="151209"/>
            </a:xfrm>
            <a:prstGeom prst="parallelogram">
              <a:avLst>
                <a:gd name="adj" fmla="val 611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5" name="平行四边形 24"/>
            <p:cNvSpPr/>
            <p:nvPr userDrawn="1">
              <p:custDataLst>
                <p:tags r:id="rId3"/>
              </p:custDataLst>
            </p:nvPr>
          </p:nvSpPr>
          <p:spPr>
            <a:xfrm rot="16200000" flipV="1">
              <a:off x="238720" y="250624"/>
              <a:ext cx="464342" cy="129778"/>
            </a:xfrm>
            <a:prstGeom prst="parallelogram">
              <a:avLst>
                <a:gd name="adj" fmla="val 61117"/>
              </a:avLst>
            </a:prstGeom>
            <a:solidFill>
              <a:schemeClr val="dk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8" name="任意多边形: 形状 10"/>
            <p:cNvSpPr/>
            <p:nvPr userDrawn="1">
              <p:custDataLst>
                <p:tags r:id="rId4"/>
              </p:custDataLst>
            </p:nvPr>
          </p:nvSpPr>
          <p:spPr>
            <a:xfrm flipH="1">
              <a:off x="11669220" y="185737"/>
              <a:ext cx="220836" cy="379696"/>
            </a:xfrm>
            <a:custGeom>
              <a:avLst/>
              <a:gdLst>
                <a:gd name="connsiteX0" fmla="*/ 0 w 2279650"/>
                <a:gd name="connsiteY0" fmla="*/ 0 h 3919537"/>
                <a:gd name="connsiteX1" fmla="*/ 3038 w 2279650"/>
                <a:gd name="connsiteY1" fmla="*/ 0 h 3919537"/>
                <a:gd name="connsiteX2" fmla="*/ 2279650 w 2279650"/>
                <a:gd name="connsiteY2" fmla="*/ 1864626 h 3919537"/>
                <a:gd name="connsiteX3" fmla="*/ 2279650 w 2279650"/>
                <a:gd name="connsiteY3" fmla="*/ 3919537 h 3919537"/>
                <a:gd name="connsiteX4" fmla="*/ 0 w 2279650"/>
                <a:gd name="connsiteY4" fmla="*/ 3919537 h 3919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9650" h="3919537">
                  <a:moveTo>
                    <a:pt x="0" y="0"/>
                  </a:moveTo>
                  <a:lnTo>
                    <a:pt x="3038" y="0"/>
                  </a:lnTo>
                  <a:lnTo>
                    <a:pt x="2279650" y="1864626"/>
                  </a:lnTo>
                  <a:lnTo>
                    <a:pt x="2279650" y="3919537"/>
                  </a:lnTo>
                  <a:lnTo>
                    <a:pt x="0" y="3919537"/>
                  </a:lnTo>
                  <a:close/>
                </a:path>
              </a:pathLst>
            </a:custGeom>
            <a:solidFill>
              <a:schemeClr val="dk2">
                <a:lumMod val="90000"/>
                <a:lumOff val="10000"/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9" name="任意多边形: 形状 11"/>
            <p:cNvSpPr/>
            <p:nvPr userDrawn="1">
              <p:custDataLst>
                <p:tags r:id="rId5"/>
              </p:custDataLst>
            </p:nvPr>
          </p:nvSpPr>
          <p:spPr>
            <a:xfrm flipH="1">
              <a:off x="11773995" y="147637"/>
              <a:ext cx="220836" cy="379696"/>
            </a:xfrm>
            <a:custGeom>
              <a:avLst/>
              <a:gdLst>
                <a:gd name="connsiteX0" fmla="*/ 0 w 2279650"/>
                <a:gd name="connsiteY0" fmla="*/ 0 h 3919537"/>
                <a:gd name="connsiteX1" fmla="*/ 3038 w 2279650"/>
                <a:gd name="connsiteY1" fmla="*/ 0 h 3919537"/>
                <a:gd name="connsiteX2" fmla="*/ 2279650 w 2279650"/>
                <a:gd name="connsiteY2" fmla="*/ 1864626 h 3919537"/>
                <a:gd name="connsiteX3" fmla="*/ 2279650 w 2279650"/>
                <a:gd name="connsiteY3" fmla="*/ 3919537 h 3919537"/>
                <a:gd name="connsiteX4" fmla="*/ 0 w 2279650"/>
                <a:gd name="connsiteY4" fmla="*/ 3919537 h 3919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9650" h="3919537">
                  <a:moveTo>
                    <a:pt x="0" y="0"/>
                  </a:moveTo>
                  <a:lnTo>
                    <a:pt x="3038" y="0"/>
                  </a:lnTo>
                  <a:lnTo>
                    <a:pt x="2279650" y="1864626"/>
                  </a:lnTo>
                  <a:lnTo>
                    <a:pt x="2279650" y="3919537"/>
                  </a:lnTo>
                  <a:lnTo>
                    <a:pt x="0" y="3919537"/>
                  </a:lnTo>
                  <a:close/>
                </a:path>
              </a:pathLst>
            </a:custGeom>
            <a:solidFill>
              <a:schemeClr val="dk2">
                <a:lumMod val="90000"/>
                <a:lumOff val="1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506095" y="4787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三、数据对比</a:t>
            </a:r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699135" y="10915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案例六</a:t>
            </a:r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096000" y="1089000"/>
            <a:ext cx="5400000" cy="4680000"/>
          </a:xfrm>
          <a:prstGeom prst="rect">
            <a:avLst/>
          </a:prstGeom>
        </p:spPr>
        <p:txBody>
          <a:bodyPr>
            <a:noAutofit/>
          </a:bodyPr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调优后性能对比</a:t>
            </a:r>
            <a:r>
              <a:rPr lang="zh-CN" alt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（各自对比）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对BIOS、系统环境进行优化，根据多次测试，取平均值进行对比。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9755 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调优后VS EPYC 9755 默认的性能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9755  调优 </a:t>
            </a:r>
            <a:r>
              <a:rPr lang="en-US" altLang="zh-CN" sz="1200">
                <a:solidFill>
                  <a:srgbClr val="FFFFFF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                                                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375% 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9755  默认 </a:t>
            </a:r>
            <a:r>
              <a:rPr lang="en-US" altLang="zh-CN" sz="1200">
                <a:solidFill>
                  <a:srgbClr val="FFFFFF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100%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EPYC 9654 调优后VS EPYC 9654 默认的性能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9654  调优 </a:t>
            </a:r>
            <a:r>
              <a:rPr lang="en-US" altLang="zh-CN" sz="1200">
                <a:solidFill>
                  <a:srgbClr val="FFFFFF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                                             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334%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9654  默认 </a:t>
            </a:r>
            <a:r>
              <a:rPr lang="en-US" altLang="zh-CN" sz="1200">
                <a:solidFill>
                  <a:srgbClr val="FFFFFF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100%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7763 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调优后VS EPYC 7763   默认的性能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7763  调优 </a:t>
            </a:r>
            <a:r>
              <a:rPr lang="en-US" altLang="zh-CN" sz="1200">
                <a:solidFill>
                  <a:srgbClr val="FFFFFF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                                       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290%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7763  默认 </a:t>
            </a:r>
            <a:r>
              <a:rPr lang="en-US" altLang="zh-CN" sz="1200">
                <a:solidFill>
                  <a:srgbClr val="FFFFFF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100%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在调优后，9755相较于调优前，提升了275%的求解效率。9654相较于调优前，提升了234%的求解效率，7763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则是相较于调优前提升了190%大的求解效率。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96000" y="4437000"/>
            <a:ext cx="4640580" cy="821055"/>
          </a:xfrm>
          <a:prstGeom prst="rect">
            <a:avLst/>
          </a:prstGeom>
        </p:spPr>
        <p:txBody>
          <a:bodyPr>
            <a:noAutofit/>
          </a:bodyPr>
          <a:p>
            <a:pPr marL="0" algn="l" defTabSz="914400">
              <a:spcBef>
                <a:spcPts val="0"/>
              </a:spcBef>
              <a:buClrTx/>
              <a:buSzTx/>
              <a:buFontTx/>
            </a:pPr>
            <a:r>
              <a:rPr lang="zh-CN" altLang="en-US" sz="12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模型参数：总网格数:4W，500 步</a:t>
            </a:r>
            <a:endParaRPr lang="zh-CN" altLang="en-US" sz="12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algn="l" defTabSz="914400">
              <a:lnSpc>
                <a:spcPct val="100000"/>
              </a:lnSpc>
              <a:spcBef>
                <a:spcPts val="0"/>
              </a:spcBef>
              <a:buClrTx/>
              <a:buSzTx/>
              <a:buFontTx/>
            </a:pPr>
            <a:r>
              <a:rPr lang="zh-CN" altLang="en-US" sz="12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适用说明：基于瞬态 VOF 模型，模拟射流在重力作用下的喷射、贴壁流动、下落铺展全过程，用于预测自由液面形态、射流轨迹与流态变化规律。</a:t>
            </a:r>
            <a:endParaRPr lang="zh-CN" altLang="en-US" sz="12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" name="图片 4"/>
          <p:cNvPicPr/>
          <p:nvPr/>
        </p:nvPicPr>
        <p:blipFill>
          <a:blip r:embed="rId8"/>
          <a:stretch>
            <a:fillRect/>
          </a:stretch>
        </p:blipFill>
        <p:spPr>
          <a:xfrm>
            <a:off x="1056000" y="1701000"/>
            <a:ext cx="3837600" cy="2520000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3" name="组合 22"/>
          <p:cNvGrpSpPr/>
          <p:nvPr userDrawn="1">
            <p:custDataLst>
              <p:tags r:id="rId1"/>
            </p:custDataLst>
          </p:nvPr>
        </p:nvGrpSpPr>
        <p:grpSpPr>
          <a:xfrm>
            <a:off x="205978" y="83342"/>
            <a:ext cx="11788853" cy="688181"/>
            <a:chOff x="205978" y="83342"/>
            <a:chExt cx="11788853" cy="688181"/>
          </a:xfrm>
        </p:grpSpPr>
        <p:sp>
          <p:nvSpPr>
            <p:cNvPr id="24" name="平行四边形 23"/>
            <p:cNvSpPr/>
            <p:nvPr userDrawn="1">
              <p:custDataLst>
                <p:tags r:id="rId2"/>
              </p:custDataLst>
            </p:nvPr>
          </p:nvSpPr>
          <p:spPr>
            <a:xfrm rot="16200000" flipV="1">
              <a:off x="7739" y="422075"/>
              <a:ext cx="547687" cy="151209"/>
            </a:xfrm>
            <a:prstGeom prst="parallelogram">
              <a:avLst>
                <a:gd name="adj" fmla="val 611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5" name="平行四边形 24"/>
            <p:cNvSpPr/>
            <p:nvPr userDrawn="1">
              <p:custDataLst>
                <p:tags r:id="rId3"/>
              </p:custDataLst>
            </p:nvPr>
          </p:nvSpPr>
          <p:spPr>
            <a:xfrm rot="16200000" flipV="1">
              <a:off x="238720" y="250624"/>
              <a:ext cx="464342" cy="129778"/>
            </a:xfrm>
            <a:prstGeom prst="parallelogram">
              <a:avLst>
                <a:gd name="adj" fmla="val 61117"/>
              </a:avLst>
            </a:prstGeom>
            <a:solidFill>
              <a:schemeClr val="dk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8" name="任意多边形: 形状 10"/>
            <p:cNvSpPr/>
            <p:nvPr userDrawn="1">
              <p:custDataLst>
                <p:tags r:id="rId4"/>
              </p:custDataLst>
            </p:nvPr>
          </p:nvSpPr>
          <p:spPr>
            <a:xfrm flipH="1">
              <a:off x="11669220" y="185737"/>
              <a:ext cx="220836" cy="379696"/>
            </a:xfrm>
            <a:custGeom>
              <a:avLst/>
              <a:gdLst>
                <a:gd name="connsiteX0" fmla="*/ 0 w 2279650"/>
                <a:gd name="connsiteY0" fmla="*/ 0 h 3919537"/>
                <a:gd name="connsiteX1" fmla="*/ 3038 w 2279650"/>
                <a:gd name="connsiteY1" fmla="*/ 0 h 3919537"/>
                <a:gd name="connsiteX2" fmla="*/ 2279650 w 2279650"/>
                <a:gd name="connsiteY2" fmla="*/ 1864626 h 3919537"/>
                <a:gd name="connsiteX3" fmla="*/ 2279650 w 2279650"/>
                <a:gd name="connsiteY3" fmla="*/ 3919537 h 3919537"/>
                <a:gd name="connsiteX4" fmla="*/ 0 w 2279650"/>
                <a:gd name="connsiteY4" fmla="*/ 3919537 h 3919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9650" h="3919537">
                  <a:moveTo>
                    <a:pt x="0" y="0"/>
                  </a:moveTo>
                  <a:lnTo>
                    <a:pt x="3038" y="0"/>
                  </a:lnTo>
                  <a:lnTo>
                    <a:pt x="2279650" y="1864626"/>
                  </a:lnTo>
                  <a:lnTo>
                    <a:pt x="2279650" y="3919537"/>
                  </a:lnTo>
                  <a:lnTo>
                    <a:pt x="0" y="3919537"/>
                  </a:lnTo>
                  <a:close/>
                </a:path>
              </a:pathLst>
            </a:custGeom>
            <a:solidFill>
              <a:schemeClr val="dk2">
                <a:lumMod val="90000"/>
                <a:lumOff val="10000"/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9" name="任意多边形: 形状 11"/>
            <p:cNvSpPr/>
            <p:nvPr userDrawn="1">
              <p:custDataLst>
                <p:tags r:id="rId5"/>
              </p:custDataLst>
            </p:nvPr>
          </p:nvSpPr>
          <p:spPr>
            <a:xfrm flipH="1">
              <a:off x="11773995" y="147637"/>
              <a:ext cx="220836" cy="379696"/>
            </a:xfrm>
            <a:custGeom>
              <a:avLst/>
              <a:gdLst>
                <a:gd name="connsiteX0" fmla="*/ 0 w 2279650"/>
                <a:gd name="connsiteY0" fmla="*/ 0 h 3919537"/>
                <a:gd name="connsiteX1" fmla="*/ 3038 w 2279650"/>
                <a:gd name="connsiteY1" fmla="*/ 0 h 3919537"/>
                <a:gd name="connsiteX2" fmla="*/ 2279650 w 2279650"/>
                <a:gd name="connsiteY2" fmla="*/ 1864626 h 3919537"/>
                <a:gd name="connsiteX3" fmla="*/ 2279650 w 2279650"/>
                <a:gd name="connsiteY3" fmla="*/ 3919537 h 3919537"/>
                <a:gd name="connsiteX4" fmla="*/ 0 w 2279650"/>
                <a:gd name="connsiteY4" fmla="*/ 3919537 h 3919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9650" h="3919537">
                  <a:moveTo>
                    <a:pt x="0" y="0"/>
                  </a:moveTo>
                  <a:lnTo>
                    <a:pt x="3038" y="0"/>
                  </a:lnTo>
                  <a:lnTo>
                    <a:pt x="2279650" y="1864626"/>
                  </a:lnTo>
                  <a:lnTo>
                    <a:pt x="2279650" y="3919537"/>
                  </a:lnTo>
                  <a:lnTo>
                    <a:pt x="0" y="3919537"/>
                  </a:lnTo>
                  <a:close/>
                </a:path>
              </a:pathLst>
            </a:custGeom>
            <a:solidFill>
              <a:schemeClr val="dk2">
                <a:lumMod val="90000"/>
                <a:lumOff val="1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506095" y="4787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三、数据对比</a:t>
            </a:r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699135" y="10915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案例六</a:t>
            </a:r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6096000" y="1089000"/>
            <a:ext cx="5400000" cy="4680000"/>
          </a:xfrm>
          <a:prstGeom prst="rect">
            <a:avLst/>
          </a:prstGeom>
        </p:spPr>
        <p:txBody>
          <a:bodyPr>
            <a:noAutofit/>
          </a:bodyPr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调优后性能对比</a:t>
            </a:r>
            <a:endParaRPr lang="en-US" altLang="zh-CN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对BIOS、系统环境进行优化，根据多次测试，取平均值进行对比。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9755 VS EPYC 9654  的性能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9755 </a:t>
            </a:r>
            <a:r>
              <a:rPr lang="en-US" altLang="zh-CN" sz="1200">
                <a:solidFill>
                  <a:srgbClr val="FFFFFF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    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111%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9654 </a:t>
            </a:r>
            <a:r>
              <a:rPr lang="en-US" altLang="zh-CN" sz="1200">
                <a:solidFill>
                  <a:srgbClr val="FFFFFF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100%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9755 VS EPYC 7763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9755 </a:t>
            </a:r>
            <a:r>
              <a:rPr lang="en-US" altLang="zh-CN" sz="1200">
                <a:solidFill>
                  <a:srgbClr val="FFFFFF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                               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214% 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7763 </a:t>
            </a:r>
            <a:r>
              <a:rPr lang="en-US" altLang="zh-CN" sz="1200">
                <a:solidFill>
                  <a:srgbClr val="FFFFFF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100%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9654 VS EPYC 7763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9654 </a:t>
            </a:r>
            <a:r>
              <a:rPr lang="en-US" altLang="zh-CN" sz="1200">
                <a:solidFill>
                  <a:srgbClr val="FFFFFF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                         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190% 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EPYC 7763 </a:t>
            </a:r>
            <a:r>
              <a:rPr lang="en-US" altLang="zh-CN" sz="1200">
                <a:solidFill>
                  <a:srgbClr val="FFFFFF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</a:t>
            </a: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100%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defTabSz="266700" eaLnBrk="0" fontAlgn="base">
              <a:lnSpc>
                <a:spcPct val="133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经特定调优后，9755的计算效率为9654的111%，是7763的214%。9654的计算效率则是7763的190%。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96000" y="4437000"/>
            <a:ext cx="4640580" cy="821055"/>
          </a:xfrm>
          <a:prstGeom prst="rect">
            <a:avLst/>
          </a:prstGeom>
        </p:spPr>
        <p:txBody>
          <a:bodyPr>
            <a:noAutofit/>
          </a:bodyPr>
          <a:p>
            <a:pPr marL="0" algn="l" defTabSz="914400">
              <a:spcBef>
                <a:spcPts val="0"/>
              </a:spcBef>
              <a:buClrTx/>
              <a:buSzTx/>
              <a:buFontTx/>
            </a:pPr>
            <a:r>
              <a:rPr lang="zh-CN" altLang="en-US" sz="12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模型参数：总网格数:4W，500 步</a:t>
            </a:r>
            <a:endParaRPr lang="zh-CN" altLang="en-US" sz="12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algn="l" defTabSz="914400">
              <a:lnSpc>
                <a:spcPct val="100000"/>
              </a:lnSpc>
              <a:spcBef>
                <a:spcPts val="0"/>
              </a:spcBef>
              <a:buClrTx/>
              <a:buSzTx/>
              <a:buFontTx/>
            </a:pPr>
            <a:r>
              <a:rPr lang="zh-CN" altLang="en-US" sz="12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适用说明：基于瞬态 VOF 模型，模拟射流在重力作用下的喷射、贴壁流动、下落铺展全过程，用于预测自由液面形态、射流轨迹与流态变化规律。</a:t>
            </a:r>
            <a:endParaRPr lang="zh-CN" altLang="en-US" sz="12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图片 2"/>
          <p:cNvPicPr/>
          <p:nvPr/>
        </p:nvPicPr>
        <p:blipFill>
          <a:blip r:embed="rId9"/>
          <a:stretch>
            <a:fillRect/>
          </a:stretch>
        </p:blipFill>
        <p:spPr>
          <a:xfrm>
            <a:off x="1056000" y="1701000"/>
            <a:ext cx="3837600" cy="2520000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4" name="组合 23"/>
          <p:cNvGrpSpPr/>
          <p:nvPr userDrawn="1">
            <p:custDataLst>
              <p:tags r:id="rId1"/>
            </p:custDataLst>
          </p:nvPr>
        </p:nvGrpSpPr>
        <p:grpSpPr>
          <a:xfrm>
            <a:off x="205978" y="83342"/>
            <a:ext cx="11788853" cy="688181"/>
            <a:chOff x="205978" y="83342"/>
            <a:chExt cx="11788853" cy="688181"/>
          </a:xfrm>
        </p:grpSpPr>
        <p:sp>
          <p:nvSpPr>
            <p:cNvPr id="25" name="平行四边形 24"/>
            <p:cNvSpPr/>
            <p:nvPr userDrawn="1">
              <p:custDataLst>
                <p:tags r:id="rId2"/>
              </p:custDataLst>
            </p:nvPr>
          </p:nvSpPr>
          <p:spPr>
            <a:xfrm rot="16200000" flipV="1">
              <a:off x="7739" y="422075"/>
              <a:ext cx="547687" cy="151209"/>
            </a:xfrm>
            <a:prstGeom prst="parallelogram">
              <a:avLst>
                <a:gd name="adj" fmla="val 611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8" name="平行四边形 27"/>
            <p:cNvSpPr/>
            <p:nvPr userDrawn="1">
              <p:custDataLst>
                <p:tags r:id="rId3"/>
              </p:custDataLst>
            </p:nvPr>
          </p:nvSpPr>
          <p:spPr>
            <a:xfrm rot="16200000" flipV="1">
              <a:off x="238720" y="250624"/>
              <a:ext cx="464342" cy="129778"/>
            </a:xfrm>
            <a:prstGeom prst="parallelogram">
              <a:avLst>
                <a:gd name="adj" fmla="val 61117"/>
              </a:avLst>
            </a:prstGeom>
            <a:solidFill>
              <a:schemeClr val="dk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9" name="任意多边形: 形状 10"/>
            <p:cNvSpPr/>
            <p:nvPr userDrawn="1">
              <p:custDataLst>
                <p:tags r:id="rId4"/>
              </p:custDataLst>
            </p:nvPr>
          </p:nvSpPr>
          <p:spPr>
            <a:xfrm flipH="1">
              <a:off x="11669220" y="185737"/>
              <a:ext cx="220836" cy="379696"/>
            </a:xfrm>
            <a:custGeom>
              <a:avLst/>
              <a:gdLst>
                <a:gd name="connsiteX0" fmla="*/ 0 w 2279650"/>
                <a:gd name="connsiteY0" fmla="*/ 0 h 3919537"/>
                <a:gd name="connsiteX1" fmla="*/ 3038 w 2279650"/>
                <a:gd name="connsiteY1" fmla="*/ 0 h 3919537"/>
                <a:gd name="connsiteX2" fmla="*/ 2279650 w 2279650"/>
                <a:gd name="connsiteY2" fmla="*/ 1864626 h 3919537"/>
                <a:gd name="connsiteX3" fmla="*/ 2279650 w 2279650"/>
                <a:gd name="connsiteY3" fmla="*/ 3919537 h 3919537"/>
                <a:gd name="connsiteX4" fmla="*/ 0 w 2279650"/>
                <a:gd name="connsiteY4" fmla="*/ 3919537 h 3919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9650" h="3919537">
                  <a:moveTo>
                    <a:pt x="0" y="0"/>
                  </a:moveTo>
                  <a:lnTo>
                    <a:pt x="3038" y="0"/>
                  </a:lnTo>
                  <a:lnTo>
                    <a:pt x="2279650" y="1864626"/>
                  </a:lnTo>
                  <a:lnTo>
                    <a:pt x="2279650" y="3919537"/>
                  </a:lnTo>
                  <a:lnTo>
                    <a:pt x="0" y="3919537"/>
                  </a:lnTo>
                  <a:close/>
                </a:path>
              </a:pathLst>
            </a:custGeom>
            <a:solidFill>
              <a:schemeClr val="dk2">
                <a:lumMod val="90000"/>
                <a:lumOff val="10000"/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3" name="任意多边形: 形状 11"/>
            <p:cNvSpPr/>
            <p:nvPr userDrawn="1">
              <p:custDataLst>
                <p:tags r:id="rId5"/>
              </p:custDataLst>
            </p:nvPr>
          </p:nvSpPr>
          <p:spPr>
            <a:xfrm flipH="1">
              <a:off x="11773995" y="147637"/>
              <a:ext cx="220836" cy="379696"/>
            </a:xfrm>
            <a:custGeom>
              <a:avLst/>
              <a:gdLst>
                <a:gd name="connsiteX0" fmla="*/ 0 w 2279650"/>
                <a:gd name="connsiteY0" fmla="*/ 0 h 3919537"/>
                <a:gd name="connsiteX1" fmla="*/ 3038 w 2279650"/>
                <a:gd name="connsiteY1" fmla="*/ 0 h 3919537"/>
                <a:gd name="connsiteX2" fmla="*/ 2279650 w 2279650"/>
                <a:gd name="connsiteY2" fmla="*/ 1864626 h 3919537"/>
                <a:gd name="connsiteX3" fmla="*/ 2279650 w 2279650"/>
                <a:gd name="connsiteY3" fmla="*/ 3919537 h 3919537"/>
                <a:gd name="connsiteX4" fmla="*/ 0 w 2279650"/>
                <a:gd name="connsiteY4" fmla="*/ 3919537 h 3919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9650" h="3919537">
                  <a:moveTo>
                    <a:pt x="0" y="0"/>
                  </a:moveTo>
                  <a:lnTo>
                    <a:pt x="3038" y="0"/>
                  </a:lnTo>
                  <a:lnTo>
                    <a:pt x="2279650" y="1864626"/>
                  </a:lnTo>
                  <a:lnTo>
                    <a:pt x="2279650" y="3919537"/>
                  </a:lnTo>
                  <a:lnTo>
                    <a:pt x="0" y="3919537"/>
                  </a:lnTo>
                  <a:close/>
                </a:path>
              </a:pathLst>
            </a:custGeom>
            <a:solidFill>
              <a:schemeClr val="dk2">
                <a:lumMod val="90000"/>
                <a:lumOff val="1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506095" y="4787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四、总结及建议</a:t>
            </a:r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92530" y="4836795"/>
            <a:ext cx="4542155" cy="1311275"/>
          </a:xfrm>
          <a:prstGeom prst="rect">
            <a:avLst/>
          </a:prstGeom>
        </p:spPr>
        <p:txBody>
          <a:bodyPr>
            <a:noAutofit/>
          </a:bodyPr>
          <a:p>
            <a:pPr marL="14605" indent="1905" algn="l" defTabSz="266700" eaLnBrk="0" fontAlgn="base">
              <a:lnSpc>
                <a:spcPct val="136000"/>
              </a:lnSpc>
              <a:spcBef>
                <a:spcPts val="300"/>
              </a:spcBef>
              <a:spcAft>
                <a:spcPct val="0"/>
              </a:spcAft>
            </a:pPr>
            <a:r>
              <a:rPr lang="en-US" altLang="zh-CN" sz="1000">
                <a:solidFill>
                  <a:schemeClr val="bg1">
                    <a:lumMod val="8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AMD EPYC  </a:t>
            </a:r>
            <a:r>
              <a:rPr lang="zh-CN" altLang="en-US" sz="1000">
                <a:solidFill>
                  <a:schemeClr val="bg1">
                    <a:lumMod val="8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系列处理器，为</a:t>
            </a:r>
            <a:r>
              <a:rPr lang="en-US" altLang="zh-CN" sz="1000">
                <a:solidFill>
                  <a:schemeClr val="bg1">
                    <a:lumMod val="8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Fluent   </a:t>
            </a:r>
            <a:r>
              <a:rPr lang="zh-CN" altLang="en-US" sz="1000">
                <a:solidFill>
                  <a:schemeClr val="bg1">
                    <a:lumMod val="8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高性能流体与热仿真提供强劲算力支撑。依托</a:t>
            </a:r>
            <a:r>
              <a:rPr lang="en-US" altLang="zh-CN" sz="1000">
                <a:solidFill>
                  <a:schemeClr val="bg1">
                    <a:lumMod val="8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Zen3</a:t>
            </a:r>
            <a:r>
              <a:rPr lang="zh-CN" altLang="en-US" sz="1000">
                <a:solidFill>
                  <a:schemeClr val="bg1">
                    <a:lumMod val="8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000">
                <a:solidFill>
                  <a:schemeClr val="bg1">
                    <a:lumMod val="8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Zen4</a:t>
            </a:r>
            <a:r>
              <a:rPr lang="zh-CN" altLang="en-US" sz="1000">
                <a:solidFill>
                  <a:schemeClr val="bg1">
                    <a:lumMod val="8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000">
                <a:solidFill>
                  <a:schemeClr val="bg1">
                    <a:lumMod val="8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Zen5</a:t>
            </a:r>
            <a:r>
              <a:rPr lang="zh-CN" altLang="en-US" sz="1000">
                <a:solidFill>
                  <a:schemeClr val="bg1">
                    <a:lumMod val="8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架构差异化规格，产品覆盖不同核心、</a:t>
            </a:r>
            <a:r>
              <a:rPr lang="en-US" altLang="zh-CN" sz="1000">
                <a:solidFill>
                  <a:schemeClr val="bg1">
                    <a:lumMod val="8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r>
              <a:rPr lang="zh-CN" altLang="en-US" sz="1000">
                <a:solidFill>
                  <a:schemeClr val="bg1">
                    <a:lumMod val="8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内存通道配置，可精准匹配大中小各类网格</a:t>
            </a:r>
            <a:r>
              <a:rPr lang="en-US" altLang="zh-CN" sz="1000">
                <a:solidFill>
                  <a:schemeClr val="bg1">
                    <a:lumMod val="8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CFD  </a:t>
            </a:r>
            <a:r>
              <a:rPr lang="zh-CN" altLang="en-US" sz="1000">
                <a:solidFill>
                  <a:schemeClr val="bg1">
                    <a:lumMod val="8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仿真算力需求，配合</a:t>
            </a:r>
            <a:r>
              <a:rPr lang="en-US" altLang="zh-CN" sz="1000">
                <a:solidFill>
                  <a:schemeClr val="bg1">
                    <a:lumMod val="8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MPI</a:t>
            </a:r>
            <a:r>
              <a:rPr lang="zh-CN" altLang="en-US" sz="1000">
                <a:solidFill>
                  <a:schemeClr val="bg1">
                    <a:lumMod val="8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并行优化与内存带宽优势，在湍流求解、</a:t>
            </a:r>
            <a:r>
              <a:rPr lang="en-US" altLang="zh-CN" sz="1000">
                <a:solidFill>
                  <a:schemeClr val="bg1">
                    <a:lumMod val="8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VOF  </a:t>
            </a:r>
            <a:r>
              <a:rPr lang="zh-CN" altLang="en-US" sz="1000">
                <a:solidFill>
                  <a:schemeClr val="bg1">
                    <a:lumMod val="8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多相流、气动外流、瞬态多物理耦合等</a:t>
            </a:r>
            <a:r>
              <a:rPr lang="en-US" altLang="zh-CN" sz="1000">
                <a:solidFill>
                  <a:schemeClr val="bg1">
                    <a:lumMod val="8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Fluent  </a:t>
            </a:r>
            <a:r>
              <a:rPr lang="zh-CN" altLang="en-US" sz="1000">
                <a:solidFill>
                  <a:schemeClr val="bg1">
                    <a:lumMod val="8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典型计算场景性能表现出众，大幅缩短仿真周期、提升项目迭代效率。</a:t>
            </a:r>
            <a:endParaRPr lang="zh-CN" altLang="en-US" sz="1000">
              <a:solidFill>
                <a:schemeClr val="bg1">
                  <a:lumMod val="8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616065" y="1660525"/>
            <a:ext cx="4455795" cy="38227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buClrTx/>
              <a:buSzTx/>
              <a:buFontTx/>
            </a:pPr>
            <a:r>
              <a:rPr lang="zh-CN" altLang="en-US" sz="1200" b="1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综合本次所有 Fluent仿真测试结果可知，AMD EPYC系列处理器在 Fluent仿真场景中表现优异，尤其在BIOS性能调优并优化MPI等运行环境后，整机性能优势进一步凸显：</a:t>
            </a:r>
            <a:endParaRPr lang="zh-CN" altLang="en-US" sz="1200" b="1">
              <a:solidFill>
                <a:schemeClr val="accent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FontTx/>
            </a:pPr>
            <a:endParaRPr lang="zh-CN" altLang="en-US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71450" indent="-171450" algn="l">
              <a:buClrTx/>
              <a:buSzTx/>
              <a:buFont typeface="Wingdings" panose="05000000000000000000" charset="0"/>
              <a:buChar char="u"/>
            </a:pPr>
            <a:r>
              <a:rPr lang="zh-CN" altLang="en-US" sz="1200" b="1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其中 </a:t>
            </a:r>
            <a:r>
              <a:rPr lang="en-US" altLang="zh-CN" sz="1200" b="1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EPYC 9755</a:t>
            </a:r>
            <a:r>
              <a:rPr lang="zh-CN" altLang="en-US" sz="1200" b="1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表现最为亮眼，尤其是</a:t>
            </a:r>
            <a:r>
              <a:rPr lang="en-US" altLang="zh-CN" sz="1200" b="1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500</a:t>
            </a:r>
            <a:r>
              <a:rPr lang="zh-CN" altLang="en-US" sz="1200" b="1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万、</a:t>
            </a:r>
            <a:r>
              <a:rPr lang="en-US" altLang="zh-CN" sz="1200" b="1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3200</a:t>
            </a:r>
            <a:r>
              <a:rPr lang="zh-CN" altLang="en-US" sz="1200" b="1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万甚至更大的网格量场景下、均展现出强劲的计算能力，充分体现了</a:t>
            </a:r>
            <a:r>
              <a:rPr lang="en-US" altLang="zh-CN" sz="1200" b="1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Zen5 </a:t>
            </a:r>
            <a:r>
              <a:rPr lang="zh-CN" altLang="en-US" sz="1200" b="1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架构搭配</a:t>
            </a:r>
            <a:r>
              <a:rPr lang="en-US" altLang="zh-CN" sz="1200" b="1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12</a:t>
            </a:r>
            <a:r>
              <a:rPr lang="zh-CN" altLang="en-US" sz="1200" b="1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通道以及高频</a:t>
            </a:r>
            <a:r>
              <a:rPr lang="en-US" altLang="zh-CN" sz="1200" b="1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DDR5</a:t>
            </a:r>
            <a:r>
              <a:rPr lang="zh-CN" altLang="en-US" sz="1200" b="1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内存的硬件优势，以及与</a:t>
            </a:r>
            <a:r>
              <a:rPr lang="en-US" altLang="zh-CN" sz="1200" b="1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Fluent </a:t>
            </a:r>
            <a:r>
              <a:rPr lang="zh-CN" altLang="en-US" sz="1200" b="1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流体仿真的高度适配性。是多尺度、多工况</a:t>
            </a:r>
            <a:r>
              <a:rPr lang="en-US" altLang="zh-CN" sz="1200" b="1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Fluent  </a:t>
            </a:r>
            <a:r>
              <a:rPr lang="zh-CN" altLang="en-US" sz="1200" b="1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工程仿真场景下的最优硬件选择。</a:t>
            </a:r>
            <a:endParaRPr lang="zh-CN" altLang="en-US" sz="1200" b="1">
              <a:solidFill>
                <a:schemeClr val="accent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FontTx/>
            </a:pPr>
            <a:endParaRPr lang="zh-CN" altLang="en-US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71450" indent="-171450" algn="l">
              <a:buClrTx/>
              <a:buSzTx/>
              <a:buFont typeface="Wingdings" panose="05000000000000000000" charset="0"/>
              <a:buChar char="u"/>
            </a:pPr>
            <a:r>
              <a:rPr lang="zh-CN" altLang="en-US" sz="1200" b="1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9654作为9755的下位选择，具有均衡的主频与多核规格适配，在中大网格量场景下，同样有着不俗的性能表现。而在小网格量场景下，也能够保持和9755接近的性能表现。因此当作业场景为中等规模仿真求解场景时，9654是更佳的选择。</a:t>
            </a:r>
            <a:endParaRPr lang="zh-CN" altLang="en-US" sz="1200" b="1">
              <a:solidFill>
                <a:schemeClr val="accent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l">
              <a:buClrTx/>
              <a:buSzTx/>
              <a:buFont typeface="Wingdings" panose="05000000000000000000" charset="0"/>
              <a:buNone/>
            </a:pPr>
            <a:endParaRPr lang="zh-CN" altLang="en-US" sz="1200" b="1">
              <a:solidFill>
                <a:schemeClr val="accent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71450" indent="-171450" algn="l">
              <a:buClrTx/>
              <a:buSzTx/>
              <a:buFont typeface="Wingdings" panose="05000000000000000000" charset="0"/>
              <a:buChar char="u"/>
            </a:pPr>
            <a:r>
              <a:rPr lang="en-US" altLang="zh-CN" sz="1200" b="1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7763</a:t>
            </a:r>
            <a:r>
              <a:rPr lang="zh-CN" altLang="en-US" sz="1200" b="1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则是处于</a:t>
            </a:r>
            <a:r>
              <a:rPr lang="en-US" altLang="zh-CN" sz="1200" b="1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9005</a:t>
            </a:r>
            <a:r>
              <a:rPr lang="zh-CN" altLang="en-US" sz="1200" b="1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和</a:t>
            </a:r>
            <a:r>
              <a:rPr lang="en-US" altLang="zh-CN" sz="1200" b="1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9004</a:t>
            </a:r>
            <a:r>
              <a:rPr lang="zh-CN" altLang="en-US" sz="1200" b="1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系列之下的高性价比选择，成熟</a:t>
            </a:r>
            <a:r>
              <a:rPr lang="en-US" altLang="zh-CN" sz="1200" b="1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Zen3</a:t>
            </a:r>
            <a:r>
              <a:rPr lang="zh-CN" altLang="en-US" sz="1200" b="1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架构可平稳支撑数数十万～百万小网格验证算例、简易单相流仿真。尤其是在进行性能调优后，可以实现较调优前数倍的性能提升。当任务量偏向于中小型时，进行针对性的调优后的</a:t>
            </a:r>
            <a:r>
              <a:rPr lang="en-US" altLang="zh-CN" sz="1200" b="1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7763</a:t>
            </a:r>
            <a:r>
              <a:rPr lang="zh-CN" altLang="en-US" sz="1200" b="1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同样是不错的选择。</a:t>
            </a:r>
            <a:endParaRPr lang="zh-CN" altLang="en-US" sz="1200" b="1">
              <a:solidFill>
                <a:schemeClr val="accent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sz="1200" b="1">
              <a:solidFill>
                <a:schemeClr val="accent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85800" y="1122680"/>
            <a:ext cx="5554345" cy="10699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20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高性能流体与热仿真全能平台</a:t>
            </a:r>
            <a:endParaRPr lang="zh-CN" altLang="en-US" sz="3200">
              <a:solidFill>
                <a:schemeClr val="accent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en-US" altLang="zh-CN" sz="320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——Fluent  </a:t>
            </a:r>
            <a:r>
              <a:rPr lang="zh-CN" altLang="en-US" sz="320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全能之选</a:t>
            </a:r>
            <a:endParaRPr lang="zh-CN" altLang="en-US" sz="3200">
              <a:solidFill>
                <a:schemeClr val="accent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03655" y="2356485"/>
            <a:ext cx="4319270" cy="2430780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74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75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76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77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78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79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80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81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82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83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3*i*1"/>
  <p:tag name="KSO_WM_UNIT_BK_DARK_LIGHT" val="2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85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86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87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88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89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90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91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92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93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94.xml><?xml version="1.0" encoding="utf-8"?>
<p:tagLst xmlns:p="http://schemas.openxmlformats.org/presentationml/2006/main">
  <p:tag name="KSO_WM_SLIDE_BACKGROUND_TYPE" val="leftRigh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4*i*1"/>
  <p:tag name="KSO_WM_UNIT_BK_DARK_LIGHT" val="2"/>
  <p:tag name="KSO_WM_UNIT_LAYERLEVEL" val="1"/>
  <p:tag name="KSO_WM_TAG_VERSION" val="1.0"/>
  <p:tag name="KSO_WM_BEAUTIFY_FLAG" val="#wm#"/>
</p:tagLst>
</file>

<file path=ppt/tags/tag195.xml><?xml version="1.0" encoding="utf-8"?>
<p:tagLst xmlns:p="http://schemas.openxmlformats.org/presentationml/2006/main">
  <p:tag name="KSO_WM_SLIDE_BACKGROUND_TYPE" val="leftRigh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96.xml><?xml version="1.0" encoding="utf-8"?>
<p:tagLst xmlns:p="http://schemas.openxmlformats.org/presentationml/2006/main">
  <p:tag name="KSO_WM_SLIDE_BACKGROUND_TYPE" val="leftRigh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97.xml><?xml version="1.0" encoding="utf-8"?>
<p:tagLst xmlns:p="http://schemas.openxmlformats.org/presentationml/2006/main">
  <p:tag name="KSO_WM_SLIDE_BACKGROUND_TYPE" val="leftRigh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98.xml><?xml version="1.0" encoding="utf-8"?>
<p:tagLst xmlns:p="http://schemas.openxmlformats.org/presentationml/2006/main">
  <p:tag name="KSO_WM_SLIDE_BACKGROUND_TYPE" val="leftRigh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99.xml><?xml version="1.0" encoding="utf-8"?>
<p:tagLst xmlns:p="http://schemas.openxmlformats.org/presentationml/2006/main">
  <p:tag name="KSO_WM_SLIDE_BACKGROUND_TYPE" val="leftRigh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00.xml><?xml version="1.0" encoding="utf-8"?>
<p:tagLst xmlns:p="http://schemas.openxmlformats.org/presentationml/2006/main">
  <p:tag name="KSO_WM_SLIDE_BACKGROUND_TYPE" val="leftRigh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01.xml><?xml version="1.0" encoding="utf-8"?>
<p:tagLst xmlns:p="http://schemas.openxmlformats.org/presentationml/2006/main">
  <p:tag name="KSO_WM_SLIDE_BACKGROUND_TYPE" val="leftRigh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02.xml><?xml version="1.0" encoding="utf-8"?>
<p:tagLst xmlns:p="http://schemas.openxmlformats.org/presentationml/2006/main">
  <p:tag name="KSO_WM_SLIDE_BACKGROUND_TYPE" val="leftRigh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03.xml><?xml version="1.0" encoding="utf-8"?>
<p:tagLst xmlns:p="http://schemas.openxmlformats.org/presentationml/2006/main">
  <p:tag name="KSO_WM_SLIDE_BACKGROUND_TYPE" val="leftRigh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04.xml><?xml version="1.0" encoding="utf-8"?>
<p:tagLst xmlns:p="http://schemas.openxmlformats.org/presentationml/2006/main">
  <p:tag name="KSO_WM_SLIDE_BACKGROUND_TYPE" val="topBottom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5*i*1"/>
  <p:tag name="KSO_WM_UNIT_BK_DARK_LIGHT" val="2"/>
  <p:tag name="KSO_WM_UNIT_LAYERLEVEL" val="1"/>
  <p:tag name="KSO_WM_TAG_VERSION" val="1.0"/>
  <p:tag name="KSO_WM_BEAUTIFY_FLAG" val="#wm#"/>
</p:tagLst>
</file>

<file path=ppt/tags/tag205.xml><?xml version="1.0" encoding="utf-8"?>
<p:tagLst xmlns:p="http://schemas.openxmlformats.org/presentationml/2006/main">
  <p:tag name="KSO_WM_SLIDE_BACKGROUND_TYPE" val="topBottom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06.xml><?xml version="1.0" encoding="utf-8"?>
<p:tagLst xmlns:p="http://schemas.openxmlformats.org/presentationml/2006/main">
  <p:tag name="KSO_WM_SLIDE_BACKGROUND_TYPE" val="topBottom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07.xml><?xml version="1.0" encoding="utf-8"?>
<p:tagLst xmlns:p="http://schemas.openxmlformats.org/presentationml/2006/main">
  <p:tag name="KSO_WM_SLIDE_BACKGROUND_TYPE" val="topBottom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08.xml><?xml version="1.0" encoding="utf-8"?>
<p:tagLst xmlns:p="http://schemas.openxmlformats.org/presentationml/2006/main">
  <p:tag name="KSO_WM_SLIDE_BACKGROUND_TYPE" val="topBottom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09.xml><?xml version="1.0" encoding="utf-8"?>
<p:tagLst xmlns:p="http://schemas.openxmlformats.org/presentationml/2006/main">
  <p:tag name="KSO_WM_SLIDE_BACKGROUND_TYPE" val="topBottom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10.xml><?xml version="1.0" encoding="utf-8"?>
<p:tagLst xmlns:p="http://schemas.openxmlformats.org/presentationml/2006/main">
  <p:tag name="KSO_WM_SLIDE_BACKGROUND_TYPE" val="topBottom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11.xml><?xml version="1.0" encoding="utf-8"?>
<p:tagLst xmlns:p="http://schemas.openxmlformats.org/presentationml/2006/main">
  <p:tag name="KSO_WM_SLIDE_BACKGROUND_TYPE" val="topBottom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12.xml><?xml version="1.0" encoding="utf-8"?>
<p:tagLst xmlns:p="http://schemas.openxmlformats.org/presentationml/2006/main">
  <p:tag name="KSO_WM_SLIDE_BACKGROUND_TYPE" val="topBottom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13.xml><?xml version="1.0" encoding="utf-8"?>
<p:tagLst xmlns:p="http://schemas.openxmlformats.org/presentationml/2006/main">
  <p:tag name="KSO_WM_SLIDE_BACKGROUND_TYPE" val="topBottom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14.xml><?xml version="1.0" encoding="utf-8"?>
<p:tagLst xmlns:p="http://schemas.openxmlformats.org/presentationml/2006/main">
  <p:tag name="KSO_WM_SLIDE_BACKGROUND_TYPE" val="topBottom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15.xml><?xml version="1.0" encoding="utf-8"?>
<p:tagLst xmlns:p="http://schemas.openxmlformats.org/presentationml/2006/main">
  <p:tag name="KSO_WM_SLIDE_BACKGROUND_TYPE" val="topBottom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16.xml><?xml version="1.0" encoding="utf-8"?>
<p:tagLst xmlns:p="http://schemas.openxmlformats.org/presentationml/2006/main">
  <p:tag name="KSO_WM_SLIDE_BACKGROUND_TYPE" val="bottomTop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6*i*1"/>
  <p:tag name="KSO_WM_UNIT_BK_DARK_LIGHT" val="2"/>
  <p:tag name="KSO_WM_UNIT_LAYERLEVEL" val="1"/>
  <p:tag name="KSO_WM_TAG_VERSION" val="1.0"/>
  <p:tag name="KSO_WM_BEAUTIFY_FLAG" val="#wm#"/>
</p:tagLst>
</file>

<file path=ppt/tags/tag217.xml><?xml version="1.0" encoding="utf-8"?>
<p:tagLst xmlns:p="http://schemas.openxmlformats.org/presentationml/2006/main">
  <p:tag name="KSO_WM_SLIDE_BACKGROUND_TYPE" val="bottomTop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18.xml><?xml version="1.0" encoding="utf-8"?>
<p:tagLst xmlns:p="http://schemas.openxmlformats.org/presentationml/2006/main">
  <p:tag name="KSO_WM_SLIDE_BACKGROUND_TYPE" val="bottomTop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19.xml><?xml version="1.0" encoding="utf-8"?>
<p:tagLst xmlns:p="http://schemas.openxmlformats.org/presentationml/2006/main">
  <p:tag name="KSO_WM_SLIDE_BACKGROUND_TYPE" val="bottomTop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20.xml><?xml version="1.0" encoding="utf-8"?>
<p:tagLst xmlns:p="http://schemas.openxmlformats.org/presentationml/2006/main">
  <p:tag name="KSO_WM_SLIDE_BACKGROUND_TYPE" val="bottomTop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21.xml><?xml version="1.0" encoding="utf-8"?>
<p:tagLst xmlns:p="http://schemas.openxmlformats.org/presentationml/2006/main">
  <p:tag name="KSO_WM_SLIDE_BACKGROUND_TYPE" val="bottomTop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22.xml><?xml version="1.0" encoding="utf-8"?>
<p:tagLst xmlns:p="http://schemas.openxmlformats.org/presentationml/2006/main">
  <p:tag name="KSO_WM_SLIDE_BACKGROUND_TYPE" val="bottomTop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23.xml><?xml version="1.0" encoding="utf-8"?>
<p:tagLst xmlns:p="http://schemas.openxmlformats.org/presentationml/2006/main">
  <p:tag name="KSO_WM_SLIDE_BACKGROUND_TYPE" val="bottomTop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24.xml><?xml version="1.0" encoding="utf-8"?>
<p:tagLst xmlns:p="http://schemas.openxmlformats.org/presentationml/2006/main">
  <p:tag name="KSO_WM_SLIDE_BACKGROUND_TYPE" val="bottomTop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25.xml><?xml version="1.0" encoding="utf-8"?>
<p:tagLst xmlns:p="http://schemas.openxmlformats.org/presentationml/2006/main">
  <p:tag name="KSO_WM_SLIDE_BACKGROUND_TYPE" val="bottomTop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26.xml><?xml version="1.0" encoding="utf-8"?>
<p:tagLst xmlns:p="http://schemas.openxmlformats.org/presentationml/2006/main">
  <p:tag name="KSO_WM_SLIDE_BACKGROUND_TYPE" val="bottomTop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27.xml><?xml version="1.0" encoding="utf-8"?>
<p:tagLst xmlns:p="http://schemas.openxmlformats.org/presentationml/2006/main">
  <p:tag name="KSO_WM_SLIDE_BACKGROUND_TYPE" val="bottomTop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28.xml><?xml version="1.0" encoding="utf-8"?>
<p:tagLst xmlns:p="http://schemas.openxmlformats.org/presentationml/2006/main">
  <p:tag name="KSO_WM_SLIDE_BACKGROUND_TYPE" val="navigation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7*i*1"/>
  <p:tag name="KSO_WM_UNIT_BK_DARK_LIGHT" val="2"/>
  <p:tag name="KSO_WM_UNIT_LAYERLEVEL" val="1"/>
  <p:tag name="KSO_WM_TAG_VERSION" val="1.0"/>
  <p:tag name="KSO_WM_BEAUTIFY_FLAG" val="#wm#"/>
</p:tagLst>
</file>

<file path=ppt/tags/tag229.xml><?xml version="1.0" encoding="utf-8"?>
<p:tagLst xmlns:p="http://schemas.openxmlformats.org/presentationml/2006/main">
  <p:tag name="KSO_WM_SLIDE_BACKGROUND_TYPE" val="navigation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30.xml><?xml version="1.0" encoding="utf-8"?>
<p:tagLst xmlns:p="http://schemas.openxmlformats.org/presentationml/2006/main">
  <p:tag name="KSO_WM_SLIDE_BACKGROUND_TYPE" val="navigation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31.xml><?xml version="1.0" encoding="utf-8"?>
<p:tagLst xmlns:p="http://schemas.openxmlformats.org/presentationml/2006/main">
  <p:tag name="KSO_WM_SLIDE_BACKGROUND_TYPE" val="navigation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32.xml><?xml version="1.0" encoding="utf-8"?>
<p:tagLst xmlns:p="http://schemas.openxmlformats.org/presentationml/2006/main">
  <p:tag name="KSO_WM_SLIDE_BACKGROUND_TYPE" val="navigation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33.xml><?xml version="1.0" encoding="utf-8"?>
<p:tagLst xmlns:p="http://schemas.openxmlformats.org/presentationml/2006/main">
  <p:tag name="KSO_WM_SLIDE_BACKGROUND_TYPE" val="navigation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34.xml><?xml version="1.0" encoding="utf-8"?>
<p:tagLst xmlns:p="http://schemas.openxmlformats.org/presentationml/2006/main">
  <p:tag name="KSO_WM_SLIDE_BACKGROUND_TYPE" val="navigation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35.xml><?xml version="1.0" encoding="utf-8"?>
<p:tagLst xmlns:p="http://schemas.openxmlformats.org/presentationml/2006/main">
  <p:tag name="KSO_WM_SLIDE_BACKGROUND_TYPE" val="navigation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36.xml><?xml version="1.0" encoding="utf-8"?>
<p:tagLst xmlns:p="http://schemas.openxmlformats.org/presentationml/2006/main">
  <p:tag name="KSO_WM_SLIDE_BACKGROUND_TYPE" val="navigation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37.xml><?xml version="1.0" encoding="utf-8"?>
<p:tagLst xmlns:p="http://schemas.openxmlformats.org/presentationml/2006/main">
  <p:tag name="KSO_WM_SLIDE_BACKGROUND_TYPE" val="navigation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38.xml><?xml version="1.0" encoding="utf-8"?>
<p:tagLst xmlns:p="http://schemas.openxmlformats.org/presentationml/2006/main">
  <p:tag name="KSO_WM_SLIDE_BACKGROUND_TYPE" val="navigation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39.xml><?xml version="1.0" encoding="utf-8"?>
<p:tagLst xmlns:p="http://schemas.openxmlformats.org/presentationml/2006/main">
  <p:tag name="KSO_WM_SLIDE_BACKGROUND_TYPE" val="navigation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40.xml><?xml version="1.0" encoding="utf-8"?>
<p:tagLst xmlns:p="http://schemas.openxmlformats.org/presentationml/2006/main">
  <p:tag name="KSO_WM_SLIDE_BACKGROUND_TYPE" val="navigation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41.xml><?xml version="1.0" encoding="utf-8"?>
<p:tagLst xmlns:p="http://schemas.openxmlformats.org/presentationml/2006/main">
  <p:tag name="KSO_WM_SLIDE_BACKGROUND_TYPE" val="navigation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42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8*i*1"/>
  <p:tag name="KSO_WM_UNIT_BK_DARK_LIGHT" val="2"/>
  <p:tag name="KSO_WM_UNIT_LAYERLEVEL" val="1"/>
  <p:tag name="KSO_WM_TAG_VERSION" val="1.0"/>
  <p:tag name="KSO_WM_BEAUTIFY_FLAG" val="#wm#"/>
</p:tagLst>
</file>

<file path=ppt/tags/tag243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44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45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46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47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48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49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50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51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52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364"/>
</p:tagLst>
</file>

<file path=ppt/tags/tag2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364"/>
</p:tagLst>
</file>

<file path=ppt/tags/tag2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58.xml><?xml version="1.0" encoding="utf-8"?>
<p:tagLst xmlns:p="http://schemas.openxmlformats.org/presentationml/2006/main">
  <p:tag name="KSO_WM_TEMPLATE_THUMBS_INDEX" val="1、4、7、9、11、12、17、20、21、22、23、24、27、32、36、39"/>
  <p:tag name="KSO_WM_TEMPLATE_SUBCATEGORY" val="0"/>
  <p:tag name="KSO_WM_TEMPLATE_MASTER_TYPE" val="1"/>
  <p:tag name="KSO_WM_TEMPLATE_COLOR_TYPE" val="1"/>
  <p:tag name="KSO_WM_TEMPLATE_MASTER_THUMB_INDEX" val="12"/>
  <p:tag name="KSO_WM_TAG_VERSION" val="1.0"/>
  <p:tag name="KSO_WM_BEAUTIFY_FLAG" val="#wm#"/>
  <p:tag name="KSO_WM_TEMPLATE_CATEGORY" val="custom"/>
  <p:tag name="KSO_WM_TEMPLATE_INDEX" val="20204364"/>
</p:tagLst>
</file>

<file path=ppt/tags/tag2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0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371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372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373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374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375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376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377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378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379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3*i*1"/>
  <p:tag name="KSO_WM_UNIT_BK_DARK_LIGHT" val="2"/>
  <p:tag name="KSO_WM_UNIT_LAYERLEVEL" val="1"/>
  <p:tag name="KSO_WM_TAG_VERSION" val="1.0"/>
  <p:tag name="KSO_WM_BEAUTIFY_FLAG" val="#wm#"/>
</p:tagLst>
</file>

<file path=ppt/tags/tag380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381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382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383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384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385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386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387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388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389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390.xml><?xml version="1.0" encoding="utf-8"?>
<p:tagLst xmlns:p="http://schemas.openxmlformats.org/presentationml/2006/main">
  <p:tag name="KSO_WM_SLIDE_BACKGROUND_TYPE" val="leftRigh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4*i*1"/>
  <p:tag name="KSO_WM_UNIT_BK_DARK_LIGHT" val="2"/>
  <p:tag name="KSO_WM_UNIT_LAYERLEVEL" val="1"/>
  <p:tag name="KSO_WM_TAG_VERSION" val="1.0"/>
  <p:tag name="KSO_WM_BEAUTIFY_FLAG" val="#wm#"/>
</p:tagLst>
</file>

<file path=ppt/tags/tag391.xml><?xml version="1.0" encoding="utf-8"?>
<p:tagLst xmlns:p="http://schemas.openxmlformats.org/presentationml/2006/main">
  <p:tag name="KSO_WM_SLIDE_BACKGROUND_TYPE" val="leftRigh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392.xml><?xml version="1.0" encoding="utf-8"?>
<p:tagLst xmlns:p="http://schemas.openxmlformats.org/presentationml/2006/main">
  <p:tag name="KSO_WM_SLIDE_BACKGROUND_TYPE" val="leftRigh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393.xml><?xml version="1.0" encoding="utf-8"?>
<p:tagLst xmlns:p="http://schemas.openxmlformats.org/presentationml/2006/main">
  <p:tag name="KSO_WM_SLIDE_BACKGROUND_TYPE" val="leftRigh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394.xml><?xml version="1.0" encoding="utf-8"?>
<p:tagLst xmlns:p="http://schemas.openxmlformats.org/presentationml/2006/main">
  <p:tag name="KSO_WM_SLIDE_BACKGROUND_TYPE" val="leftRigh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395.xml><?xml version="1.0" encoding="utf-8"?>
<p:tagLst xmlns:p="http://schemas.openxmlformats.org/presentationml/2006/main">
  <p:tag name="KSO_WM_SLIDE_BACKGROUND_TYPE" val="leftRigh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396.xml><?xml version="1.0" encoding="utf-8"?>
<p:tagLst xmlns:p="http://schemas.openxmlformats.org/presentationml/2006/main">
  <p:tag name="KSO_WM_SLIDE_BACKGROUND_TYPE" val="leftRigh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397.xml><?xml version="1.0" encoding="utf-8"?>
<p:tagLst xmlns:p="http://schemas.openxmlformats.org/presentationml/2006/main">
  <p:tag name="KSO_WM_SLIDE_BACKGROUND_TYPE" val="leftRigh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398.xml><?xml version="1.0" encoding="utf-8"?>
<p:tagLst xmlns:p="http://schemas.openxmlformats.org/presentationml/2006/main">
  <p:tag name="KSO_WM_SLIDE_BACKGROUND_TYPE" val="leftRigh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399.xml><?xml version="1.0" encoding="utf-8"?>
<p:tagLst xmlns:p="http://schemas.openxmlformats.org/presentationml/2006/main">
  <p:tag name="KSO_WM_SLIDE_BACKGROUND_TYPE" val="leftRigh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00.xml><?xml version="1.0" encoding="utf-8"?>
<p:tagLst xmlns:p="http://schemas.openxmlformats.org/presentationml/2006/main">
  <p:tag name="KSO_WM_SLIDE_BACKGROUND_TYPE" val="topBottom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5*i*1"/>
  <p:tag name="KSO_WM_UNIT_BK_DARK_LIGHT" val="2"/>
  <p:tag name="KSO_WM_UNIT_LAYERLEVEL" val="1"/>
  <p:tag name="KSO_WM_TAG_VERSION" val="1.0"/>
  <p:tag name="KSO_WM_BEAUTIFY_FLAG" val="#wm#"/>
</p:tagLst>
</file>

<file path=ppt/tags/tag401.xml><?xml version="1.0" encoding="utf-8"?>
<p:tagLst xmlns:p="http://schemas.openxmlformats.org/presentationml/2006/main">
  <p:tag name="KSO_WM_SLIDE_BACKGROUND_TYPE" val="topBottom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02.xml><?xml version="1.0" encoding="utf-8"?>
<p:tagLst xmlns:p="http://schemas.openxmlformats.org/presentationml/2006/main">
  <p:tag name="KSO_WM_SLIDE_BACKGROUND_TYPE" val="topBottom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03.xml><?xml version="1.0" encoding="utf-8"?>
<p:tagLst xmlns:p="http://schemas.openxmlformats.org/presentationml/2006/main">
  <p:tag name="KSO_WM_SLIDE_BACKGROUND_TYPE" val="topBottom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04.xml><?xml version="1.0" encoding="utf-8"?>
<p:tagLst xmlns:p="http://schemas.openxmlformats.org/presentationml/2006/main">
  <p:tag name="KSO_WM_SLIDE_BACKGROUND_TYPE" val="topBottom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05.xml><?xml version="1.0" encoding="utf-8"?>
<p:tagLst xmlns:p="http://schemas.openxmlformats.org/presentationml/2006/main">
  <p:tag name="KSO_WM_SLIDE_BACKGROUND_TYPE" val="topBottom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06.xml><?xml version="1.0" encoding="utf-8"?>
<p:tagLst xmlns:p="http://schemas.openxmlformats.org/presentationml/2006/main">
  <p:tag name="KSO_WM_SLIDE_BACKGROUND_TYPE" val="topBottom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07.xml><?xml version="1.0" encoding="utf-8"?>
<p:tagLst xmlns:p="http://schemas.openxmlformats.org/presentationml/2006/main">
  <p:tag name="KSO_WM_SLIDE_BACKGROUND_TYPE" val="topBottom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08.xml><?xml version="1.0" encoding="utf-8"?>
<p:tagLst xmlns:p="http://schemas.openxmlformats.org/presentationml/2006/main">
  <p:tag name="KSO_WM_SLIDE_BACKGROUND_TYPE" val="topBottom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09.xml><?xml version="1.0" encoding="utf-8"?>
<p:tagLst xmlns:p="http://schemas.openxmlformats.org/presentationml/2006/main">
  <p:tag name="KSO_WM_SLIDE_BACKGROUND_TYPE" val="topBottom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10.xml><?xml version="1.0" encoding="utf-8"?>
<p:tagLst xmlns:p="http://schemas.openxmlformats.org/presentationml/2006/main">
  <p:tag name="KSO_WM_SLIDE_BACKGROUND_TYPE" val="topBottom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11.xml><?xml version="1.0" encoding="utf-8"?>
<p:tagLst xmlns:p="http://schemas.openxmlformats.org/presentationml/2006/main">
  <p:tag name="KSO_WM_SLIDE_BACKGROUND_TYPE" val="topBottom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12.xml><?xml version="1.0" encoding="utf-8"?>
<p:tagLst xmlns:p="http://schemas.openxmlformats.org/presentationml/2006/main">
  <p:tag name="KSO_WM_SLIDE_BACKGROUND_TYPE" val="bottomTop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6*i*1"/>
  <p:tag name="KSO_WM_UNIT_BK_DARK_LIGHT" val="2"/>
  <p:tag name="KSO_WM_UNIT_LAYERLEVEL" val="1"/>
  <p:tag name="KSO_WM_TAG_VERSION" val="1.0"/>
  <p:tag name="KSO_WM_BEAUTIFY_FLAG" val="#wm#"/>
</p:tagLst>
</file>

<file path=ppt/tags/tag413.xml><?xml version="1.0" encoding="utf-8"?>
<p:tagLst xmlns:p="http://schemas.openxmlformats.org/presentationml/2006/main">
  <p:tag name="KSO_WM_SLIDE_BACKGROUND_TYPE" val="bottomTop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414.xml><?xml version="1.0" encoding="utf-8"?>
<p:tagLst xmlns:p="http://schemas.openxmlformats.org/presentationml/2006/main">
  <p:tag name="KSO_WM_SLIDE_BACKGROUND_TYPE" val="bottomTop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415.xml><?xml version="1.0" encoding="utf-8"?>
<p:tagLst xmlns:p="http://schemas.openxmlformats.org/presentationml/2006/main">
  <p:tag name="KSO_WM_SLIDE_BACKGROUND_TYPE" val="bottomTop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416.xml><?xml version="1.0" encoding="utf-8"?>
<p:tagLst xmlns:p="http://schemas.openxmlformats.org/presentationml/2006/main">
  <p:tag name="KSO_WM_SLIDE_BACKGROUND_TYPE" val="bottomTop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417.xml><?xml version="1.0" encoding="utf-8"?>
<p:tagLst xmlns:p="http://schemas.openxmlformats.org/presentationml/2006/main">
  <p:tag name="KSO_WM_SLIDE_BACKGROUND_TYPE" val="bottomTop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418.xml><?xml version="1.0" encoding="utf-8"?>
<p:tagLst xmlns:p="http://schemas.openxmlformats.org/presentationml/2006/main">
  <p:tag name="KSO_WM_SLIDE_BACKGROUND_TYPE" val="bottomTop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419.xml><?xml version="1.0" encoding="utf-8"?>
<p:tagLst xmlns:p="http://schemas.openxmlformats.org/presentationml/2006/main">
  <p:tag name="KSO_WM_SLIDE_BACKGROUND_TYPE" val="bottomTop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420.xml><?xml version="1.0" encoding="utf-8"?>
<p:tagLst xmlns:p="http://schemas.openxmlformats.org/presentationml/2006/main">
  <p:tag name="KSO_WM_SLIDE_BACKGROUND_TYPE" val="bottomTop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421.xml><?xml version="1.0" encoding="utf-8"?>
<p:tagLst xmlns:p="http://schemas.openxmlformats.org/presentationml/2006/main">
  <p:tag name="KSO_WM_SLIDE_BACKGROUND_TYPE" val="bottomTop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422.xml><?xml version="1.0" encoding="utf-8"?>
<p:tagLst xmlns:p="http://schemas.openxmlformats.org/presentationml/2006/main">
  <p:tag name="KSO_WM_SLIDE_BACKGROUND_TYPE" val="bottomTop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423.xml><?xml version="1.0" encoding="utf-8"?>
<p:tagLst xmlns:p="http://schemas.openxmlformats.org/presentationml/2006/main">
  <p:tag name="KSO_WM_SLIDE_BACKGROUND_TYPE" val="bottomTop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424.xml><?xml version="1.0" encoding="utf-8"?>
<p:tagLst xmlns:p="http://schemas.openxmlformats.org/presentationml/2006/main">
  <p:tag name="KSO_WM_SLIDE_BACKGROUND_TYPE" val="navigation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7*i*1"/>
  <p:tag name="KSO_WM_UNIT_BK_DARK_LIGHT" val="2"/>
  <p:tag name="KSO_WM_UNIT_LAYERLEVEL" val="1"/>
  <p:tag name="KSO_WM_TAG_VERSION" val="1.0"/>
  <p:tag name="KSO_WM_BEAUTIFY_FLAG" val="#wm#"/>
</p:tagLst>
</file>

<file path=ppt/tags/tag425.xml><?xml version="1.0" encoding="utf-8"?>
<p:tagLst xmlns:p="http://schemas.openxmlformats.org/presentationml/2006/main">
  <p:tag name="KSO_WM_SLIDE_BACKGROUND_TYPE" val="navigation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426.xml><?xml version="1.0" encoding="utf-8"?>
<p:tagLst xmlns:p="http://schemas.openxmlformats.org/presentationml/2006/main">
  <p:tag name="KSO_WM_SLIDE_BACKGROUND_TYPE" val="navigation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427.xml><?xml version="1.0" encoding="utf-8"?>
<p:tagLst xmlns:p="http://schemas.openxmlformats.org/presentationml/2006/main">
  <p:tag name="KSO_WM_SLIDE_BACKGROUND_TYPE" val="navigation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428.xml><?xml version="1.0" encoding="utf-8"?>
<p:tagLst xmlns:p="http://schemas.openxmlformats.org/presentationml/2006/main">
  <p:tag name="KSO_WM_SLIDE_BACKGROUND_TYPE" val="navigation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429.xml><?xml version="1.0" encoding="utf-8"?>
<p:tagLst xmlns:p="http://schemas.openxmlformats.org/presentationml/2006/main">
  <p:tag name="KSO_WM_SLIDE_BACKGROUND_TYPE" val="navigation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430.xml><?xml version="1.0" encoding="utf-8"?>
<p:tagLst xmlns:p="http://schemas.openxmlformats.org/presentationml/2006/main">
  <p:tag name="KSO_WM_SLIDE_BACKGROUND_TYPE" val="navigation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431.xml><?xml version="1.0" encoding="utf-8"?>
<p:tagLst xmlns:p="http://schemas.openxmlformats.org/presentationml/2006/main">
  <p:tag name="KSO_WM_SLIDE_BACKGROUND_TYPE" val="navigation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432.xml><?xml version="1.0" encoding="utf-8"?>
<p:tagLst xmlns:p="http://schemas.openxmlformats.org/presentationml/2006/main">
  <p:tag name="KSO_WM_SLIDE_BACKGROUND_TYPE" val="navigation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433.xml><?xml version="1.0" encoding="utf-8"?>
<p:tagLst xmlns:p="http://schemas.openxmlformats.org/presentationml/2006/main">
  <p:tag name="KSO_WM_SLIDE_BACKGROUND_TYPE" val="navigation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434.xml><?xml version="1.0" encoding="utf-8"?>
<p:tagLst xmlns:p="http://schemas.openxmlformats.org/presentationml/2006/main">
  <p:tag name="KSO_WM_SLIDE_BACKGROUND_TYPE" val="navigation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435.xml><?xml version="1.0" encoding="utf-8"?>
<p:tagLst xmlns:p="http://schemas.openxmlformats.org/presentationml/2006/main">
  <p:tag name="KSO_WM_SLIDE_BACKGROUND_TYPE" val="navigation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436.xml><?xml version="1.0" encoding="utf-8"?>
<p:tagLst xmlns:p="http://schemas.openxmlformats.org/presentationml/2006/main">
  <p:tag name="KSO_WM_SLIDE_BACKGROUND_TYPE" val="navigation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437.xml><?xml version="1.0" encoding="utf-8"?>
<p:tagLst xmlns:p="http://schemas.openxmlformats.org/presentationml/2006/main">
  <p:tag name="KSO_WM_SLIDE_BACKGROUND_TYPE" val="navigation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438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8*i*1"/>
  <p:tag name="KSO_WM_UNIT_BK_DARK_LIGHT" val="2"/>
  <p:tag name="KSO_WM_UNIT_LAYERLEVEL" val="1"/>
  <p:tag name="KSO_WM_TAG_VERSION" val="1.0"/>
  <p:tag name="KSO_WM_BEAUTIFY_FLAG" val="#wm#"/>
</p:tagLst>
</file>

<file path=ppt/tags/tag439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440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441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442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443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444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445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446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447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448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4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364"/>
</p:tagLst>
</file>

<file path=ppt/tags/tag4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364"/>
</p:tagLst>
</file>

<file path=ppt/tags/tag4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54.xml><?xml version="1.0" encoding="utf-8"?>
<p:tagLst xmlns:p="http://schemas.openxmlformats.org/presentationml/2006/main">
  <p:tag name="KSO_WM_TEMPLATE_THUMBS_INDEX" val="1、4、7、9、11、12、17、20、21、22、23、24、27、32、36、39"/>
  <p:tag name="KSO_WM_TEMPLATE_SUBCATEGORY" val="0"/>
  <p:tag name="KSO_WM_TEMPLATE_MASTER_TYPE" val="1"/>
  <p:tag name="KSO_WM_TEMPLATE_COLOR_TYPE" val="1"/>
  <p:tag name="KSO_WM_TEMPLATE_MASTER_THUMB_INDEX" val="12"/>
  <p:tag name="KSO_WM_TAG_VERSION" val="1.0"/>
  <p:tag name="KSO_WM_BEAUTIFY_FLAG" val="#wm#"/>
  <p:tag name="KSO_WM_TEMPLATE_CATEGORY" val="custom"/>
  <p:tag name="KSO_WM_TEMPLATE_INDEX" val="20204364"/>
</p:tagLst>
</file>

<file path=ppt/tags/tag45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7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4364_1*a*1"/>
  <p:tag name="KSO_WM_TEMPLATE_CATEGORY" val="custom"/>
  <p:tag name="KSO_WM_TEMPLATE_INDEX" val="20204364"/>
  <p:tag name="KSO_WM_UNIT_LAYERLEVEL" val="1"/>
  <p:tag name="KSO_WM_TAG_VERSION" val="1.0"/>
  <p:tag name="KSO_WM_BEAUTIFY_FLAG" val="#wm#"/>
  <p:tag name="KSO_WM_UNIT_PRESET_TEXT" val="个人工作汇报"/>
  <p:tag name="KSO_WM_UNIT_TEXT_FILL_FORE_SCHEMECOLOR_INDEX_BRIGHTNESS" val="0"/>
  <p:tag name="KSO_WM_UNIT_TEXT_FILL_FORE_SCHEMECOLOR_INDEX" val="14"/>
  <p:tag name="KSO_WM_UNIT_TEXT_FILL_TYPE" val="1"/>
</p:tagLst>
</file>

<file path=ppt/tags/tag45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5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4364_1*b*1"/>
  <p:tag name="KSO_WM_TEMPLATE_CATEGORY" val="custom"/>
  <p:tag name="KSO_WM_TEMPLATE_INDEX" val="20204364"/>
  <p:tag name="KSO_WM_UNIT_LAYERLEVEL" val="1"/>
  <p:tag name="KSO_WM_TAG_VERSION" val="1.0"/>
  <p:tag name="KSO_WM_BEAUTIFY_FLAG" val="#wm#"/>
  <p:tag name="KSO_WM_UNIT_PRESET_TEXT" val="单击此处添加副标题内容"/>
  <p:tag name="KSO_WM_UNIT_TEXT_FILL_FORE_SCHEMECOLOR_INDEX_BRIGHTNESS" val="0"/>
  <p:tag name="KSO_WM_UNIT_TEXT_FILL_FORE_SCHEMECOLOR_INDEX" val="14"/>
  <p:tag name="KSO_WM_UNIT_TEXT_FILL_TYPE" val="1"/>
</p:tagLst>
</file>

<file path=ppt/tags/tag45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3"/>
  <p:tag name="KSO_WM_UNIT_ID" val="custom20204364_1*b*3"/>
  <p:tag name="KSO_WM_TEMPLATE_CATEGORY" val="custom"/>
  <p:tag name="KSO_WM_TEMPLATE_INDEX" val="20204364"/>
  <p:tag name="KSO_WM_UNIT_LAYERLEVEL" val="1"/>
  <p:tag name="KSO_WM_TAG_VERSION" val="1.0"/>
  <p:tag name="KSO_WM_BEAUTIFY_FLAG" val="#wm#"/>
  <p:tag name="KSO_WM_UNIT_PRESET_TEXT" val="汇报日期"/>
  <p:tag name="KSO_WM_UNIT_TEXT_FILL_FORE_SCHEMECOLOR_INDEX_BRIGHTNESS" val="0"/>
  <p:tag name="KSO_WM_UNIT_TEXT_FILL_FORE_SCHEMECOLOR_INDEX" val="14"/>
  <p:tag name="KSO_WM_UNIT_TEXT_FILL_TYPE" val="1"/>
</p:tagLst>
</file>

<file path=ppt/tags/tag45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2"/>
  <p:tag name="KSO_WM_UNIT_ID" val="custom20204364_1*b*2"/>
  <p:tag name="KSO_WM_TEMPLATE_CATEGORY" val="custom"/>
  <p:tag name="KSO_WM_TEMPLATE_INDEX" val="20204364"/>
  <p:tag name="KSO_WM_UNIT_LAYERLEVEL" val="1"/>
  <p:tag name="KSO_WM_TAG_VERSION" val="1.0"/>
  <p:tag name="KSO_WM_BEAUTIFY_FLAG" val="#wm#"/>
  <p:tag name="KSO_WM_UNIT_PRESET_TEXT" val="汇报人姓名"/>
  <p:tag name="KSO_WM_UNIT_TEXT_FILL_FORE_SCHEMECOLOR_INDEX_BRIGHTNESS" val="0"/>
  <p:tag name="KSO_WM_UNIT_TEXT_FILL_FORE_SCHEMECOLOR_INDEX" val="14"/>
  <p:tag name="KSO_WM_UNIT_TEXT_FILL_TYPE" val="1"/>
</p:tagLst>
</file>

<file path=ppt/tags/tag459.xml><?xml version="1.0" encoding="utf-8"?>
<p:tagLst xmlns:p="http://schemas.openxmlformats.org/presentationml/2006/main">
  <p:tag name="KSO_WM_SLIDE_ID" val="custom20204364_1"/>
  <p:tag name="KSO_WM_TEMPLATE_SUBCATEGORY" val="0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4364"/>
  <p:tag name="KSO_WM_SLIDE_LAYOUT" val="a_b"/>
  <p:tag name="KSO_WM_SLIDE_LAYOUT_CNT" val="1_3"/>
  <p:tag name="KSO_WM_UNIT_SHOW_EDIT_AREA_INDICATION" val="1"/>
  <p:tag name="KSO_WM_TEMPLATE_THUMBS_INDEX" val="1、4、7、9、11、12、17、20、21、22、23、24、27、32、36、39"/>
  <p:tag name="KSO_WM_TEMPLATE_MASTER_THUMB_INDEX" val="12"/>
  <p:tag name="KSO_WM_AICARD_INVALID" val="Invalid"/>
</p:tagLst>
</file>

<file path=ppt/tags/tag4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custom20204364_4*l_h_i*1_1_1"/>
  <p:tag name="KSO_WM_TEMPLATE_CATEGORY" val="custom"/>
  <p:tag name="KSO_WM_TEMPLATE_INDEX" val="20204364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5"/>
  <p:tag name="KSO_WM_UNIT_TEXT_FILL_TYPE" val="1"/>
  <p:tag name="KSO_WM_UNIT_USESOURCEFORMAT_APPLY" val="1"/>
  <p:tag name="KSO_WM_DIAGRAM_VIRTUALLY_FRAME" val="{&quot;height&quot;:249.133263163756,&quot;left&quot;:293.3,&quot;top&quot;:156.99177620632273,&quot;width&quot;:313.05}"/>
</p:tagLst>
</file>

<file path=ppt/tags/tag461.xml><?xml version="1.0" encoding="utf-8"?>
<p:tagLst xmlns:p="http://schemas.openxmlformats.org/presentationml/2006/main">
  <p:tag name="KSO_WM_UNIT_ISCONTENTSTITLE" val="0"/>
  <p:tag name="KSO_WM_UNIT_COLOR_SCHEME_SHAPE_ID" val="32"/>
  <p:tag name="KSO_WM_UNIT_COLOR_SCHEME_PARENT_PAGE" val="0_4"/>
  <p:tag name="KSO_WM_UNIT_SUBTYPE" val="a"/>
  <p:tag name="KSO_WM_UNIT_NOCLEAR" val="0"/>
  <p:tag name="KSO_WM_UNIT_VALUE" val="22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custom20204364_4*l_h_f*1_1_1"/>
  <p:tag name="KSO_WM_TEMPLATE_CATEGORY" val="custom"/>
  <p:tag name="KSO_WM_TEMPLATE_INDEX" val="20204364"/>
  <p:tag name="KSO_WM_UNIT_LAYERLEVEL" val="1_1_1"/>
  <p:tag name="KSO_WM_TAG_VERSION" val="1.0"/>
  <p:tag name="KSO_WM_BEAUTIFY_FLAG" val="#wm#"/>
  <p:tag name="KSO_WM_UNIT_PRESET_TEXT" val="单击此处添加文本内容"/>
  <p:tag name="KSO_WM_UNIT_TEXT_FILL_FORE_SCHEMECOLOR_INDEX_BRIGHTNESS" val="0"/>
  <p:tag name="KSO_WM_UNIT_TEXT_FILL_FORE_SCHEMECOLOR_INDEX" val="14"/>
  <p:tag name="KSO_WM_UNIT_TEXT_FILL_TYPE" val="1"/>
  <p:tag name="KSO_WM_UNIT_USESOURCEFORMAT_APPLY" val="1"/>
  <p:tag name="KSO_WM_DIAGRAM_VIRTUALLY_FRAME" val="{&quot;height&quot;:249.133263163756,&quot;left&quot;:293.3,&quot;top&quot;:156.99177620632273,&quot;width&quot;:313.05}"/>
</p:tagLst>
</file>

<file path=ppt/tags/tag4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custom20204364_4*l_h_i*1_2_1"/>
  <p:tag name="KSO_WM_TEMPLATE_CATEGORY" val="custom"/>
  <p:tag name="KSO_WM_TEMPLATE_INDEX" val="20204364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6"/>
  <p:tag name="KSO_WM_UNIT_TEXT_FILL_TYPE" val="1"/>
  <p:tag name="KSO_WM_UNIT_USESOURCEFORMAT_APPLY" val="1"/>
  <p:tag name="KSO_WM_DIAGRAM_VIRTUALLY_FRAME" val="{&quot;height&quot;:249.133263163756,&quot;left&quot;:293.3,&quot;top&quot;:156.99177620632273,&quot;width&quot;:313.05}"/>
</p:tagLst>
</file>

<file path=ppt/tags/tag463.xml><?xml version="1.0" encoding="utf-8"?>
<p:tagLst xmlns:p="http://schemas.openxmlformats.org/presentationml/2006/main">
  <p:tag name="KSO_WM_UNIT_ISCONTENTSTITLE" val="0"/>
  <p:tag name="KSO_WM_UNIT_COLOR_SCHEME_SHAPE_ID" val="32"/>
  <p:tag name="KSO_WM_UNIT_COLOR_SCHEME_PARENT_PAGE" val="0_4"/>
  <p:tag name="KSO_WM_UNIT_SUBTYPE" val="a"/>
  <p:tag name="KSO_WM_UNIT_NOCLEAR" val="0"/>
  <p:tag name="KSO_WM_UNIT_VALUE" val="22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custom20204364_4*l_h_f*1_2_1"/>
  <p:tag name="KSO_WM_TEMPLATE_CATEGORY" val="custom"/>
  <p:tag name="KSO_WM_TEMPLATE_INDEX" val="20204364"/>
  <p:tag name="KSO_WM_UNIT_LAYERLEVEL" val="1_1_1"/>
  <p:tag name="KSO_WM_TAG_VERSION" val="1.0"/>
  <p:tag name="KSO_WM_BEAUTIFY_FLAG" val="#wm#"/>
  <p:tag name="KSO_WM_UNIT_PRESET_TEXT" val="单击此处添加文本内容"/>
  <p:tag name="KSO_WM_UNIT_TEXT_FILL_FORE_SCHEMECOLOR_INDEX_BRIGHTNESS" val="0"/>
  <p:tag name="KSO_WM_UNIT_TEXT_FILL_FORE_SCHEMECOLOR_INDEX" val="14"/>
  <p:tag name="KSO_WM_UNIT_TEXT_FILL_TYPE" val="1"/>
  <p:tag name="KSO_WM_UNIT_USESOURCEFORMAT_APPLY" val="1"/>
  <p:tag name="KSO_WM_DIAGRAM_VIRTUALLY_FRAME" val="{&quot;height&quot;:249.133263163756,&quot;left&quot;:293.3,&quot;top&quot;:156.99177620632273,&quot;width&quot;:313.05}"/>
</p:tagLst>
</file>

<file path=ppt/tags/tag4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custom20204364_4*l_h_i*1_3_1"/>
  <p:tag name="KSO_WM_TEMPLATE_CATEGORY" val="custom"/>
  <p:tag name="KSO_WM_TEMPLATE_INDEX" val="20204364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5"/>
  <p:tag name="KSO_WM_UNIT_TEXT_FILL_TYPE" val="1"/>
  <p:tag name="KSO_WM_UNIT_USESOURCEFORMAT_APPLY" val="1"/>
  <p:tag name="KSO_WM_DIAGRAM_VIRTUALLY_FRAME" val="{&quot;height&quot;:249.133263163756,&quot;left&quot;:293.3,&quot;top&quot;:156.99177620632273,&quot;width&quot;:313.05}"/>
</p:tagLst>
</file>

<file path=ppt/tags/tag465.xml><?xml version="1.0" encoding="utf-8"?>
<p:tagLst xmlns:p="http://schemas.openxmlformats.org/presentationml/2006/main">
  <p:tag name="KSO_WM_UNIT_ISCONTENTSTITLE" val="0"/>
  <p:tag name="KSO_WM_UNIT_COLOR_SCHEME_SHAPE_ID" val="32"/>
  <p:tag name="KSO_WM_UNIT_COLOR_SCHEME_PARENT_PAGE" val="0_4"/>
  <p:tag name="KSO_WM_UNIT_SUBTYPE" val="a"/>
  <p:tag name="KSO_WM_UNIT_NOCLEAR" val="0"/>
  <p:tag name="KSO_WM_UNIT_VALUE" val="22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custom20204364_4*l_h_f*1_3_1"/>
  <p:tag name="KSO_WM_TEMPLATE_CATEGORY" val="custom"/>
  <p:tag name="KSO_WM_TEMPLATE_INDEX" val="20204364"/>
  <p:tag name="KSO_WM_UNIT_LAYERLEVEL" val="1_1_1"/>
  <p:tag name="KSO_WM_TAG_VERSION" val="1.0"/>
  <p:tag name="KSO_WM_BEAUTIFY_FLAG" val="#wm#"/>
  <p:tag name="KSO_WM_UNIT_PRESET_TEXT" val="单击此处添加文本内容"/>
  <p:tag name="KSO_WM_UNIT_TEXT_FILL_FORE_SCHEMECOLOR_INDEX_BRIGHTNESS" val="0"/>
  <p:tag name="KSO_WM_UNIT_TEXT_FILL_FORE_SCHEMECOLOR_INDEX" val="14"/>
  <p:tag name="KSO_WM_UNIT_TEXT_FILL_TYPE" val="1"/>
  <p:tag name="KSO_WM_UNIT_USESOURCEFORMAT_APPLY" val="1"/>
  <p:tag name="KSO_WM_DIAGRAM_VIRTUALLY_FRAME" val="{&quot;height&quot;:249.133263163756,&quot;left&quot;:293.3,&quot;top&quot;:156.99177620632273,&quot;width&quot;:313.05}"/>
</p:tagLst>
</file>

<file path=ppt/tags/tag4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4_1"/>
  <p:tag name="KSO_WM_UNIT_ID" val="custom20204364_4*l_h_i*1_4_1"/>
  <p:tag name="KSO_WM_TEMPLATE_CATEGORY" val="custom"/>
  <p:tag name="KSO_WM_TEMPLATE_INDEX" val="20204364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6"/>
  <p:tag name="KSO_WM_UNIT_TEXT_FILL_TYPE" val="1"/>
  <p:tag name="KSO_WM_UNIT_USESOURCEFORMAT_APPLY" val="1"/>
  <p:tag name="KSO_WM_DIAGRAM_VIRTUALLY_FRAME" val="{&quot;height&quot;:249.133263163756,&quot;left&quot;:293.3,&quot;top&quot;:156.99177620632273,&quot;width&quot;:313.05}"/>
</p:tagLst>
</file>

<file path=ppt/tags/tag467.xml><?xml version="1.0" encoding="utf-8"?>
<p:tagLst xmlns:p="http://schemas.openxmlformats.org/presentationml/2006/main">
  <p:tag name="KSO_WM_UNIT_ISCONTENTSTITLE" val="0"/>
  <p:tag name="KSO_WM_UNIT_COLOR_SCHEME_SHAPE_ID" val="32"/>
  <p:tag name="KSO_WM_UNIT_COLOR_SCHEME_PARENT_PAGE" val="0_4"/>
  <p:tag name="KSO_WM_UNIT_SUBTYPE" val="a"/>
  <p:tag name="KSO_WM_UNIT_NOCLEAR" val="0"/>
  <p:tag name="KSO_WM_UNIT_VALUE" val="22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custom20204364_4*l_h_f*1_4_1"/>
  <p:tag name="KSO_WM_TEMPLATE_CATEGORY" val="custom"/>
  <p:tag name="KSO_WM_TEMPLATE_INDEX" val="20204364"/>
  <p:tag name="KSO_WM_UNIT_LAYERLEVEL" val="1_1_1"/>
  <p:tag name="KSO_WM_TAG_VERSION" val="1.0"/>
  <p:tag name="KSO_WM_BEAUTIFY_FLAG" val="#wm#"/>
  <p:tag name="KSO_WM_UNIT_PRESET_TEXT" val="单击此处添加文本内容"/>
  <p:tag name="KSO_WM_UNIT_TEXT_FILL_FORE_SCHEMECOLOR_INDEX_BRIGHTNESS" val="0"/>
  <p:tag name="KSO_WM_UNIT_TEXT_FILL_FORE_SCHEMECOLOR_INDEX" val="14"/>
  <p:tag name="KSO_WM_UNIT_TEXT_FILL_TYPE" val="1"/>
  <p:tag name="KSO_WM_UNIT_USESOURCEFORMAT_APPLY" val="1"/>
  <p:tag name="KSO_WM_DIAGRAM_VIRTUALLY_FRAME" val="{&quot;height&quot;:249.133263163756,&quot;left&quot;:293.3,&quot;top&quot;:156.99177620632273,&quot;width&quot;:313.05}"/>
</p:tagLst>
</file>

<file path=ppt/tags/tag468.xml><?xml version="1.0" encoding="utf-8"?>
<p:tagLst xmlns:p="http://schemas.openxmlformats.org/presentationml/2006/main">
  <p:tag name="KSO_WM_UNIT_ISCONTENTSTITLE" val="1"/>
  <p:tag name="KSO_WM_UNIT_ISNUMDGMTITLE" val="0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20204364_4*a*1"/>
  <p:tag name="KSO_WM_TEMPLATE_CATEGORY" val="custom"/>
  <p:tag name="KSO_WM_TEMPLATE_INDEX" val="20204364"/>
  <p:tag name="KSO_WM_UNIT_LAYERLEVEL" val="1"/>
  <p:tag name="KSO_WM_TAG_VERSION" val="1.0"/>
  <p:tag name="KSO_WM_BEAUTIFY_FLAG" val="#wm#"/>
  <p:tag name="KSO_WM_UNIT_PRESET_TEXT" val="目录"/>
  <p:tag name="KSO_WM_UNIT_TEXT_FILL_FORE_SCHEMECOLOR_INDEX_BRIGHTNESS" val="0"/>
  <p:tag name="KSO_WM_UNIT_TEXT_FILL_FORE_SCHEMECOLOR_INDEX" val="14"/>
  <p:tag name="KSO_WM_UNIT_TEXT_FILL_TYPE" val="1"/>
  <p:tag name="KSO_WM_UNIT_USESOURCEFORMAT_APPLY" val="1"/>
</p:tagLst>
</file>

<file path=ppt/tags/tag469.xml><?xml version="1.0" encoding="utf-8"?>
<p:tagLst xmlns:p="http://schemas.openxmlformats.org/presentationml/2006/main">
  <p:tag name="KSO_WM_SLIDE_ID" val="custom20204364_4"/>
  <p:tag name="KSO_WM_TEMPLATE_SUBCATEGORY" val="0"/>
  <p:tag name="KSO_WM_TEMPLATE_MASTER_TYPE" val="1"/>
  <p:tag name="KSO_WM_TEMPLATE_COLOR_TYPE" val="1"/>
  <p:tag name="KSO_WM_SLIDE_TYPE" val="contents"/>
  <p:tag name="KSO_WM_SLIDE_SUBTYPE" val="diag"/>
  <p:tag name="KSO_WM_SLIDE_ITEM_CNT" val="4"/>
  <p:tag name="KSO_WM_SLIDE_INDEX" val="4"/>
  <p:tag name="KSO_WM_TAG_VERSION" val="1.0"/>
  <p:tag name="KSO_WM_BEAUTIFY_FLAG" val="#wm#"/>
  <p:tag name="KSO_WM_TEMPLATE_CATEGORY" val="custom"/>
  <p:tag name="KSO_WM_TEMPLATE_INDEX" val="20204364"/>
  <p:tag name="KSO_WM_SLIDE_LAYOUT" val="a_l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DIAGRAM_GROUP_CODE" val="l1-1"/>
  <p:tag name="KSO_WM_SLIDE_DIAGTYPE" val="l"/>
  <p:tag name="KSO_WM_AICARD_INVALID" val="Invalid"/>
</p:tagLst>
</file>

<file path=ppt/tags/tag470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471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72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1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73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1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74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1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7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7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7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SLIDE_BACKGROUND_TYPE" val="general"/>
</p:tagLst>
</file>

<file path=ppt/tags/tag478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479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80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1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81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1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82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1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8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84.xml><?xml version="1.0" encoding="utf-8"?>
<p:tagLst xmlns:p="http://schemas.openxmlformats.org/presentationml/2006/main">
  <p:tag name="TABLE_ENDDRAG_ORIGIN_RECT" val="488*355"/>
  <p:tag name="TABLE_ENDDRAG_RECT" val="358*116*488*355"/>
</p:tagLst>
</file>

<file path=ppt/tags/tag48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SLIDE_BACKGROUND_TYPE" val="general"/>
</p:tagLst>
</file>

<file path=ppt/tags/tag486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487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88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1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89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1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90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1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9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9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9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9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SLIDE_BACKGROUND_TYPE" val="general"/>
</p:tagLst>
</file>

<file path=ppt/tags/tag495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496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97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1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98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1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99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1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50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0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0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0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SLIDE_BACKGROUND_TYPE" val="general"/>
</p:tagLst>
</file>

<file path=ppt/tags/tag504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505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506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1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507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1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508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1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50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1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1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1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1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SLIDE_BACKGROUND_TYPE" val="general"/>
</p:tagLst>
</file>

<file path=ppt/tags/tag514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515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516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1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517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1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518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1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51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2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2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SLIDE_BACKGROUND_TYPE" val="general"/>
</p:tagLst>
</file>

<file path=ppt/tags/tag522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523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524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1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525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1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526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1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52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2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2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SLIDE_BACKGROUND_TYPE" val="general"/>
</p:tagLst>
</file>

<file path=ppt/tags/tag530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531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532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1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533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1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534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1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53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3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3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3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SLIDE_BACKGROUND_TYPE" val="general"/>
</p:tagLst>
</file>

<file path=ppt/tags/tag539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540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541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1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542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1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543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1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54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4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4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SLIDE_BACKGROUND_TYPE" val="general"/>
</p:tagLst>
</file>

<file path=ppt/tags/tag547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548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549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1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550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1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551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1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55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5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5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SLIDE_BACKGROUND_TYPE" val="general"/>
</p:tagLst>
</file>

<file path=ppt/tags/tag555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556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557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1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558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1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559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1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56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6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6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SLIDE_BACKGROUND_TYPE" val="general"/>
</p:tagLst>
</file>

<file path=ppt/tags/tag563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564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565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1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566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1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567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1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56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6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7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SLIDE_BACKGROUND_TYPE" val="general"/>
</p:tagLst>
</file>

<file path=ppt/tags/tag571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572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573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1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574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1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575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1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57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7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7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SLIDE_BACKGROUND_TYPE" val="general"/>
</p:tagLst>
</file>

<file path=ppt/tags/tag579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580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581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1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582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1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583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1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58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8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8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8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SLIDE_BACKGROUND_TYPE" val="general"/>
</p:tagLst>
</file>

<file path=ppt/tags/tag588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589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590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1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591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1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592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1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59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9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9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SLIDE_BACKGROUND_TYPE" val="general"/>
</p:tagLst>
</file>

<file path=ppt/tags/tag596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597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598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1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599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1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00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1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0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SLIDE_BACKGROUND_TYPE" val="general"/>
</p:tagLst>
</file>

<file path=ppt/tags/tag604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605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06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1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07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1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08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1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0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SLIDE_BACKGROUND_TYPE" val="general"/>
</p:tagLst>
</file>

<file path=ppt/tags/tag613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614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15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1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16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1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17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1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1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SLIDE_BACKGROUND_TYPE" val="general"/>
</p:tagLst>
</file>

<file path=ppt/tags/tag621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622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23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1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24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1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25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1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2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SLIDE_BACKGROUND_TYPE" val="general"/>
</p:tagLst>
</file>

<file path=ppt/tags/tag629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630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31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1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32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1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33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1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3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LIDE_BACKGROUND_TYPE" val="general"/>
</p:tagLst>
</file>

<file path=ppt/tags/tag638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639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40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1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41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1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42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1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4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LIDE_BACKGROUND_TYPE" val="general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Office 主题​​">
  <a:themeElements>
    <a:clrScheme name="">
      <a:dk1>
        <a:srgbClr val="000000"/>
      </a:dk1>
      <a:lt1>
        <a:srgbClr val="FFFFFF"/>
      </a:lt1>
      <a:dk2>
        <a:srgbClr val="211E1A"/>
      </a:dk2>
      <a:lt2>
        <a:srgbClr val="EBE8E5"/>
      </a:lt2>
      <a:accent1>
        <a:srgbClr val="FAAD18"/>
      </a:accent1>
      <a:accent2>
        <a:srgbClr val="CDB545"/>
      </a:accent2>
      <a:accent3>
        <a:srgbClr val="A0BD72"/>
      </a:accent3>
      <a:accent4>
        <a:srgbClr val="72C6A0"/>
      </a:accent4>
      <a:accent5>
        <a:srgbClr val="45CECD"/>
      </a:accent5>
      <a:accent6>
        <a:srgbClr val="18D6FA"/>
      </a:accent6>
      <a:hlink>
        <a:srgbClr val="658BD5"/>
      </a:hlink>
      <a:folHlink>
        <a:srgbClr val="A16AA5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主题​​">
  <a:themeElements>
    <a:clrScheme name="">
      <a:dk1>
        <a:srgbClr val="000000"/>
      </a:dk1>
      <a:lt1>
        <a:srgbClr val="FFFFFF"/>
      </a:lt1>
      <a:dk2>
        <a:srgbClr val="211E1A"/>
      </a:dk2>
      <a:lt2>
        <a:srgbClr val="EBE8E5"/>
      </a:lt2>
      <a:accent1>
        <a:srgbClr val="FAAD18"/>
      </a:accent1>
      <a:accent2>
        <a:srgbClr val="CDB545"/>
      </a:accent2>
      <a:accent3>
        <a:srgbClr val="A0BD72"/>
      </a:accent3>
      <a:accent4>
        <a:srgbClr val="72C6A0"/>
      </a:accent4>
      <a:accent5>
        <a:srgbClr val="45CECD"/>
      </a:accent5>
      <a:accent6>
        <a:srgbClr val="18D6FA"/>
      </a:accent6>
      <a:hlink>
        <a:srgbClr val="658BD5"/>
      </a:hlink>
      <a:folHlink>
        <a:srgbClr val="A16AA5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211E1A"/>
    </a:dk2>
    <a:lt2>
      <a:srgbClr val="EBE8E5"/>
    </a:lt2>
    <a:accent1>
      <a:srgbClr val="FAAD18"/>
    </a:accent1>
    <a:accent2>
      <a:srgbClr val="CDB545"/>
    </a:accent2>
    <a:accent3>
      <a:srgbClr val="A0BD72"/>
    </a:accent3>
    <a:accent4>
      <a:srgbClr val="72C6A0"/>
    </a:accent4>
    <a:accent5>
      <a:srgbClr val="45CECD"/>
    </a:accent5>
    <a:accent6>
      <a:srgbClr val="18D6FA"/>
    </a:accent6>
    <a:hlink>
      <a:srgbClr val="658BD5"/>
    </a:hlink>
    <a:folHlink>
      <a:srgbClr val="A16AA5"/>
    </a:folHlink>
  </a:clrScheme>
</a:themeOverride>
</file>

<file path=ppt/theme/themeOverride2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211E1A"/>
    </a:dk2>
    <a:lt2>
      <a:srgbClr val="EBE8E5"/>
    </a:lt2>
    <a:accent1>
      <a:srgbClr val="FAAD18"/>
    </a:accent1>
    <a:accent2>
      <a:srgbClr val="CDB545"/>
    </a:accent2>
    <a:accent3>
      <a:srgbClr val="A0BD72"/>
    </a:accent3>
    <a:accent4>
      <a:srgbClr val="72C6A0"/>
    </a:accent4>
    <a:accent5>
      <a:srgbClr val="45CECD"/>
    </a:accent5>
    <a:accent6>
      <a:srgbClr val="18D6FA"/>
    </a:accent6>
    <a:hlink>
      <a:srgbClr val="658BD5"/>
    </a:hlink>
    <a:folHlink>
      <a:srgbClr val="A16AA5"/>
    </a:folHlink>
  </a:clrScheme>
</a:themeOverride>
</file>

<file path=ppt/theme/themeOverride3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211E1A"/>
    </a:dk2>
    <a:lt2>
      <a:srgbClr val="EBE8E5"/>
    </a:lt2>
    <a:accent1>
      <a:srgbClr val="FAAD18"/>
    </a:accent1>
    <a:accent2>
      <a:srgbClr val="CDB545"/>
    </a:accent2>
    <a:accent3>
      <a:srgbClr val="A0BD72"/>
    </a:accent3>
    <a:accent4>
      <a:srgbClr val="72C6A0"/>
    </a:accent4>
    <a:accent5>
      <a:srgbClr val="45CECD"/>
    </a:accent5>
    <a:accent6>
      <a:srgbClr val="18D6FA"/>
    </a:accent6>
    <a:hlink>
      <a:srgbClr val="658BD5"/>
    </a:hlink>
    <a:folHlink>
      <a:srgbClr val="A16AA5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13233</Words>
  <Application>WPS 演示</Application>
  <PresentationFormat>宽屏</PresentationFormat>
  <Paragraphs>560</Paragraphs>
  <Slides>23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26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23</vt:i4>
      </vt:variant>
    </vt:vector>
  </HeadingPairs>
  <TitlesOfParts>
    <vt:vector size="52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Calibri</vt:lpstr>
      <vt:lpstr>Arial</vt:lpstr>
      <vt:lpstr>思源黑体 CN Heavy</vt:lpstr>
      <vt:lpstr>黑体</vt:lpstr>
      <vt:lpstr>KSOFBD28ECAF</vt:lpstr>
      <vt:lpstr>Segoe Print</vt:lpstr>
      <vt:lpstr>标准粗黑</vt:lpstr>
      <vt:lpstr>等线</vt:lpstr>
      <vt:lpstr>思源黑体 CN Regular</vt:lpstr>
      <vt:lpstr>思源黑体 Normal</vt:lpstr>
      <vt:lpstr>思源黑体 CN Medium</vt:lpstr>
      <vt:lpstr>思源黑体 CN Bold</vt:lpstr>
      <vt:lpstr>KSOFD723FC5D</vt:lpstr>
      <vt:lpstr>汉仪旗黑-50简</vt:lpstr>
      <vt:lpstr>Arial Black</vt:lpstr>
      <vt:lpstr>汉仪粗黑 简</vt:lpstr>
      <vt:lpstr>汉仪粗宋 简</vt:lpstr>
      <vt:lpstr>汉仪旗黑-85S</vt:lpstr>
      <vt:lpstr>Calibri Light</vt:lpstr>
      <vt:lpstr>WPS</vt:lpstr>
      <vt:lpstr>5_Office 主题​​</vt:lpstr>
      <vt:lpstr>3_Office 主题​​</vt:lpstr>
      <vt:lpstr>针对EPYC在仿真领域调优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小阿郜</cp:lastModifiedBy>
  <cp:revision>494</cp:revision>
  <dcterms:created xsi:type="dcterms:W3CDTF">2019-06-19T02:08:00Z</dcterms:created>
  <dcterms:modified xsi:type="dcterms:W3CDTF">2026-06-12T01:49:20Z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D76DB6A63E0D4336BF1746FACDE6F67C_11</vt:lpwstr>
  </property>
</Properties>
</file>